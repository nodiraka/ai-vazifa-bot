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Lst>
  <p:notesMasterIdLst>
    <p:notesMasterId r:id="rId31"/>
  </p:notesMasterIdLst>
  <p:sldIdLst>
    <p:sldId id="256" r:id="rId2"/>
    <p:sldId id="257" r:id="rId3"/>
    <p:sldId id="258" r:id="rId4"/>
    <p:sldId id="260" r:id="rId5"/>
    <p:sldId id="261" r:id="rId6"/>
    <p:sldId id="262" r:id="rId7"/>
    <p:sldId id="263" r:id="rId8"/>
    <p:sldId id="264" r:id="rId9"/>
    <p:sldId id="265" r:id="rId10"/>
    <p:sldId id="266" r:id="rId11"/>
    <p:sldId id="268" r:id="rId12"/>
    <p:sldId id="269" r:id="rId13"/>
    <p:sldId id="270" r:id="rId14"/>
    <p:sldId id="271" r:id="rId15"/>
    <p:sldId id="272" r:id="rId16"/>
    <p:sldId id="273" r:id="rId17"/>
    <p:sldId id="274" r:id="rId18"/>
    <p:sldId id="278" r:id="rId19"/>
    <p:sldId id="279" r:id="rId20"/>
    <p:sldId id="281" r:id="rId21"/>
    <p:sldId id="282" r:id="rId22"/>
    <p:sldId id="283" r:id="rId23"/>
    <p:sldId id="284" r:id="rId24"/>
    <p:sldId id="285" r:id="rId25"/>
    <p:sldId id="286" r:id="rId26"/>
    <p:sldId id="287" r:id="rId27"/>
    <p:sldId id="288" r:id="rId28"/>
    <p:sldId id="289" r:id="rId29"/>
    <p:sldId id="291" r:id="rId30"/>
  </p:sldIdLst>
  <p:sldSz cx="9144000" cy="5143500" type="screen16x9"/>
  <p:notesSz cx="6858000" cy="9144000"/>
  <p:embeddedFontLst>
    <p:embeddedFont>
      <p:font typeface="ABeeZee" panose="020B0604020202020204" charset="0"/>
      <p:regular r:id="rId32"/>
      <p:italic r:id="rId33"/>
    </p:embeddedFont>
    <p:embeddedFont>
      <p:font typeface="Caveat Brush" panose="020B0604020202020204" charset="0"/>
      <p:regular r:id="rId34"/>
    </p:embeddedFont>
    <p:embeddedFont>
      <p:font typeface="Bowlby One SC" panose="020B0604020202020204" charset="0"/>
      <p:regular r:id="rId35"/>
    </p:embeddedFont>
    <p:embeddedFont>
      <p:font typeface="Chewy" panose="020B0604020202020204" charset="0"/>
      <p:regular r:id="rId36"/>
    </p:embeddedFont>
    <p:embeddedFont>
      <p:font typeface="Anaheim"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8F3F221-4C0E-4456-83DF-95483FEC6662}">
  <a:tblStyle styleId="{C8F3F221-4C0E-4456-83DF-95483FEC666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C654A5-C83C-4C26-A415-2314656D51F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96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8"/>
        <p:cNvGrpSpPr/>
        <p:nvPr/>
      </p:nvGrpSpPr>
      <p:grpSpPr>
        <a:xfrm>
          <a:off x="0" y="0"/>
          <a:ext cx="0" cy="0"/>
          <a:chOff x="0" y="0"/>
          <a:chExt cx="0" cy="0"/>
        </a:xfrm>
      </p:grpSpPr>
      <p:sp>
        <p:nvSpPr>
          <p:cNvPr id="1669" name="Google Shape;166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0" name="Google Shape;167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2"/>
        <p:cNvGrpSpPr/>
        <p:nvPr/>
      </p:nvGrpSpPr>
      <p:grpSpPr>
        <a:xfrm>
          <a:off x="0" y="0"/>
          <a:ext cx="0" cy="0"/>
          <a:chOff x="0" y="0"/>
          <a:chExt cx="0" cy="0"/>
        </a:xfrm>
      </p:grpSpPr>
      <p:sp>
        <p:nvSpPr>
          <p:cNvPr id="1723" name="Google Shape;1723;g16babbbe6f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4" name="Google Shape;1724;g16babbbe6f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g16babbbe6f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5" name="Google Shape;1735;g16babbbe6f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5"/>
        <p:cNvGrpSpPr/>
        <p:nvPr/>
      </p:nvGrpSpPr>
      <p:grpSpPr>
        <a:xfrm>
          <a:off x="0" y="0"/>
          <a:ext cx="0" cy="0"/>
          <a:chOff x="0" y="0"/>
          <a:chExt cx="0" cy="0"/>
        </a:xfrm>
      </p:grpSpPr>
      <p:sp>
        <p:nvSpPr>
          <p:cNvPr id="1806" name="Google Shape;1806;g18cbee13131_0_4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7" name="Google Shape;1807;g18cbee13131_0_4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g16babbbe6f5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8" name="Google Shape;1818;g16babbbe6f5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1"/>
        <p:cNvGrpSpPr/>
        <p:nvPr/>
      </p:nvGrpSpPr>
      <p:grpSpPr>
        <a:xfrm>
          <a:off x="0" y="0"/>
          <a:ext cx="0" cy="0"/>
          <a:chOff x="0" y="0"/>
          <a:chExt cx="0" cy="0"/>
        </a:xfrm>
      </p:grpSpPr>
      <p:sp>
        <p:nvSpPr>
          <p:cNvPr id="1872" name="Google Shape;1872;g19f1d1c6a5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3" name="Google Shape;1873;g19f1d1c6a5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18cbee13131_0_390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6" name="Google Shape;1886;g18cbee13131_0_390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8"/>
        <p:cNvGrpSpPr/>
        <p:nvPr/>
      </p:nvGrpSpPr>
      <p:grpSpPr>
        <a:xfrm>
          <a:off x="0" y="0"/>
          <a:ext cx="0" cy="0"/>
          <a:chOff x="0" y="0"/>
          <a:chExt cx="0" cy="0"/>
        </a:xfrm>
      </p:grpSpPr>
      <p:sp>
        <p:nvSpPr>
          <p:cNvPr id="1909" name="Google Shape;1909;g16babbbe6f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0" name="Google Shape;1910;g16babbbe6f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6"/>
        <p:cNvGrpSpPr/>
        <p:nvPr/>
      </p:nvGrpSpPr>
      <p:grpSpPr>
        <a:xfrm>
          <a:off x="0" y="0"/>
          <a:ext cx="0" cy="0"/>
          <a:chOff x="0" y="0"/>
          <a:chExt cx="0" cy="0"/>
        </a:xfrm>
      </p:grpSpPr>
      <p:sp>
        <p:nvSpPr>
          <p:cNvPr id="1977" name="Google Shape;1977;g18cbee13131_0_390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8" name="Google Shape;1978;g18cbee13131_0_39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9"/>
        <p:cNvGrpSpPr/>
        <p:nvPr/>
      </p:nvGrpSpPr>
      <p:grpSpPr>
        <a:xfrm>
          <a:off x="0" y="0"/>
          <a:ext cx="0" cy="0"/>
          <a:chOff x="0" y="0"/>
          <a:chExt cx="0" cy="0"/>
        </a:xfrm>
      </p:grpSpPr>
      <p:sp>
        <p:nvSpPr>
          <p:cNvPr id="2040" name="Google Shape;2040;g18cbee13131_0_39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1" name="Google Shape;2041;g18cbee13131_0_39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9"/>
        <p:cNvGrpSpPr/>
        <p:nvPr/>
      </p:nvGrpSpPr>
      <p:grpSpPr>
        <a:xfrm>
          <a:off x="0" y="0"/>
          <a:ext cx="0" cy="0"/>
          <a:chOff x="0" y="0"/>
          <a:chExt cx="0" cy="0"/>
        </a:xfrm>
      </p:grpSpPr>
      <p:sp>
        <p:nvSpPr>
          <p:cNvPr id="2140" name="Google Shape;2140;g16babbbe6f5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1" name="Google Shape;2141;g16babbbe6f5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4"/>
        <p:cNvGrpSpPr/>
        <p:nvPr/>
      </p:nvGrpSpPr>
      <p:grpSpPr>
        <a:xfrm>
          <a:off x="0" y="0"/>
          <a:ext cx="0" cy="0"/>
          <a:chOff x="0" y="0"/>
          <a:chExt cx="0" cy="0"/>
        </a:xfrm>
      </p:grpSpPr>
      <p:sp>
        <p:nvSpPr>
          <p:cNvPr id="2175" name="Google Shape;2175;g18cbee13131_0_39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6" name="Google Shape;2176;g18cbee13131_0_39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18c7b1decca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18c7b1decca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3"/>
        <p:cNvGrpSpPr/>
        <p:nvPr/>
      </p:nvGrpSpPr>
      <p:grpSpPr>
        <a:xfrm>
          <a:off x="0" y="0"/>
          <a:ext cx="0" cy="0"/>
          <a:chOff x="0" y="0"/>
          <a:chExt cx="0" cy="0"/>
        </a:xfrm>
      </p:grpSpPr>
      <p:sp>
        <p:nvSpPr>
          <p:cNvPr id="2294" name="Google Shape;2294;g18cbee13131_0_407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5" name="Google Shape;2295;g18cbee13131_0_407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2"/>
        <p:cNvGrpSpPr/>
        <p:nvPr/>
      </p:nvGrpSpPr>
      <p:grpSpPr>
        <a:xfrm>
          <a:off x="0" y="0"/>
          <a:ext cx="0" cy="0"/>
          <a:chOff x="0" y="0"/>
          <a:chExt cx="0" cy="0"/>
        </a:xfrm>
      </p:grpSpPr>
      <p:sp>
        <p:nvSpPr>
          <p:cNvPr id="2393" name="Google Shape;2393;g18cbee13131_0_41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4" name="Google Shape;2394;g18cbee13131_0_41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9"/>
        <p:cNvGrpSpPr/>
        <p:nvPr/>
      </p:nvGrpSpPr>
      <p:grpSpPr>
        <a:xfrm>
          <a:off x="0" y="0"/>
          <a:ext cx="0" cy="0"/>
          <a:chOff x="0" y="0"/>
          <a:chExt cx="0" cy="0"/>
        </a:xfrm>
      </p:grpSpPr>
      <p:sp>
        <p:nvSpPr>
          <p:cNvPr id="2420" name="Google Shape;2420;g18cbee13131_0_41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1" name="Google Shape;2421;g18cbee13131_0_41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4"/>
        <p:cNvGrpSpPr/>
        <p:nvPr/>
      </p:nvGrpSpPr>
      <p:grpSpPr>
        <a:xfrm>
          <a:off x="0" y="0"/>
          <a:ext cx="0" cy="0"/>
          <a:chOff x="0" y="0"/>
          <a:chExt cx="0" cy="0"/>
        </a:xfrm>
      </p:grpSpPr>
      <p:sp>
        <p:nvSpPr>
          <p:cNvPr id="2455" name="Google Shape;2455;g18cbee13131_0_394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6" name="Google Shape;2456;g18cbee13131_0_39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6"/>
        <p:cNvGrpSpPr/>
        <p:nvPr/>
      </p:nvGrpSpPr>
      <p:grpSpPr>
        <a:xfrm>
          <a:off x="0" y="0"/>
          <a:ext cx="0" cy="0"/>
          <a:chOff x="0" y="0"/>
          <a:chExt cx="0" cy="0"/>
        </a:xfrm>
      </p:grpSpPr>
      <p:sp>
        <p:nvSpPr>
          <p:cNvPr id="2547" name="Google Shape;2547;g18cbee13131_0_39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8" name="Google Shape;2548;g18cbee13131_0_39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8"/>
        <p:cNvGrpSpPr/>
        <p:nvPr/>
      </p:nvGrpSpPr>
      <p:grpSpPr>
        <a:xfrm>
          <a:off x="0" y="0"/>
          <a:ext cx="0" cy="0"/>
          <a:chOff x="0" y="0"/>
          <a:chExt cx="0" cy="0"/>
        </a:xfrm>
      </p:grpSpPr>
      <p:sp>
        <p:nvSpPr>
          <p:cNvPr id="2559" name="Google Shape;2559;g18cbee13131_0_39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0" name="Google Shape;2560;g18cbee13131_0_39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1"/>
        <p:cNvGrpSpPr/>
        <p:nvPr/>
      </p:nvGrpSpPr>
      <p:grpSpPr>
        <a:xfrm>
          <a:off x="0" y="0"/>
          <a:ext cx="0" cy="0"/>
          <a:chOff x="0" y="0"/>
          <a:chExt cx="0" cy="0"/>
        </a:xfrm>
      </p:grpSpPr>
      <p:sp>
        <p:nvSpPr>
          <p:cNvPr id="2682" name="Google Shape;2682;g18cbee13131_0_39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3" name="Google Shape;2683;g18cbee13131_0_39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6"/>
        <p:cNvGrpSpPr/>
        <p:nvPr/>
      </p:nvGrpSpPr>
      <p:grpSpPr>
        <a:xfrm>
          <a:off x="0" y="0"/>
          <a:ext cx="0" cy="0"/>
          <a:chOff x="0" y="0"/>
          <a:chExt cx="0" cy="0"/>
        </a:xfrm>
      </p:grpSpPr>
      <p:sp>
        <p:nvSpPr>
          <p:cNvPr id="2697" name="Google Shape;2697;g18cbee13131_0_39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8" name="Google Shape;2698;g18cbee13131_0_39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8"/>
        <p:cNvGrpSpPr/>
        <p:nvPr/>
      </p:nvGrpSpPr>
      <p:grpSpPr>
        <a:xfrm>
          <a:off x="0" y="0"/>
          <a:ext cx="0" cy="0"/>
          <a:chOff x="0" y="0"/>
          <a:chExt cx="0" cy="0"/>
        </a:xfrm>
      </p:grpSpPr>
      <p:sp>
        <p:nvSpPr>
          <p:cNvPr id="2779" name="Google Shape;2779;g18cbee13131_0_39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0" name="Google Shape;2780;g18cbee13131_0_39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7"/>
        <p:cNvGrpSpPr/>
        <p:nvPr/>
      </p:nvGrpSpPr>
      <p:grpSpPr>
        <a:xfrm>
          <a:off x="0" y="0"/>
          <a:ext cx="0" cy="0"/>
          <a:chOff x="0" y="0"/>
          <a:chExt cx="0" cy="0"/>
        </a:xfrm>
      </p:grpSpPr>
      <p:sp>
        <p:nvSpPr>
          <p:cNvPr id="2798" name="Google Shape;2798;g18cbee13131_0_39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9" name="Google Shape;2799;g18cbee13131_0_39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7"/>
        <p:cNvGrpSpPr/>
        <p:nvPr/>
      </p:nvGrpSpPr>
      <p:grpSpPr>
        <a:xfrm>
          <a:off x="0" y="0"/>
          <a:ext cx="0" cy="0"/>
          <a:chOff x="0" y="0"/>
          <a:chExt cx="0" cy="0"/>
        </a:xfrm>
      </p:grpSpPr>
      <p:sp>
        <p:nvSpPr>
          <p:cNvPr id="2818" name="Google Shape;2818;g18cbee13131_0_39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9" name="Google Shape;2819;g18cbee13131_0_39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4"/>
        <p:cNvGrpSpPr/>
        <p:nvPr/>
      </p:nvGrpSpPr>
      <p:grpSpPr>
        <a:xfrm>
          <a:off x="0" y="0"/>
          <a:ext cx="0" cy="0"/>
          <a:chOff x="0" y="0"/>
          <a:chExt cx="0" cy="0"/>
        </a:xfrm>
      </p:grpSpPr>
      <p:sp>
        <p:nvSpPr>
          <p:cNvPr id="2835" name="Google Shape;2835;g18cbee13131_0_39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6" name="Google Shape;2836;g18cbee13131_0_39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8"/>
        <p:cNvGrpSpPr/>
        <p:nvPr/>
      </p:nvGrpSpPr>
      <p:grpSpPr>
        <a:xfrm>
          <a:off x="0" y="0"/>
          <a:ext cx="0" cy="0"/>
          <a:chOff x="0" y="0"/>
          <a:chExt cx="0" cy="0"/>
        </a:xfrm>
      </p:grpSpPr>
      <p:sp>
        <p:nvSpPr>
          <p:cNvPr id="2929" name="Google Shape;2929;g18cbee13131_0_39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0" name="Google Shape;2930;g18cbee13131_0_39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1"/>
        <p:cNvGrpSpPr/>
        <p:nvPr/>
      </p:nvGrpSpPr>
      <p:grpSpPr>
        <a:xfrm>
          <a:off x="0" y="0"/>
          <a:ext cx="0" cy="0"/>
          <a:chOff x="0" y="0"/>
          <a:chExt cx="0" cy="0"/>
        </a:xfrm>
      </p:grpSpPr>
      <p:sp>
        <p:nvSpPr>
          <p:cNvPr id="2972" name="Google Shape;2972;g18cbee13131_0_39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3" name="Google Shape;2973;g18cbee13131_0_39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0"/>
        <p:cNvGrpSpPr/>
        <p:nvPr/>
      </p:nvGrpSpPr>
      <p:grpSpPr>
        <a:xfrm>
          <a:off x="0" y="0"/>
          <a:ext cx="0" cy="0"/>
          <a:chOff x="0" y="0"/>
          <a:chExt cx="0" cy="0"/>
        </a:xfrm>
      </p:grpSpPr>
      <p:sp>
        <p:nvSpPr>
          <p:cNvPr id="3031" name="Google Shape;3031;g18cbee13131_0_395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2" name="Google Shape;3032;g18cbee13131_0_395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1"/>
        <p:cNvGrpSpPr/>
        <p:nvPr/>
      </p:nvGrpSpPr>
      <p:grpSpPr>
        <a:xfrm>
          <a:off x="0" y="0"/>
          <a:ext cx="0" cy="0"/>
          <a:chOff x="0" y="0"/>
          <a:chExt cx="0" cy="0"/>
        </a:xfrm>
      </p:grpSpPr>
      <p:sp>
        <p:nvSpPr>
          <p:cNvPr id="3112" name="Google Shape;3112;g18cbee13131_0_39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3" name="Google Shape;3113;g18cbee13131_0_39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flipH="1">
            <a:off x="715791" y="2268217"/>
            <a:ext cx="4271700" cy="13482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SzPts val="5200"/>
              <a:buNone/>
              <a:defRPr sz="4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flipH="1">
            <a:off x="715788" y="3588400"/>
            <a:ext cx="4271700" cy="493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atin typeface="ABeeZee"/>
                <a:ea typeface="ABeeZee"/>
                <a:cs typeface="ABeeZee"/>
                <a:sym typeface="ABeeZe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txBox="1">
            <a:spLocks noGrp="1"/>
          </p:cNvSpPr>
          <p:nvPr>
            <p:ph type="ctrTitle" idx="2"/>
          </p:nvPr>
        </p:nvSpPr>
        <p:spPr>
          <a:xfrm flipH="1">
            <a:off x="715791" y="942567"/>
            <a:ext cx="4271700" cy="15060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5200"/>
              <a:buNone/>
              <a:defRPr sz="3500">
                <a:solidFill>
                  <a:schemeClr val="accen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grpSp>
        <p:nvGrpSpPr>
          <p:cNvPr id="12" name="Google Shape;12;p2"/>
          <p:cNvGrpSpPr/>
          <p:nvPr/>
        </p:nvGrpSpPr>
        <p:grpSpPr>
          <a:xfrm>
            <a:off x="-1090162" y="-1293869"/>
            <a:ext cx="11249466" cy="7068466"/>
            <a:chOff x="-1090162" y="-1293869"/>
            <a:chExt cx="11249466" cy="7068466"/>
          </a:xfrm>
        </p:grpSpPr>
        <p:grpSp>
          <p:nvGrpSpPr>
            <p:cNvPr id="13" name="Google Shape;13;p2"/>
            <p:cNvGrpSpPr/>
            <p:nvPr/>
          </p:nvGrpSpPr>
          <p:grpSpPr>
            <a:xfrm>
              <a:off x="-1090162" y="-1293869"/>
              <a:ext cx="11249466" cy="7068466"/>
              <a:chOff x="-1090162" y="-1293869"/>
              <a:chExt cx="11249466" cy="7068466"/>
            </a:xfrm>
          </p:grpSpPr>
          <p:sp>
            <p:nvSpPr>
              <p:cNvPr id="14" name="Google Shape;14;p2"/>
              <p:cNvSpPr/>
              <p:nvPr/>
            </p:nvSpPr>
            <p:spPr>
              <a:xfrm rot="-915171" flipH="1">
                <a:off x="7981979" y="-14462"/>
                <a:ext cx="1508230" cy="1268252"/>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13432" y="4214815"/>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p2"/>
              <p:cNvGrpSpPr/>
              <p:nvPr/>
            </p:nvGrpSpPr>
            <p:grpSpPr>
              <a:xfrm flipH="1">
                <a:off x="445594" y="261460"/>
                <a:ext cx="6990968" cy="4603429"/>
                <a:chOff x="1492320" y="594948"/>
                <a:chExt cx="5250446" cy="3457326"/>
              </a:xfrm>
            </p:grpSpPr>
            <p:sp>
              <p:nvSpPr>
                <p:cNvPr id="17" name="Google Shape;17;p2"/>
                <p:cNvSpPr/>
                <p:nvPr/>
              </p:nvSpPr>
              <p:spPr>
                <a:xfrm>
                  <a:off x="6681666" y="3095841"/>
                  <a:ext cx="61100" cy="52175"/>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682258" y="709762"/>
                  <a:ext cx="85575" cy="71000"/>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406220" y="594948"/>
                  <a:ext cx="77525" cy="64125"/>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492320" y="2252786"/>
                  <a:ext cx="189925" cy="154525"/>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596752" y="3919849"/>
                  <a:ext cx="163100" cy="132425"/>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flipH="1">
                <a:off x="-1090162" y="-1293869"/>
                <a:ext cx="3061683" cy="3220448"/>
                <a:chOff x="7173820" y="-1293869"/>
                <a:chExt cx="3061683" cy="3220448"/>
              </a:xfrm>
            </p:grpSpPr>
            <p:grpSp>
              <p:nvGrpSpPr>
                <p:cNvPr id="23" name="Google Shape;23;p2"/>
                <p:cNvGrpSpPr/>
                <p:nvPr/>
              </p:nvGrpSpPr>
              <p:grpSpPr>
                <a:xfrm>
                  <a:off x="7173820" y="-1293869"/>
                  <a:ext cx="3061683" cy="3220448"/>
                  <a:chOff x="7173820" y="-1293869"/>
                  <a:chExt cx="3061683" cy="3220448"/>
                </a:xfrm>
              </p:grpSpPr>
              <p:sp>
                <p:nvSpPr>
                  <p:cNvPr id="24" name="Google Shape;24;p2"/>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rot="8100000">
                    <a:off x="8939114" y="1159920"/>
                    <a:ext cx="70212" cy="266577"/>
                    <a:chOff x="5735123" y="3863031"/>
                    <a:chExt cx="70213" cy="266579"/>
                  </a:xfrm>
                </p:grpSpPr>
                <p:sp>
                  <p:nvSpPr>
                    <p:cNvPr id="26" name="Google Shape;26;p2"/>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 name="Google Shape;28;p2"/>
                <p:cNvSpPr/>
                <p:nvPr/>
              </p:nvSpPr>
              <p:spPr>
                <a:xfrm>
                  <a:off x="7473594" y="-605030"/>
                  <a:ext cx="2462130" cy="2355434"/>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 name="Google Shape;29;p2"/>
                <p:cNvGrpSpPr/>
                <p:nvPr/>
              </p:nvGrpSpPr>
              <p:grpSpPr>
                <a:xfrm rot="-3298310">
                  <a:off x="8268470" y="-365522"/>
                  <a:ext cx="781177" cy="840852"/>
                  <a:chOff x="8604632" y="-457076"/>
                  <a:chExt cx="781149" cy="840821"/>
                </a:xfrm>
              </p:grpSpPr>
              <p:sp>
                <p:nvSpPr>
                  <p:cNvPr id="30" name="Google Shape;30;p2"/>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 name="Google Shape;38;p2"/>
              <p:cNvGrpSpPr/>
              <p:nvPr/>
            </p:nvGrpSpPr>
            <p:grpSpPr>
              <a:xfrm rot="-2996445" flipH="1">
                <a:off x="8732148" y="1748959"/>
                <a:ext cx="740371" cy="757532"/>
                <a:chOff x="4391775" y="4244400"/>
                <a:chExt cx="715125" cy="731700"/>
              </a:xfrm>
            </p:grpSpPr>
            <p:sp>
              <p:nvSpPr>
                <p:cNvPr id="39" name="Google Shape;39;p2"/>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2"/>
              <p:cNvGrpSpPr/>
              <p:nvPr/>
            </p:nvGrpSpPr>
            <p:grpSpPr>
              <a:xfrm flipH="1">
                <a:off x="3808848" y="4696629"/>
                <a:ext cx="763146" cy="697824"/>
                <a:chOff x="3681125" y="1846650"/>
                <a:chExt cx="515500" cy="471375"/>
              </a:xfrm>
            </p:grpSpPr>
            <p:sp>
              <p:nvSpPr>
                <p:cNvPr id="43" name="Google Shape;43;p2"/>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p:nvPr/>
            </p:nvSpPr>
            <p:spPr>
              <a:xfrm flipH="1">
                <a:off x="577649" y="2130837"/>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47;p2"/>
              <p:cNvGrpSpPr/>
              <p:nvPr/>
            </p:nvGrpSpPr>
            <p:grpSpPr>
              <a:xfrm flipH="1">
                <a:off x="5817318" y="3673802"/>
                <a:ext cx="4341985" cy="2100795"/>
                <a:chOff x="-1013962" y="3673802"/>
                <a:chExt cx="4341985" cy="2100795"/>
              </a:xfrm>
            </p:grpSpPr>
            <p:grpSp>
              <p:nvGrpSpPr>
                <p:cNvPr id="48" name="Google Shape;48;p2"/>
                <p:cNvGrpSpPr/>
                <p:nvPr/>
              </p:nvGrpSpPr>
              <p:grpSpPr>
                <a:xfrm>
                  <a:off x="-1013962" y="3673802"/>
                  <a:ext cx="4341985" cy="2100795"/>
                  <a:chOff x="-830187" y="4024390"/>
                  <a:chExt cx="4341985" cy="2100795"/>
                </a:xfrm>
              </p:grpSpPr>
              <p:sp>
                <p:nvSpPr>
                  <p:cNvPr id="49" name="Google Shape;49;p2"/>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51;p2"/>
                  <p:cNvGrpSpPr/>
                  <p:nvPr/>
                </p:nvGrpSpPr>
                <p:grpSpPr>
                  <a:xfrm>
                    <a:off x="174564" y="4842646"/>
                    <a:ext cx="824338" cy="865398"/>
                    <a:chOff x="126952" y="4637346"/>
                    <a:chExt cx="824338" cy="865398"/>
                  </a:xfrm>
                </p:grpSpPr>
                <p:sp>
                  <p:nvSpPr>
                    <p:cNvPr id="52" name="Google Shape;52;p2"/>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 name="Google Shape;60;p2"/>
                <p:cNvGrpSpPr/>
                <p:nvPr/>
              </p:nvGrpSpPr>
              <p:grpSpPr>
                <a:xfrm rot="-5189473">
                  <a:off x="2083919" y="4411860"/>
                  <a:ext cx="70211" cy="266572"/>
                  <a:chOff x="5735123" y="3863031"/>
                  <a:chExt cx="70213" cy="266579"/>
                </a:xfrm>
              </p:grpSpPr>
              <p:sp>
                <p:nvSpPr>
                  <p:cNvPr id="61" name="Google Shape;61;p2"/>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3" name="Google Shape;63;p2"/>
            <p:cNvSpPr/>
            <p:nvPr/>
          </p:nvSpPr>
          <p:spPr>
            <a:xfrm flipH="1">
              <a:off x="5471924" y="453419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grpSp>
        <p:nvGrpSpPr>
          <p:cNvPr id="65" name="Google Shape;65;p3"/>
          <p:cNvGrpSpPr/>
          <p:nvPr/>
        </p:nvGrpSpPr>
        <p:grpSpPr>
          <a:xfrm>
            <a:off x="-1378481" y="-1318378"/>
            <a:ext cx="11593785" cy="7236347"/>
            <a:chOff x="-1378481" y="-1318378"/>
            <a:chExt cx="11593785" cy="7236347"/>
          </a:xfrm>
        </p:grpSpPr>
        <p:sp>
          <p:nvSpPr>
            <p:cNvPr id="66" name="Google Shape;66;p3"/>
            <p:cNvSpPr/>
            <p:nvPr/>
          </p:nvSpPr>
          <p:spPr>
            <a:xfrm rot="10374580">
              <a:off x="7040319" y="-42390"/>
              <a:ext cx="1508194" cy="1268221"/>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rot="-212551">
              <a:off x="-224108" y="2806896"/>
              <a:ext cx="1508261" cy="1268278"/>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flipH="1">
              <a:off x="896094" y="2177774"/>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flipH="1">
              <a:off x="5493824" y="480812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3"/>
            <p:cNvGrpSpPr/>
            <p:nvPr/>
          </p:nvGrpSpPr>
          <p:grpSpPr>
            <a:xfrm rot="-4234323">
              <a:off x="-924651" y="-888557"/>
              <a:ext cx="3190424" cy="3220242"/>
              <a:chOff x="7044875" y="-1293869"/>
              <a:chExt cx="3190628" cy="3220448"/>
            </a:xfrm>
          </p:grpSpPr>
          <p:grpSp>
            <p:nvGrpSpPr>
              <p:cNvPr id="71" name="Google Shape;71;p3"/>
              <p:cNvGrpSpPr/>
              <p:nvPr/>
            </p:nvGrpSpPr>
            <p:grpSpPr>
              <a:xfrm>
                <a:off x="7173820" y="-1293869"/>
                <a:ext cx="3061683" cy="3220448"/>
                <a:chOff x="7173820" y="-1293869"/>
                <a:chExt cx="3061683" cy="3220448"/>
              </a:xfrm>
            </p:grpSpPr>
            <p:sp>
              <p:nvSpPr>
                <p:cNvPr id="72" name="Google Shape;72;p3"/>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 name="Google Shape;73;p3"/>
                <p:cNvGrpSpPr/>
                <p:nvPr/>
              </p:nvGrpSpPr>
              <p:grpSpPr>
                <a:xfrm rot="8100000">
                  <a:off x="8939114" y="1159920"/>
                  <a:ext cx="70212" cy="266577"/>
                  <a:chOff x="5735123" y="3863031"/>
                  <a:chExt cx="70213" cy="266579"/>
                </a:xfrm>
              </p:grpSpPr>
              <p:sp>
                <p:nvSpPr>
                  <p:cNvPr id="74" name="Google Shape;74;p3"/>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6" name="Google Shape;76;p3"/>
              <p:cNvSpPr/>
              <p:nvPr/>
            </p:nvSpPr>
            <p:spPr>
              <a:xfrm rot="-549082">
                <a:off x="7216503" y="-8171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 name="Google Shape;77;p3"/>
              <p:cNvGrpSpPr/>
              <p:nvPr/>
            </p:nvGrpSpPr>
            <p:grpSpPr>
              <a:xfrm rot="-3298310">
                <a:off x="8475995" y="-238714"/>
                <a:ext cx="793766" cy="839827"/>
                <a:chOff x="8617645" y="-208991"/>
                <a:chExt cx="793737" cy="839797"/>
              </a:xfrm>
            </p:grpSpPr>
            <p:sp>
              <p:nvSpPr>
                <p:cNvPr id="78" name="Google Shape;78;p3"/>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9003175" y="520129"/>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9269006" y="-208991"/>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 name="Google Shape;86;p3"/>
            <p:cNvGrpSpPr/>
            <p:nvPr/>
          </p:nvGrpSpPr>
          <p:grpSpPr>
            <a:xfrm rot="-5907885">
              <a:off x="6685807" y="2565631"/>
              <a:ext cx="4341956" cy="2100781"/>
              <a:chOff x="-1013962" y="3673802"/>
              <a:chExt cx="4341985" cy="2100795"/>
            </a:xfrm>
          </p:grpSpPr>
          <p:grpSp>
            <p:nvGrpSpPr>
              <p:cNvPr id="87" name="Google Shape;87;p3"/>
              <p:cNvGrpSpPr/>
              <p:nvPr/>
            </p:nvGrpSpPr>
            <p:grpSpPr>
              <a:xfrm>
                <a:off x="-1013962" y="3673802"/>
                <a:ext cx="4341985" cy="2100795"/>
                <a:chOff x="-830187" y="4024390"/>
                <a:chExt cx="4341985" cy="2100795"/>
              </a:xfrm>
            </p:grpSpPr>
            <p:sp>
              <p:nvSpPr>
                <p:cNvPr id="88" name="Google Shape;88;p3"/>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 name="Google Shape;90;p3"/>
                <p:cNvGrpSpPr/>
                <p:nvPr/>
              </p:nvGrpSpPr>
              <p:grpSpPr>
                <a:xfrm>
                  <a:off x="174564" y="4842646"/>
                  <a:ext cx="824338" cy="865398"/>
                  <a:chOff x="126952" y="4637346"/>
                  <a:chExt cx="824338" cy="865398"/>
                </a:xfrm>
              </p:grpSpPr>
              <p:sp>
                <p:nvSpPr>
                  <p:cNvPr id="91" name="Google Shape;91;p3"/>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9" name="Google Shape;99;p3"/>
              <p:cNvGrpSpPr/>
              <p:nvPr/>
            </p:nvGrpSpPr>
            <p:grpSpPr>
              <a:xfrm rot="-5189473">
                <a:off x="2083919" y="4411860"/>
                <a:ext cx="70211" cy="266572"/>
                <a:chOff x="5735123" y="3863031"/>
                <a:chExt cx="70213" cy="266579"/>
              </a:xfrm>
            </p:grpSpPr>
            <p:sp>
              <p:nvSpPr>
                <p:cNvPr id="100" name="Google Shape;100;p3"/>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2" name="Google Shape;102;p3"/>
          <p:cNvSpPr txBox="1">
            <a:spLocks noGrp="1"/>
          </p:cNvSpPr>
          <p:nvPr>
            <p:ph type="title"/>
          </p:nvPr>
        </p:nvSpPr>
        <p:spPr>
          <a:xfrm>
            <a:off x="2978850" y="3323150"/>
            <a:ext cx="5177400" cy="79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7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3" name="Google Shape;103;p3"/>
          <p:cNvSpPr txBox="1">
            <a:spLocks noGrp="1"/>
          </p:cNvSpPr>
          <p:nvPr>
            <p:ph type="title" idx="2" hasCustomPrompt="1"/>
          </p:nvPr>
        </p:nvSpPr>
        <p:spPr>
          <a:xfrm>
            <a:off x="1143550" y="3436050"/>
            <a:ext cx="1664400" cy="116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8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04" name="Google Shape;104;p3"/>
          <p:cNvSpPr txBox="1">
            <a:spLocks noGrp="1"/>
          </p:cNvSpPr>
          <p:nvPr>
            <p:ph type="subTitle" idx="1"/>
          </p:nvPr>
        </p:nvSpPr>
        <p:spPr>
          <a:xfrm>
            <a:off x="2991175" y="4239100"/>
            <a:ext cx="5177400" cy="366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9"/>
        <p:cNvGrpSpPr/>
        <p:nvPr/>
      </p:nvGrpSpPr>
      <p:grpSpPr>
        <a:xfrm>
          <a:off x="0" y="0"/>
          <a:ext cx="0" cy="0"/>
          <a:chOff x="0" y="0"/>
          <a:chExt cx="0" cy="0"/>
        </a:xfrm>
      </p:grpSpPr>
      <p:grpSp>
        <p:nvGrpSpPr>
          <p:cNvPr id="150" name="Google Shape;150;p5"/>
          <p:cNvGrpSpPr/>
          <p:nvPr/>
        </p:nvGrpSpPr>
        <p:grpSpPr>
          <a:xfrm>
            <a:off x="-1255310" y="33427"/>
            <a:ext cx="10438835" cy="5892410"/>
            <a:chOff x="-1255310" y="33427"/>
            <a:chExt cx="10438835" cy="5892410"/>
          </a:xfrm>
        </p:grpSpPr>
        <p:grpSp>
          <p:nvGrpSpPr>
            <p:cNvPr id="151" name="Google Shape;151;p5"/>
            <p:cNvGrpSpPr/>
            <p:nvPr/>
          </p:nvGrpSpPr>
          <p:grpSpPr>
            <a:xfrm>
              <a:off x="-1255310" y="3746590"/>
              <a:ext cx="4444157" cy="2179248"/>
              <a:chOff x="-1013962" y="3673802"/>
              <a:chExt cx="4444157" cy="2179248"/>
            </a:xfrm>
          </p:grpSpPr>
          <p:grpSp>
            <p:nvGrpSpPr>
              <p:cNvPr id="152" name="Google Shape;152;p5"/>
              <p:cNvGrpSpPr/>
              <p:nvPr/>
            </p:nvGrpSpPr>
            <p:grpSpPr>
              <a:xfrm>
                <a:off x="-1013962" y="3673802"/>
                <a:ext cx="4444157" cy="2179248"/>
                <a:chOff x="-830187" y="4024390"/>
                <a:chExt cx="4444157" cy="2179248"/>
              </a:xfrm>
            </p:grpSpPr>
            <p:sp>
              <p:nvSpPr>
                <p:cNvPr id="153" name="Google Shape;153;p5"/>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rot="-207900">
                  <a:off x="-238709" y="4137361"/>
                  <a:ext cx="3797125" cy="1953315"/>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 name="Google Shape;155;p5"/>
                <p:cNvGrpSpPr/>
                <p:nvPr/>
              </p:nvGrpSpPr>
              <p:grpSpPr>
                <a:xfrm>
                  <a:off x="174564" y="4842646"/>
                  <a:ext cx="824338" cy="865398"/>
                  <a:chOff x="126952" y="4637346"/>
                  <a:chExt cx="824338" cy="865398"/>
                </a:xfrm>
              </p:grpSpPr>
              <p:sp>
                <p:nvSpPr>
                  <p:cNvPr id="156" name="Google Shape;156;p5"/>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 name="Google Shape;164;p5"/>
              <p:cNvGrpSpPr/>
              <p:nvPr/>
            </p:nvGrpSpPr>
            <p:grpSpPr>
              <a:xfrm rot="-5189473">
                <a:off x="2083919" y="4411860"/>
                <a:ext cx="70211" cy="266572"/>
                <a:chOff x="5735123" y="3863031"/>
                <a:chExt cx="70213" cy="266579"/>
              </a:xfrm>
            </p:grpSpPr>
            <p:sp>
              <p:nvSpPr>
                <p:cNvPr id="165" name="Google Shape;165;p5"/>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7" name="Google Shape;167;p5"/>
            <p:cNvSpPr/>
            <p:nvPr/>
          </p:nvSpPr>
          <p:spPr>
            <a:xfrm flipH="1">
              <a:off x="7675315" y="4202101"/>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539604" y="33427"/>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 name="Google Shape;169;p5"/>
            <p:cNvGrpSpPr/>
            <p:nvPr/>
          </p:nvGrpSpPr>
          <p:grpSpPr>
            <a:xfrm rot="-2996445" flipH="1">
              <a:off x="-381636" y="2213359"/>
              <a:ext cx="740371" cy="757532"/>
              <a:chOff x="4391775" y="4244400"/>
              <a:chExt cx="715125" cy="731700"/>
            </a:xfrm>
          </p:grpSpPr>
          <p:sp>
            <p:nvSpPr>
              <p:cNvPr id="170" name="Google Shape;170;p5"/>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 name="Google Shape;173;p5"/>
            <p:cNvGrpSpPr/>
            <p:nvPr/>
          </p:nvGrpSpPr>
          <p:grpSpPr>
            <a:xfrm flipH="1">
              <a:off x="3740813" y="4257079"/>
              <a:ext cx="763146" cy="697824"/>
              <a:chOff x="3681125" y="1846650"/>
              <a:chExt cx="515500" cy="471375"/>
            </a:xfrm>
          </p:grpSpPr>
          <p:sp>
            <p:nvSpPr>
              <p:cNvPr id="174" name="Google Shape;174;p5"/>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5"/>
            <p:cNvSpPr/>
            <p:nvPr/>
          </p:nvSpPr>
          <p:spPr>
            <a:xfrm flipH="1">
              <a:off x="6136640" y="4606112"/>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flipH="1">
              <a:off x="8514668" y="2864596"/>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5"/>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a:spcBef>
                <a:spcPts val="0"/>
              </a:spcBef>
              <a:spcAft>
                <a:spcPts val="0"/>
              </a:spcAft>
              <a:buSzPts val="4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0" name="Google Shape;180;p5"/>
          <p:cNvSpPr txBox="1">
            <a:spLocks noGrp="1"/>
          </p:cNvSpPr>
          <p:nvPr>
            <p:ph type="body" idx="1"/>
          </p:nvPr>
        </p:nvSpPr>
        <p:spPr>
          <a:xfrm>
            <a:off x="763175" y="1517750"/>
            <a:ext cx="3663000" cy="2663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81" name="Google Shape;181;p5"/>
          <p:cNvSpPr txBox="1">
            <a:spLocks noGrp="1"/>
          </p:cNvSpPr>
          <p:nvPr>
            <p:ph type="body" idx="2"/>
          </p:nvPr>
        </p:nvSpPr>
        <p:spPr>
          <a:xfrm>
            <a:off x="4717825" y="1517750"/>
            <a:ext cx="3663000" cy="2663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2"/>
        <p:cNvGrpSpPr/>
        <p:nvPr/>
      </p:nvGrpSpPr>
      <p:grpSpPr>
        <a:xfrm>
          <a:off x="0" y="0"/>
          <a:ext cx="0" cy="0"/>
          <a:chOff x="0" y="0"/>
          <a:chExt cx="0" cy="0"/>
        </a:xfrm>
      </p:grpSpPr>
      <p:grpSp>
        <p:nvGrpSpPr>
          <p:cNvPr id="183" name="Google Shape;183;p6"/>
          <p:cNvGrpSpPr/>
          <p:nvPr/>
        </p:nvGrpSpPr>
        <p:grpSpPr>
          <a:xfrm>
            <a:off x="-1576048" y="-1148675"/>
            <a:ext cx="11585100" cy="7420369"/>
            <a:chOff x="-1576048" y="-1148675"/>
            <a:chExt cx="11585100" cy="7420369"/>
          </a:xfrm>
        </p:grpSpPr>
        <p:grpSp>
          <p:nvGrpSpPr>
            <p:cNvPr id="184" name="Google Shape;184;p6"/>
            <p:cNvGrpSpPr/>
            <p:nvPr/>
          </p:nvGrpSpPr>
          <p:grpSpPr>
            <a:xfrm>
              <a:off x="-1576048" y="-1148675"/>
              <a:ext cx="11585100" cy="7420369"/>
              <a:chOff x="-1576048" y="-1148675"/>
              <a:chExt cx="11585100" cy="7420369"/>
            </a:xfrm>
          </p:grpSpPr>
          <p:sp>
            <p:nvSpPr>
              <p:cNvPr id="185" name="Google Shape;185;p6"/>
              <p:cNvSpPr/>
              <p:nvPr/>
            </p:nvSpPr>
            <p:spPr>
              <a:xfrm>
                <a:off x="8542192" y="3743799"/>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 name="Google Shape;186;p6"/>
              <p:cNvGrpSpPr/>
              <p:nvPr/>
            </p:nvGrpSpPr>
            <p:grpSpPr>
              <a:xfrm rot="-809490" flipH="1">
                <a:off x="-1288721" y="-859989"/>
                <a:ext cx="2805391" cy="2794970"/>
                <a:chOff x="7545828" y="-718153"/>
                <a:chExt cx="2805405" cy="2794983"/>
              </a:xfrm>
            </p:grpSpPr>
            <p:grpSp>
              <p:nvGrpSpPr>
                <p:cNvPr id="187" name="Google Shape;187;p6"/>
                <p:cNvGrpSpPr/>
                <p:nvPr/>
              </p:nvGrpSpPr>
              <p:grpSpPr>
                <a:xfrm>
                  <a:off x="7568552" y="-718153"/>
                  <a:ext cx="2554222" cy="2762605"/>
                  <a:chOff x="7568552" y="-718153"/>
                  <a:chExt cx="2554222" cy="2762605"/>
                </a:xfrm>
              </p:grpSpPr>
              <p:sp>
                <p:nvSpPr>
                  <p:cNvPr id="188" name="Google Shape;188;p6"/>
                  <p:cNvSpPr/>
                  <p:nvPr/>
                </p:nvSpPr>
                <p:spPr>
                  <a:xfrm rot="-49921">
                    <a:off x="7588213" y="-700037"/>
                    <a:ext cx="2514900" cy="2726373"/>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 name="Google Shape;189;p6"/>
                  <p:cNvGrpSpPr/>
                  <p:nvPr/>
                </p:nvGrpSpPr>
                <p:grpSpPr>
                  <a:xfrm rot="8100000">
                    <a:off x="8889962" y="1557871"/>
                    <a:ext cx="70212" cy="266577"/>
                    <a:chOff x="6051275" y="3616391"/>
                    <a:chExt cx="70213" cy="266579"/>
                  </a:xfrm>
                </p:grpSpPr>
                <p:sp>
                  <p:nvSpPr>
                    <p:cNvPr id="190" name="Google Shape;190;p6"/>
                    <p:cNvSpPr/>
                    <p:nvPr/>
                  </p:nvSpPr>
                  <p:spPr>
                    <a:xfrm>
                      <a:off x="6060853" y="361639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a:off x="6051275" y="382308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2" name="Google Shape;192;p6"/>
                <p:cNvSpPr/>
                <p:nvPr/>
              </p:nvSpPr>
              <p:spPr>
                <a:xfrm rot="-549082">
                  <a:off x="7717456" y="-4594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 name="Google Shape;193;p6"/>
                <p:cNvGrpSpPr/>
                <p:nvPr/>
              </p:nvGrpSpPr>
              <p:grpSpPr>
                <a:xfrm rot="-3298310">
                  <a:off x="8488505" y="-203587"/>
                  <a:ext cx="697299" cy="977687"/>
                  <a:chOff x="8560167" y="-247445"/>
                  <a:chExt cx="697274" cy="977652"/>
                </a:xfrm>
              </p:grpSpPr>
              <p:sp>
                <p:nvSpPr>
                  <p:cNvPr id="194" name="Google Shape;194;p6"/>
                  <p:cNvSpPr/>
                  <p:nvPr/>
                </p:nvSpPr>
                <p:spPr>
                  <a:xfrm>
                    <a:off x="8560167" y="365608"/>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8797599" y="37324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a:off x="8579844" y="-247445"/>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8700161" y="584477"/>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9135329" y="42351"/>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a:off x="8884093" y="-147652"/>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9015890" y="27049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8668220" y="96499"/>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2" name="Google Shape;202;p6"/>
              <p:cNvGrpSpPr/>
              <p:nvPr/>
            </p:nvGrpSpPr>
            <p:grpSpPr>
              <a:xfrm rot="-5400000">
                <a:off x="6787662" y="3050304"/>
                <a:ext cx="4341985" cy="2100795"/>
                <a:chOff x="-1013962" y="3673802"/>
                <a:chExt cx="4341985" cy="2100795"/>
              </a:xfrm>
            </p:grpSpPr>
            <p:grpSp>
              <p:nvGrpSpPr>
                <p:cNvPr id="203" name="Google Shape;203;p6"/>
                <p:cNvGrpSpPr/>
                <p:nvPr/>
              </p:nvGrpSpPr>
              <p:grpSpPr>
                <a:xfrm>
                  <a:off x="-1013962" y="3673802"/>
                  <a:ext cx="4341985" cy="2100795"/>
                  <a:chOff x="-830187" y="4024390"/>
                  <a:chExt cx="4341985" cy="2100795"/>
                </a:xfrm>
              </p:grpSpPr>
              <p:sp>
                <p:nvSpPr>
                  <p:cNvPr id="204" name="Google Shape;204;p6"/>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6"/>
                  <p:cNvGrpSpPr/>
                  <p:nvPr/>
                </p:nvGrpSpPr>
                <p:grpSpPr>
                  <a:xfrm>
                    <a:off x="174564" y="4842646"/>
                    <a:ext cx="824338" cy="865398"/>
                    <a:chOff x="126952" y="4637346"/>
                    <a:chExt cx="824338" cy="865398"/>
                  </a:xfrm>
                </p:grpSpPr>
                <p:sp>
                  <p:nvSpPr>
                    <p:cNvPr id="207" name="Google Shape;207;p6"/>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5" name="Google Shape;215;p6"/>
                <p:cNvGrpSpPr/>
                <p:nvPr/>
              </p:nvGrpSpPr>
              <p:grpSpPr>
                <a:xfrm rot="-5189473">
                  <a:off x="2083919" y="4411860"/>
                  <a:ext cx="70211" cy="266572"/>
                  <a:chOff x="5735123" y="3863031"/>
                  <a:chExt cx="70213" cy="266579"/>
                </a:xfrm>
              </p:grpSpPr>
              <p:sp>
                <p:nvSpPr>
                  <p:cNvPr id="216" name="Google Shape;216;p6"/>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8" name="Google Shape;218;p6"/>
              <p:cNvSpPr/>
              <p:nvPr/>
            </p:nvSpPr>
            <p:spPr>
              <a:xfrm rot="9884829" flipH="1">
                <a:off x="-512657" y="3785588"/>
                <a:ext cx="1508230" cy="1268252"/>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 name="Google Shape;219;p6"/>
              <p:cNvGrpSpPr/>
              <p:nvPr/>
            </p:nvGrpSpPr>
            <p:grpSpPr>
              <a:xfrm rot="2996445">
                <a:off x="6894346" y="-368366"/>
                <a:ext cx="740371" cy="757532"/>
                <a:chOff x="4391775" y="4244400"/>
                <a:chExt cx="715125" cy="731700"/>
              </a:xfrm>
            </p:grpSpPr>
            <p:sp>
              <p:nvSpPr>
                <p:cNvPr id="220" name="Google Shape;220;p6"/>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6"/>
              <p:cNvGrpSpPr/>
              <p:nvPr/>
            </p:nvGrpSpPr>
            <p:grpSpPr>
              <a:xfrm>
                <a:off x="3977247" y="4829991"/>
                <a:ext cx="763146" cy="697824"/>
                <a:chOff x="3681125" y="1846650"/>
                <a:chExt cx="515500" cy="471375"/>
              </a:xfrm>
            </p:grpSpPr>
            <p:sp>
              <p:nvSpPr>
                <p:cNvPr id="224" name="Google Shape;224;p6"/>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6"/>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6"/>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 name="Google Shape;227;p6"/>
              <p:cNvSpPr/>
              <p:nvPr/>
            </p:nvSpPr>
            <p:spPr>
              <a:xfrm>
                <a:off x="3408055" y="25205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6"/>
              <p:cNvSpPr/>
              <p:nvPr/>
            </p:nvSpPr>
            <p:spPr>
              <a:xfrm>
                <a:off x="1890895" y="479392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p:nvPr/>
            </p:nvSpPr>
            <p:spPr>
              <a:xfrm>
                <a:off x="227103" y="2919083"/>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 name="Google Shape;230;p6"/>
            <p:cNvSpPr/>
            <p:nvPr/>
          </p:nvSpPr>
          <p:spPr>
            <a:xfrm flipH="1">
              <a:off x="7908250" y="200840"/>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 name="Google Shape;231;p6"/>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a:spcBef>
                <a:spcPts val="0"/>
              </a:spcBef>
              <a:spcAft>
                <a:spcPts val="0"/>
              </a:spcAft>
              <a:buSzPts val="4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32"/>
        <p:cNvGrpSpPr/>
        <p:nvPr/>
      </p:nvGrpSpPr>
      <p:grpSpPr>
        <a:xfrm>
          <a:off x="0" y="0"/>
          <a:ext cx="0" cy="0"/>
          <a:chOff x="0" y="0"/>
          <a:chExt cx="0" cy="0"/>
        </a:xfrm>
      </p:grpSpPr>
      <p:grpSp>
        <p:nvGrpSpPr>
          <p:cNvPr id="233" name="Google Shape;233;p7"/>
          <p:cNvGrpSpPr/>
          <p:nvPr/>
        </p:nvGrpSpPr>
        <p:grpSpPr>
          <a:xfrm>
            <a:off x="-1410462" y="-696684"/>
            <a:ext cx="11231044" cy="6880556"/>
            <a:chOff x="-1410462" y="-696684"/>
            <a:chExt cx="11231044" cy="6880556"/>
          </a:xfrm>
        </p:grpSpPr>
        <p:sp>
          <p:nvSpPr>
            <p:cNvPr id="234" name="Google Shape;234;p7"/>
            <p:cNvSpPr/>
            <p:nvPr/>
          </p:nvSpPr>
          <p:spPr>
            <a:xfrm rot="-269979">
              <a:off x="-305797" y="353061"/>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p:nvPr/>
          </p:nvSpPr>
          <p:spPr>
            <a:xfrm rot="10800000">
              <a:off x="7914250" y="3602440"/>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6" name="Google Shape;236;p7"/>
            <p:cNvGrpSpPr/>
            <p:nvPr/>
          </p:nvGrpSpPr>
          <p:grpSpPr>
            <a:xfrm>
              <a:off x="6954679" y="-696684"/>
              <a:ext cx="2865902" cy="2866186"/>
              <a:chOff x="7229917" y="-939609"/>
              <a:chExt cx="2865902" cy="2866186"/>
            </a:xfrm>
          </p:grpSpPr>
          <p:grpSp>
            <p:nvGrpSpPr>
              <p:cNvPr id="237" name="Google Shape;237;p7"/>
              <p:cNvGrpSpPr/>
              <p:nvPr/>
            </p:nvGrpSpPr>
            <p:grpSpPr>
              <a:xfrm>
                <a:off x="7229917" y="-938831"/>
                <a:ext cx="2865902" cy="2666882"/>
                <a:chOff x="7229917" y="-938831"/>
                <a:chExt cx="2865902" cy="2666882"/>
              </a:xfrm>
            </p:grpSpPr>
            <p:sp>
              <p:nvSpPr>
                <p:cNvPr id="238" name="Google Shape;238;p7"/>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7"/>
                <p:cNvGrpSpPr/>
                <p:nvPr/>
              </p:nvGrpSpPr>
              <p:grpSpPr>
                <a:xfrm rot="8100000">
                  <a:off x="8939114" y="1159920"/>
                  <a:ext cx="70212" cy="266577"/>
                  <a:chOff x="5735123" y="3863031"/>
                  <a:chExt cx="70213" cy="266579"/>
                </a:xfrm>
              </p:grpSpPr>
              <p:sp>
                <p:nvSpPr>
                  <p:cNvPr id="240" name="Google Shape;240;p7"/>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2" name="Google Shape;242;p7"/>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7"/>
              <p:cNvGrpSpPr/>
              <p:nvPr/>
            </p:nvGrpSpPr>
            <p:grpSpPr>
              <a:xfrm rot="-3298310">
                <a:off x="8268470" y="-365522"/>
                <a:ext cx="781177" cy="840852"/>
                <a:chOff x="8604632" y="-457076"/>
                <a:chExt cx="781149" cy="840821"/>
              </a:xfrm>
            </p:grpSpPr>
            <p:sp>
              <p:nvSpPr>
                <p:cNvPr id="244" name="Google Shape;244;p7"/>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7"/>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7"/>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7"/>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7"/>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7"/>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2" name="Google Shape;252;p7"/>
            <p:cNvGrpSpPr/>
            <p:nvPr/>
          </p:nvGrpSpPr>
          <p:grpSpPr>
            <a:xfrm rot="2996445">
              <a:off x="3826046" y="-241241"/>
              <a:ext cx="740371" cy="757532"/>
              <a:chOff x="4391775" y="4244400"/>
              <a:chExt cx="715125" cy="731700"/>
            </a:xfrm>
          </p:grpSpPr>
          <p:sp>
            <p:nvSpPr>
              <p:cNvPr id="253" name="Google Shape;253;p7"/>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7"/>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7"/>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256;p7"/>
            <p:cNvGrpSpPr/>
            <p:nvPr/>
          </p:nvGrpSpPr>
          <p:grpSpPr>
            <a:xfrm>
              <a:off x="4724372" y="4708366"/>
              <a:ext cx="763146" cy="697824"/>
              <a:chOff x="3681125" y="1846650"/>
              <a:chExt cx="515500" cy="471375"/>
            </a:xfrm>
          </p:grpSpPr>
          <p:sp>
            <p:nvSpPr>
              <p:cNvPr id="257" name="Google Shape;257;p7"/>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7"/>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7"/>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7"/>
            <p:cNvGrpSpPr/>
            <p:nvPr/>
          </p:nvGrpSpPr>
          <p:grpSpPr>
            <a:xfrm>
              <a:off x="-1410462" y="4083077"/>
              <a:ext cx="4341985" cy="2100795"/>
              <a:chOff x="-1318762" y="3750002"/>
              <a:chExt cx="4341985" cy="2100795"/>
            </a:xfrm>
          </p:grpSpPr>
          <p:grpSp>
            <p:nvGrpSpPr>
              <p:cNvPr id="261" name="Google Shape;261;p7"/>
              <p:cNvGrpSpPr/>
              <p:nvPr/>
            </p:nvGrpSpPr>
            <p:grpSpPr>
              <a:xfrm>
                <a:off x="-1318762" y="3750002"/>
                <a:ext cx="4341985" cy="2100795"/>
                <a:chOff x="-1134987" y="4100590"/>
                <a:chExt cx="4341985" cy="2100795"/>
              </a:xfrm>
            </p:grpSpPr>
            <p:sp>
              <p:nvSpPr>
                <p:cNvPr id="262" name="Google Shape;262;p7"/>
                <p:cNvSpPr/>
                <p:nvPr/>
              </p:nvSpPr>
              <p:spPr>
                <a:xfrm>
                  <a:off x="-1134987" y="41005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7"/>
                <p:cNvSpPr/>
                <p:nvPr/>
              </p:nvSpPr>
              <p:spPr>
                <a:xfrm>
                  <a:off x="-621190" y="42481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 name="Google Shape;264;p7"/>
                <p:cNvGrpSpPr/>
                <p:nvPr/>
              </p:nvGrpSpPr>
              <p:grpSpPr>
                <a:xfrm>
                  <a:off x="-130236" y="4918846"/>
                  <a:ext cx="824338" cy="865398"/>
                  <a:chOff x="-177848" y="4713546"/>
                  <a:chExt cx="824338" cy="865398"/>
                </a:xfrm>
              </p:grpSpPr>
              <p:sp>
                <p:nvSpPr>
                  <p:cNvPr id="265" name="Google Shape;265;p7"/>
                  <p:cNvSpPr/>
                  <p:nvPr/>
                </p:nvSpPr>
                <p:spPr>
                  <a:xfrm>
                    <a:off x="482680" y="53745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7"/>
                  <p:cNvSpPr/>
                  <p:nvPr/>
                </p:nvSpPr>
                <p:spPr>
                  <a:xfrm>
                    <a:off x="553184" y="51184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7"/>
                  <p:cNvSpPr/>
                  <p:nvPr/>
                </p:nvSpPr>
                <p:spPr>
                  <a:xfrm>
                    <a:off x="98288" y="54805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7"/>
                  <p:cNvSpPr/>
                  <p:nvPr/>
                </p:nvSpPr>
                <p:spPr>
                  <a:xfrm>
                    <a:off x="-177848" y="53418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7"/>
                  <p:cNvSpPr/>
                  <p:nvPr/>
                </p:nvSpPr>
                <p:spPr>
                  <a:xfrm>
                    <a:off x="225519" y="47135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7"/>
                  <p:cNvSpPr/>
                  <p:nvPr/>
                </p:nvSpPr>
                <p:spPr>
                  <a:xfrm>
                    <a:off x="-177" y="50761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7"/>
                  <p:cNvSpPr/>
                  <p:nvPr/>
                </p:nvSpPr>
                <p:spPr>
                  <a:xfrm>
                    <a:off x="396342" y="49842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7"/>
                  <p:cNvSpPr/>
                  <p:nvPr/>
                </p:nvSpPr>
                <p:spPr>
                  <a:xfrm>
                    <a:off x="244656" y="52245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3" name="Google Shape;273;p7"/>
              <p:cNvGrpSpPr/>
              <p:nvPr/>
            </p:nvGrpSpPr>
            <p:grpSpPr>
              <a:xfrm rot="-5189473">
                <a:off x="1779119" y="4488060"/>
                <a:ext cx="70211" cy="266572"/>
                <a:chOff x="5640409" y="3563458"/>
                <a:chExt cx="70213" cy="266579"/>
              </a:xfrm>
            </p:grpSpPr>
            <p:sp>
              <p:nvSpPr>
                <p:cNvPr id="274" name="Google Shape;274;p7"/>
                <p:cNvSpPr/>
                <p:nvPr/>
              </p:nvSpPr>
              <p:spPr>
                <a:xfrm>
                  <a:off x="5649987" y="3563458"/>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7"/>
                <p:cNvSpPr/>
                <p:nvPr/>
              </p:nvSpPr>
              <p:spPr>
                <a:xfrm>
                  <a:off x="5640409" y="3770149"/>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6" name="Google Shape;276;p7"/>
            <p:cNvSpPr/>
            <p:nvPr/>
          </p:nvSpPr>
          <p:spPr>
            <a:xfrm rot="10800000" flipH="1">
              <a:off x="187830" y="3746166"/>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7"/>
            <p:cNvSpPr/>
            <p:nvPr/>
          </p:nvSpPr>
          <p:spPr>
            <a:xfrm rot="10800000" flipH="1">
              <a:off x="239728" y="2283015"/>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7"/>
            <p:cNvSpPr/>
            <p:nvPr/>
          </p:nvSpPr>
          <p:spPr>
            <a:xfrm rot="10800000" flipH="1">
              <a:off x="7145028" y="487068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7"/>
            <p:cNvSpPr/>
            <p:nvPr/>
          </p:nvSpPr>
          <p:spPr>
            <a:xfrm rot="10800000" flipH="1">
              <a:off x="8627667" y="2686516"/>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 name="Google Shape;280;p7"/>
          <p:cNvSpPr txBox="1">
            <a:spLocks noGrp="1"/>
          </p:cNvSpPr>
          <p:nvPr>
            <p:ph type="title"/>
          </p:nvPr>
        </p:nvSpPr>
        <p:spPr>
          <a:xfrm>
            <a:off x="714614" y="898925"/>
            <a:ext cx="3400200" cy="2282400"/>
          </a:xfrm>
          <a:prstGeom prst="rect">
            <a:avLst/>
          </a:prstGeom>
        </p:spPr>
        <p:txBody>
          <a:bodyPr spcFirstLastPara="1" wrap="square" lIns="91425" tIns="91425" rIns="91425" bIns="91425" anchor="t" anchorCtr="0">
            <a:noAutofit/>
          </a:bodyPr>
          <a:lstStyle>
            <a:lvl1pPr lvl="0" algn="ctr" rtl="0">
              <a:lnSpc>
                <a:spcPct val="90000"/>
              </a:lnSpc>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1" name="Google Shape;281;p7"/>
          <p:cNvSpPr txBox="1">
            <a:spLocks noGrp="1"/>
          </p:cNvSpPr>
          <p:nvPr>
            <p:ph type="subTitle" idx="1"/>
          </p:nvPr>
        </p:nvSpPr>
        <p:spPr>
          <a:xfrm>
            <a:off x="714614" y="3264600"/>
            <a:ext cx="3400200" cy="110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2" name="Google Shape;282;p7"/>
          <p:cNvSpPr>
            <a:spLocks noGrp="1"/>
          </p:cNvSpPr>
          <p:nvPr>
            <p:ph type="pic" idx="2"/>
          </p:nvPr>
        </p:nvSpPr>
        <p:spPr>
          <a:xfrm>
            <a:off x="4572000" y="741173"/>
            <a:ext cx="3781200" cy="3777300"/>
          </a:xfrm>
          <a:prstGeom prst="teardrop">
            <a:avLst>
              <a:gd name="adj" fmla="val 100000"/>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8"/>
        <p:cNvGrpSpPr/>
        <p:nvPr/>
      </p:nvGrpSpPr>
      <p:grpSpPr>
        <a:xfrm>
          <a:off x="0" y="0"/>
          <a:ext cx="0" cy="0"/>
          <a:chOff x="0" y="0"/>
          <a:chExt cx="0" cy="0"/>
        </a:xfrm>
      </p:grpSpPr>
      <p:grpSp>
        <p:nvGrpSpPr>
          <p:cNvPr id="329" name="Google Shape;329;p9"/>
          <p:cNvGrpSpPr/>
          <p:nvPr/>
        </p:nvGrpSpPr>
        <p:grpSpPr>
          <a:xfrm>
            <a:off x="-1564452" y="-512905"/>
            <a:ext cx="11609788" cy="6915974"/>
            <a:chOff x="-1564452" y="-512905"/>
            <a:chExt cx="11609788" cy="6915974"/>
          </a:xfrm>
        </p:grpSpPr>
        <p:sp>
          <p:nvSpPr>
            <p:cNvPr id="330" name="Google Shape;330;p9"/>
            <p:cNvSpPr/>
            <p:nvPr/>
          </p:nvSpPr>
          <p:spPr>
            <a:xfrm rot="425420" flipH="1">
              <a:off x="7975294" y="3902539"/>
              <a:ext cx="1508194" cy="1268221"/>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rot="-10587449" flipH="1">
              <a:off x="-329433" y="861046"/>
              <a:ext cx="1508261" cy="1268278"/>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rot="10800000">
              <a:off x="6301442" y="4353675"/>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rot="10800000">
              <a:off x="2903455" y="4639516"/>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rot="10800000">
              <a:off x="4321124" y="61661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rot="10800000">
              <a:off x="292870" y="361181"/>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 name="Google Shape;336;p9"/>
            <p:cNvGrpSpPr/>
            <p:nvPr/>
          </p:nvGrpSpPr>
          <p:grpSpPr>
            <a:xfrm rot="-9990510">
              <a:off x="-1232810" y="2854884"/>
              <a:ext cx="3190613" cy="3220433"/>
              <a:chOff x="7044875" y="-1293869"/>
              <a:chExt cx="3190628" cy="3220448"/>
            </a:xfrm>
          </p:grpSpPr>
          <p:grpSp>
            <p:nvGrpSpPr>
              <p:cNvPr id="337" name="Google Shape;337;p9"/>
              <p:cNvGrpSpPr/>
              <p:nvPr/>
            </p:nvGrpSpPr>
            <p:grpSpPr>
              <a:xfrm>
                <a:off x="7173820" y="-1293869"/>
                <a:ext cx="3061683" cy="3220448"/>
                <a:chOff x="7173820" y="-1293869"/>
                <a:chExt cx="3061683" cy="3220448"/>
              </a:xfrm>
            </p:grpSpPr>
            <p:sp>
              <p:nvSpPr>
                <p:cNvPr id="338" name="Google Shape;338;p9"/>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9" name="Google Shape;339;p9"/>
                <p:cNvGrpSpPr/>
                <p:nvPr/>
              </p:nvGrpSpPr>
              <p:grpSpPr>
                <a:xfrm rot="8100000">
                  <a:off x="8939114" y="1159920"/>
                  <a:ext cx="70212" cy="266577"/>
                  <a:chOff x="5735123" y="3863031"/>
                  <a:chExt cx="70213" cy="266579"/>
                </a:xfrm>
              </p:grpSpPr>
              <p:sp>
                <p:nvSpPr>
                  <p:cNvPr id="340" name="Google Shape;340;p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42" name="Google Shape;342;p9"/>
              <p:cNvSpPr/>
              <p:nvPr/>
            </p:nvSpPr>
            <p:spPr>
              <a:xfrm rot="-549082">
                <a:off x="7216503" y="-8171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3" name="Google Shape;343;p9"/>
              <p:cNvGrpSpPr/>
              <p:nvPr/>
            </p:nvGrpSpPr>
            <p:grpSpPr>
              <a:xfrm rot="-3298310">
                <a:off x="8268470" y="-365522"/>
                <a:ext cx="781177" cy="840852"/>
                <a:chOff x="8604632" y="-457076"/>
                <a:chExt cx="781149" cy="840821"/>
              </a:xfrm>
            </p:grpSpPr>
            <p:sp>
              <p:nvSpPr>
                <p:cNvPr id="344" name="Google Shape;344;p9"/>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9"/>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9"/>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9"/>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9"/>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9"/>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9"/>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2" name="Google Shape;352;p9"/>
            <p:cNvGrpSpPr/>
            <p:nvPr/>
          </p:nvGrpSpPr>
          <p:grpSpPr>
            <a:xfrm rot="-7803555">
              <a:off x="4522886" y="4754330"/>
              <a:ext cx="740371" cy="757532"/>
              <a:chOff x="4391775" y="4244400"/>
              <a:chExt cx="715125" cy="731700"/>
            </a:xfrm>
          </p:grpSpPr>
          <p:sp>
            <p:nvSpPr>
              <p:cNvPr id="353" name="Google Shape;353;p9"/>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9"/>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9"/>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9"/>
            <p:cNvGrpSpPr/>
            <p:nvPr/>
          </p:nvGrpSpPr>
          <p:grpSpPr>
            <a:xfrm rot="10800000">
              <a:off x="8792848" y="1895755"/>
              <a:ext cx="763146" cy="697824"/>
              <a:chOff x="3681125" y="1846650"/>
              <a:chExt cx="515500" cy="471375"/>
            </a:xfrm>
          </p:grpSpPr>
          <p:sp>
            <p:nvSpPr>
              <p:cNvPr id="357" name="Google Shape;357;p9"/>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9"/>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 name="Google Shape;360;p9"/>
            <p:cNvGrpSpPr/>
            <p:nvPr/>
          </p:nvGrpSpPr>
          <p:grpSpPr>
            <a:xfrm rot="10800000">
              <a:off x="5703351" y="-512905"/>
              <a:ext cx="4341985" cy="2100795"/>
              <a:chOff x="-1013962" y="3673802"/>
              <a:chExt cx="4341985" cy="2100795"/>
            </a:xfrm>
          </p:grpSpPr>
          <p:grpSp>
            <p:nvGrpSpPr>
              <p:cNvPr id="361" name="Google Shape;361;p9"/>
              <p:cNvGrpSpPr/>
              <p:nvPr/>
            </p:nvGrpSpPr>
            <p:grpSpPr>
              <a:xfrm>
                <a:off x="-1013962" y="3673802"/>
                <a:ext cx="4341985" cy="2100795"/>
                <a:chOff x="-830187" y="4024390"/>
                <a:chExt cx="4341985" cy="2100795"/>
              </a:xfrm>
            </p:grpSpPr>
            <p:sp>
              <p:nvSpPr>
                <p:cNvPr id="362" name="Google Shape;362;p9"/>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 name="Google Shape;364;p9"/>
                <p:cNvGrpSpPr/>
                <p:nvPr/>
              </p:nvGrpSpPr>
              <p:grpSpPr>
                <a:xfrm>
                  <a:off x="174564" y="4842646"/>
                  <a:ext cx="824338" cy="865398"/>
                  <a:chOff x="126952" y="4637346"/>
                  <a:chExt cx="824338" cy="865398"/>
                </a:xfrm>
              </p:grpSpPr>
              <p:sp>
                <p:nvSpPr>
                  <p:cNvPr id="365" name="Google Shape;365;p9"/>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9"/>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9"/>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3" name="Google Shape;373;p9"/>
              <p:cNvGrpSpPr/>
              <p:nvPr/>
            </p:nvGrpSpPr>
            <p:grpSpPr>
              <a:xfrm rot="-5189473">
                <a:off x="2083919" y="4411860"/>
                <a:ext cx="70211" cy="266572"/>
                <a:chOff x="5735123" y="3863031"/>
                <a:chExt cx="70213" cy="266579"/>
              </a:xfrm>
            </p:grpSpPr>
            <p:sp>
              <p:nvSpPr>
                <p:cNvPr id="374" name="Google Shape;374;p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76" name="Google Shape;376;p9"/>
          <p:cNvSpPr txBox="1">
            <a:spLocks noGrp="1"/>
          </p:cNvSpPr>
          <p:nvPr>
            <p:ph type="title"/>
          </p:nvPr>
        </p:nvSpPr>
        <p:spPr>
          <a:xfrm>
            <a:off x="1913700" y="1208525"/>
            <a:ext cx="5316600" cy="11370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77" name="Google Shape;377;p9"/>
          <p:cNvSpPr txBox="1">
            <a:spLocks noGrp="1"/>
          </p:cNvSpPr>
          <p:nvPr>
            <p:ph type="subTitle" idx="1"/>
          </p:nvPr>
        </p:nvSpPr>
        <p:spPr>
          <a:xfrm>
            <a:off x="1913700" y="2337950"/>
            <a:ext cx="5316600" cy="1307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6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68"/>
        <p:cNvGrpSpPr/>
        <p:nvPr/>
      </p:nvGrpSpPr>
      <p:grpSpPr>
        <a:xfrm>
          <a:off x="0" y="0"/>
          <a:ext cx="0" cy="0"/>
          <a:chOff x="0" y="0"/>
          <a:chExt cx="0" cy="0"/>
        </a:xfrm>
      </p:grpSpPr>
      <p:sp>
        <p:nvSpPr>
          <p:cNvPr id="469" name="Google Shape;469;p13"/>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a:spcBef>
                <a:spcPts val="0"/>
              </a:spcBef>
              <a:spcAft>
                <a:spcPts val="0"/>
              </a:spcAft>
              <a:buSzPts val="4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70" name="Google Shape;470;p13"/>
          <p:cNvSpPr txBox="1">
            <a:spLocks noGrp="1"/>
          </p:cNvSpPr>
          <p:nvPr>
            <p:ph type="title" idx="2" hasCustomPrompt="1"/>
          </p:nvPr>
        </p:nvSpPr>
        <p:spPr>
          <a:xfrm>
            <a:off x="791350" y="1910498"/>
            <a:ext cx="1212300" cy="6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471" name="Google Shape;471;p13"/>
          <p:cNvSpPr txBox="1">
            <a:spLocks noGrp="1"/>
          </p:cNvSpPr>
          <p:nvPr>
            <p:ph type="subTitle" idx="1"/>
          </p:nvPr>
        </p:nvSpPr>
        <p:spPr>
          <a:xfrm>
            <a:off x="2003650" y="1834297"/>
            <a:ext cx="24726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2" name="Google Shape;472;p13"/>
          <p:cNvSpPr txBox="1">
            <a:spLocks noGrp="1"/>
          </p:cNvSpPr>
          <p:nvPr>
            <p:ph type="subTitle" idx="3"/>
          </p:nvPr>
        </p:nvSpPr>
        <p:spPr>
          <a:xfrm>
            <a:off x="2003650" y="2130087"/>
            <a:ext cx="2472600" cy="528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3" name="Google Shape;473;p13"/>
          <p:cNvSpPr txBox="1">
            <a:spLocks noGrp="1"/>
          </p:cNvSpPr>
          <p:nvPr>
            <p:ph type="title" idx="4" hasCustomPrompt="1"/>
          </p:nvPr>
        </p:nvSpPr>
        <p:spPr>
          <a:xfrm>
            <a:off x="791350" y="3313648"/>
            <a:ext cx="1212300" cy="6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474" name="Google Shape;474;p13"/>
          <p:cNvSpPr txBox="1">
            <a:spLocks noGrp="1"/>
          </p:cNvSpPr>
          <p:nvPr>
            <p:ph type="subTitle" idx="5"/>
          </p:nvPr>
        </p:nvSpPr>
        <p:spPr>
          <a:xfrm>
            <a:off x="2003650" y="3237322"/>
            <a:ext cx="24726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5" name="Google Shape;475;p13"/>
          <p:cNvSpPr txBox="1">
            <a:spLocks noGrp="1"/>
          </p:cNvSpPr>
          <p:nvPr>
            <p:ph type="subTitle" idx="6"/>
          </p:nvPr>
        </p:nvSpPr>
        <p:spPr>
          <a:xfrm>
            <a:off x="2003650" y="3533237"/>
            <a:ext cx="2472600" cy="528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13"/>
          <p:cNvSpPr txBox="1">
            <a:spLocks noGrp="1"/>
          </p:cNvSpPr>
          <p:nvPr>
            <p:ph type="title" idx="7" hasCustomPrompt="1"/>
          </p:nvPr>
        </p:nvSpPr>
        <p:spPr>
          <a:xfrm>
            <a:off x="4591550" y="1910498"/>
            <a:ext cx="1212300" cy="6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477" name="Google Shape;477;p13"/>
          <p:cNvSpPr txBox="1">
            <a:spLocks noGrp="1"/>
          </p:cNvSpPr>
          <p:nvPr>
            <p:ph type="subTitle" idx="8"/>
          </p:nvPr>
        </p:nvSpPr>
        <p:spPr>
          <a:xfrm>
            <a:off x="5803850" y="1834297"/>
            <a:ext cx="24726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8" name="Google Shape;478;p13"/>
          <p:cNvSpPr txBox="1">
            <a:spLocks noGrp="1"/>
          </p:cNvSpPr>
          <p:nvPr>
            <p:ph type="subTitle" idx="9"/>
          </p:nvPr>
        </p:nvSpPr>
        <p:spPr>
          <a:xfrm>
            <a:off x="5803850" y="2130087"/>
            <a:ext cx="2472600" cy="528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9" name="Google Shape;479;p13"/>
          <p:cNvSpPr txBox="1">
            <a:spLocks noGrp="1"/>
          </p:cNvSpPr>
          <p:nvPr>
            <p:ph type="title" idx="13" hasCustomPrompt="1"/>
          </p:nvPr>
        </p:nvSpPr>
        <p:spPr>
          <a:xfrm>
            <a:off x="4591550" y="3313648"/>
            <a:ext cx="1212300" cy="61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700"/>
              <a:buNone/>
              <a:defRPr/>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480" name="Google Shape;480;p13"/>
          <p:cNvSpPr txBox="1">
            <a:spLocks noGrp="1"/>
          </p:cNvSpPr>
          <p:nvPr>
            <p:ph type="subTitle" idx="14"/>
          </p:nvPr>
        </p:nvSpPr>
        <p:spPr>
          <a:xfrm>
            <a:off x="5803850" y="3237322"/>
            <a:ext cx="2472600" cy="421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1" name="Google Shape;481;p13"/>
          <p:cNvSpPr txBox="1">
            <a:spLocks noGrp="1"/>
          </p:cNvSpPr>
          <p:nvPr>
            <p:ph type="subTitle" idx="15"/>
          </p:nvPr>
        </p:nvSpPr>
        <p:spPr>
          <a:xfrm>
            <a:off x="5803850" y="3533237"/>
            <a:ext cx="2472600" cy="528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482" name="Google Shape;482;p13"/>
          <p:cNvGrpSpPr/>
          <p:nvPr/>
        </p:nvGrpSpPr>
        <p:grpSpPr>
          <a:xfrm>
            <a:off x="-1105662" y="-460499"/>
            <a:ext cx="10842448" cy="6568171"/>
            <a:chOff x="-1105662" y="-460499"/>
            <a:chExt cx="10842448" cy="6568171"/>
          </a:xfrm>
        </p:grpSpPr>
        <p:grpSp>
          <p:nvGrpSpPr>
            <p:cNvPr id="483" name="Google Shape;483;p13"/>
            <p:cNvGrpSpPr/>
            <p:nvPr/>
          </p:nvGrpSpPr>
          <p:grpSpPr>
            <a:xfrm>
              <a:off x="-1105662" y="-460499"/>
              <a:ext cx="10842448" cy="6568171"/>
              <a:chOff x="-1105662" y="-460499"/>
              <a:chExt cx="10842448" cy="6568171"/>
            </a:xfrm>
          </p:grpSpPr>
          <p:sp>
            <p:nvSpPr>
              <p:cNvPr id="484" name="Google Shape;484;p13"/>
              <p:cNvSpPr/>
              <p:nvPr/>
            </p:nvSpPr>
            <p:spPr>
              <a:xfrm rot="-269979">
                <a:off x="-620122" y="2105661"/>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3"/>
              <p:cNvSpPr/>
              <p:nvPr/>
            </p:nvSpPr>
            <p:spPr>
              <a:xfrm rot="10800000">
                <a:off x="8228575" y="2659465"/>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6" name="Google Shape;486;p13"/>
              <p:cNvGrpSpPr/>
              <p:nvPr/>
            </p:nvGrpSpPr>
            <p:grpSpPr>
              <a:xfrm rot="2996445">
                <a:off x="5742471" y="-312166"/>
                <a:ext cx="740371" cy="757532"/>
                <a:chOff x="4391775" y="4244400"/>
                <a:chExt cx="715125" cy="731700"/>
              </a:xfrm>
            </p:grpSpPr>
            <p:sp>
              <p:nvSpPr>
                <p:cNvPr id="487" name="Google Shape;487;p13"/>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3"/>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3"/>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p13"/>
              <p:cNvGrpSpPr/>
              <p:nvPr/>
            </p:nvGrpSpPr>
            <p:grpSpPr>
              <a:xfrm>
                <a:off x="8006047" y="4777554"/>
                <a:ext cx="763146" cy="697824"/>
                <a:chOff x="3681125" y="1846650"/>
                <a:chExt cx="515500" cy="471375"/>
              </a:xfrm>
            </p:grpSpPr>
            <p:sp>
              <p:nvSpPr>
                <p:cNvPr id="491" name="Google Shape;491;p13"/>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3"/>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3"/>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 name="Google Shape;494;p13"/>
              <p:cNvGrpSpPr/>
              <p:nvPr/>
            </p:nvGrpSpPr>
            <p:grpSpPr>
              <a:xfrm>
                <a:off x="-1105662" y="4006877"/>
                <a:ext cx="4341985" cy="2100795"/>
                <a:chOff x="-1013962" y="3673802"/>
                <a:chExt cx="4341985" cy="2100795"/>
              </a:xfrm>
            </p:grpSpPr>
            <p:grpSp>
              <p:nvGrpSpPr>
                <p:cNvPr id="495" name="Google Shape;495;p13"/>
                <p:cNvGrpSpPr/>
                <p:nvPr/>
              </p:nvGrpSpPr>
              <p:grpSpPr>
                <a:xfrm>
                  <a:off x="-1013962" y="3673802"/>
                  <a:ext cx="4341985" cy="2100795"/>
                  <a:chOff x="-830187" y="4024390"/>
                  <a:chExt cx="4341985" cy="2100795"/>
                </a:xfrm>
              </p:grpSpPr>
              <p:sp>
                <p:nvSpPr>
                  <p:cNvPr id="496" name="Google Shape;496;p13"/>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3"/>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 name="Google Shape;498;p13"/>
                  <p:cNvGrpSpPr/>
                  <p:nvPr/>
                </p:nvGrpSpPr>
                <p:grpSpPr>
                  <a:xfrm>
                    <a:off x="174564" y="4842646"/>
                    <a:ext cx="824338" cy="865398"/>
                    <a:chOff x="126952" y="4637346"/>
                    <a:chExt cx="824338" cy="865398"/>
                  </a:xfrm>
                </p:grpSpPr>
                <p:sp>
                  <p:nvSpPr>
                    <p:cNvPr id="499" name="Google Shape;499;p13"/>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3"/>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3"/>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3"/>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3"/>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3"/>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3"/>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3"/>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7" name="Google Shape;507;p13"/>
                <p:cNvGrpSpPr/>
                <p:nvPr/>
              </p:nvGrpSpPr>
              <p:grpSpPr>
                <a:xfrm rot="-5189473">
                  <a:off x="2083919" y="4411860"/>
                  <a:ext cx="70211" cy="266572"/>
                  <a:chOff x="5735123" y="3863031"/>
                  <a:chExt cx="70213" cy="266579"/>
                </a:xfrm>
              </p:grpSpPr>
              <p:sp>
                <p:nvSpPr>
                  <p:cNvPr id="508" name="Google Shape;508;p13"/>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3"/>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0" name="Google Shape;510;p13"/>
              <p:cNvSpPr/>
              <p:nvPr/>
            </p:nvSpPr>
            <p:spPr>
              <a:xfrm rot="10800000" flipH="1">
                <a:off x="492630" y="3746166"/>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3"/>
              <p:cNvSpPr/>
              <p:nvPr/>
            </p:nvSpPr>
            <p:spPr>
              <a:xfrm rot="10800000" flipH="1">
                <a:off x="2744645" y="329635"/>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rot="10800000" flipH="1">
                <a:off x="423153" y="1425765"/>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rot="10800000" flipH="1">
                <a:off x="8553180" y="2477216"/>
                <a:ext cx="113943" cy="94537"/>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4" name="Google Shape;514;p13"/>
            <p:cNvSpPr/>
            <p:nvPr/>
          </p:nvSpPr>
          <p:spPr>
            <a:xfrm rot="10800000" flipH="1">
              <a:off x="4520398" y="4844644"/>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rot="10800000" flipH="1">
              <a:off x="3119967" y="442784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CUSTOM_2">
    <p:spTree>
      <p:nvGrpSpPr>
        <p:cNvPr id="1" name="Shape 516"/>
        <p:cNvGrpSpPr/>
        <p:nvPr/>
      </p:nvGrpSpPr>
      <p:grpSpPr>
        <a:xfrm>
          <a:off x="0" y="0"/>
          <a:ext cx="0" cy="0"/>
          <a:chOff x="0" y="0"/>
          <a:chExt cx="0" cy="0"/>
        </a:xfrm>
      </p:grpSpPr>
      <p:grpSp>
        <p:nvGrpSpPr>
          <p:cNvPr id="517" name="Google Shape;517;p14"/>
          <p:cNvGrpSpPr/>
          <p:nvPr/>
        </p:nvGrpSpPr>
        <p:grpSpPr>
          <a:xfrm>
            <a:off x="-851662" y="259085"/>
            <a:ext cx="10441573" cy="6597614"/>
            <a:chOff x="-851662" y="259085"/>
            <a:chExt cx="10441573" cy="6597614"/>
          </a:xfrm>
        </p:grpSpPr>
        <p:sp>
          <p:nvSpPr>
            <p:cNvPr id="518" name="Google Shape;518;p14"/>
            <p:cNvSpPr/>
            <p:nvPr/>
          </p:nvSpPr>
          <p:spPr>
            <a:xfrm rot="-269979">
              <a:off x="-246172" y="1999836"/>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4"/>
            <p:cNvSpPr/>
            <p:nvPr/>
          </p:nvSpPr>
          <p:spPr>
            <a:xfrm rot="10800000">
              <a:off x="8081700" y="2659465"/>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4"/>
            <p:cNvGrpSpPr/>
            <p:nvPr/>
          </p:nvGrpSpPr>
          <p:grpSpPr>
            <a:xfrm>
              <a:off x="7707722" y="4792654"/>
              <a:ext cx="763146" cy="697824"/>
              <a:chOff x="3681125" y="1846650"/>
              <a:chExt cx="515500" cy="471375"/>
            </a:xfrm>
          </p:grpSpPr>
          <p:sp>
            <p:nvSpPr>
              <p:cNvPr id="521" name="Google Shape;521;p14"/>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4"/>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4"/>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 name="Google Shape;524;p14"/>
            <p:cNvGrpSpPr/>
            <p:nvPr/>
          </p:nvGrpSpPr>
          <p:grpSpPr>
            <a:xfrm>
              <a:off x="-851662" y="3857897"/>
              <a:ext cx="4403265" cy="2998802"/>
              <a:chOff x="-1013962" y="3603997"/>
              <a:chExt cx="4403265" cy="2998802"/>
            </a:xfrm>
          </p:grpSpPr>
          <p:grpSp>
            <p:nvGrpSpPr>
              <p:cNvPr id="525" name="Google Shape;525;p14"/>
              <p:cNvGrpSpPr/>
              <p:nvPr/>
            </p:nvGrpSpPr>
            <p:grpSpPr>
              <a:xfrm>
                <a:off x="-1013962" y="3603997"/>
                <a:ext cx="4403265" cy="2998802"/>
                <a:chOff x="-830187" y="3954584"/>
                <a:chExt cx="4403265" cy="2998802"/>
              </a:xfrm>
            </p:grpSpPr>
            <p:sp>
              <p:nvSpPr>
                <p:cNvPr id="526" name="Google Shape;526;p14"/>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4"/>
                <p:cNvSpPr/>
                <p:nvPr/>
              </p:nvSpPr>
              <p:spPr>
                <a:xfrm rot="-9756710" flipH="1">
                  <a:off x="-429132" y="4477332"/>
                  <a:ext cx="3797121" cy="1953307"/>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 name="Google Shape;528;p14"/>
                <p:cNvGrpSpPr/>
                <p:nvPr/>
              </p:nvGrpSpPr>
              <p:grpSpPr>
                <a:xfrm>
                  <a:off x="174564" y="4842646"/>
                  <a:ext cx="824338" cy="865398"/>
                  <a:chOff x="126952" y="4637346"/>
                  <a:chExt cx="824338" cy="865398"/>
                </a:xfrm>
              </p:grpSpPr>
              <p:sp>
                <p:nvSpPr>
                  <p:cNvPr id="529" name="Google Shape;529;p14"/>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4"/>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4"/>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4"/>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4"/>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4"/>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4"/>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4"/>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7" name="Google Shape;537;p14"/>
              <p:cNvGrpSpPr/>
              <p:nvPr/>
            </p:nvGrpSpPr>
            <p:grpSpPr>
              <a:xfrm rot="-5189473">
                <a:off x="2367054" y="4562870"/>
                <a:ext cx="111591" cy="269350"/>
                <a:chOff x="5580910" y="4174232"/>
                <a:chExt cx="111594" cy="269357"/>
              </a:xfrm>
            </p:grpSpPr>
            <p:sp>
              <p:nvSpPr>
                <p:cNvPr id="538" name="Google Shape;538;p14"/>
                <p:cNvSpPr/>
                <p:nvPr/>
              </p:nvSpPr>
              <p:spPr>
                <a:xfrm rot="547381">
                  <a:off x="5619023" y="4177984"/>
                  <a:ext cx="60637" cy="166848"/>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4"/>
                <p:cNvSpPr/>
                <p:nvPr/>
              </p:nvSpPr>
              <p:spPr>
                <a:xfrm rot="547381">
                  <a:off x="5585352" y="4380244"/>
                  <a:ext cx="48355" cy="59890"/>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0" name="Google Shape;540;p14"/>
            <p:cNvSpPr/>
            <p:nvPr/>
          </p:nvSpPr>
          <p:spPr>
            <a:xfrm rot="10800000" flipH="1">
              <a:off x="600630" y="3555666"/>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4"/>
            <p:cNvSpPr/>
            <p:nvPr/>
          </p:nvSpPr>
          <p:spPr>
            <a:xfrm rot="10800000" flipH="1">
              <a:off x="2977470" y="259085"/>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4"/>
            <p:cNvSpPr/>
            <p:nvPr/>
          </p:nvSpPr>
          <p:spPr>
            <a:xfrm rot="10800000" flipH="1">
              <a:off x="4183778" y="454956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3" name="Google Shape;543;p14"/>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a:spcBef>
                <a:spcPts val="0"/>
              </a:spcBef>
              <a:spcAft>
                <a:spcPts val="0"/>
              </a:spcAft>
              <a:buSzPts val="4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44" name="Google Shape;544;p14"/>
          <p:cNvSpPr txBox="1">
            <a:spLocks noGrp="1"/>
          </p:cNvSpPr>
          <p:nvPr>
            <p:ph type="subTitle" idx="1"/>
          </p:nvPr>
        </p:nvSpPr>
        <p:spPr>
          <a:xfrm>
            <a:off x="1260250" y="2739672"/>
            <a:ext cx="29757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5" name="Google Shape;545;p14"/>
          <p:cNvSpPr txBox="1">
            <a:spLocks noGrp="1"/>
          </p:cNvSpPr>
          <p:nvPr>
            <p:ph type="subTitle" idx="2"/>
          </p:nvPr>
        </p:nvSpPr>
        <p:spPr>
          <a:xfrm>
            <a:off x="1260250" y="3177525"/>
            <a:ext cx="2975700" cy="96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6" name="Google Shape;546;p14"/>
          <p:cNvSpPr txBox="1">
            <a:spLocks noGrp="1"/>
          </p:cNvSpPr>
          <p:nvPr>
            <p:ph type="subTitle" idx="3"/>
          </p:nvPr>
        </p:nvSpPr>
        <p:spPr>
          <a:xfrm>
            <a:off x="4908050" y="2739672"/>
            <a:ext cx="29757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7" name="Google Shape;547;p14"/>
          <p:cNvSpPr txBox="1">
            <a:spLocks noGrp="1"/>
          </p:cNvSpPr>
          <p:nvPr>
            <p:ph type="subTitle" idx="4"/>
          </p:nvPr>
        </p:nvSpPr>
        <p:spPr>
          <a:xfrm>
            <a:off x="4908050" y="3177525"/>
            <a:ext cx="2975700" cy="96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2_2">
    <p:spTree>
      <p:nvGrpSpPr>
        <p:cNvPr id="1" name="Shape 627"/>
        <p:cNvGrpSpPr/>
        <p:nvPr/>
      </p:nvGrpSpPr>
      <p:grpSpPr>
        <a:xfrm>
          <a:off x="0" y="0"/>
          <a:ext cx="0" cy="0"/>
          <a:chOff x="0" y="0"/>
          <a:chExt cx="0" cy="0"/>
        </a:xfrm>
      </p:grpSpPr>
      <p:grpSp>
        <p:nvGrpSpPr>
          <p:cNvPr id="628" name="Google Shape;628;p17"/>
          <p:cNvGrpSpPr/>
          <p:nvPr/>
        </p:nvGrpSpPr>
        <p:grpSpPr>
          <a:xfrm>
            <a:off x="-1347337" y="-1502444"/>
            <a:ext cx="11544741" cy="7401778"/>
            <a:chOff x="-1347337" y="-1502444"/>
            <a:chExt cx="11544741" cy="7401778"/>
          </a:xfrm>
        </p:grpSpPr>
        <p:sp>
          <p:nvSpPr>
            <p:cNvPr id="629" name="Google Shape;629;p17"/>
            <p:cNvSpPr/>
            <p:nvPr/>
          </p:nvSpPr>
          <p:spPr>
            <a:xfrm>
              <a:off x="-313432" y="4214815"/>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7"/>
            <p:cNvSpPr/>
            <p:nvPr/>
          </p:nvSpPr>
          <p:spPr>
            <a:xfrm flipH="1">
              <a:off x="445594" y="3591399"/>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7"/>
            <p:cNvSpPr/>
            <p:nvPr/>
          </p:nvSpPr>
          <p:spPr>
            <a:xfrm flipH="1">
              <a:off x="3453480" y="261460"/>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7"/>
            <p:cNvSpPr/>
            <p:nvPr/>
          </p:nvSpPr>
          <p:spPr>
            <a:xfrm flipH="1">
              <a:off x="5907324" y="441892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7"/>
            <p:cNvSpPr/>
            <p:nvPr/>
          </p:nvSpPr>
          <p:spPr>
            <a:xfrm flipH="1">
              <a:off x="2735420" y="434566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4" name="Google Shape;634;p17"/>
            <p:cNvGrpSpPr/>
            <p:nvPr/>
          </p:nvGrpSpPr>
          <p:grpSpPr>
            <a:xfrm flipH="1">
              <a:off x="-1347337" y="-1502444"/>
              <a:ext cx="3061683" cy="3220448"/>
              <a:chOff x="7173820" y="-1293869"/>
              <a:chExt cx="3061683" cy="3220448"/>
            </a:xfrm>
          </p:grpSpPr>
          <p:grpSp>
            <p:nvGrpSpPr>
              <p:cNvPr id="635" name="Google Shape;635;p17"/>
              <p:cNvGrpSpPr/>
              <p:nvPr/>
            </p:nvGrpSpPr>
            <p:grpSpPr>
              <a:xfrm>
                <a:off x="7173820" y="-1293869"/>
                <a:ext cx="3061683" cy="3220448"/>
                <a:chOff x="7173820" y="-1293869"/>
                <a:chExt cx="3061683" cy="3220448"/>
              </a:xfrm>
            </p:grpSpPr>
            <p:sp>
              <p:nvSpPr>
                <p:cNvPr id="636" name="Google Shape;636;p17"/>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7" name="Google Shape;637;p17"/>
                <p:cNvGrpSpPr/>
                <p:nvPr/>
              </p:nvGrpSpPr>
              <p:grpSpPr>
                <a:xfrm rot="8100000">
                  <a:off x="8939114" y="1159920"/>
                  <a:ext cx="70212" cy="266577"/>
                  <a:chOff x="5735123" y="3863031"/>
                  <a:chExt cx="70213" cy="266579"/>
                </a:xfrm>
              </p:grpSpPr>
              <p:sp>
                <p:nvSpPr>
                  <p:cNvPr id="638" name="Google Shape;638;p17"/>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7"/>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40" name="Google Shape;640;p17"/>
              <p:cNvSpPr/>
              <p:nvPr/>
            </p:nvSpPr>
            <p:spPr>
              <a:xfrm>
                <a:off x="7473594" y="-605030"/>
                <a:ext cx="2462130" cy="2355434"/>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1" name="Google Shape;641;p17"/>
              <p:cNvGrpSpPr/>
              <p:nvPr/>
            </p:nvGrpSpPr>
            <p:grpSpPr>
              <a:xfrm rot="-3298310">
                <a:off x="8268470" y="-365522"/>
                <a:ext cx="781177" cy="840852"/>
                <a:chOff x="8604632" y="-457076"/>
                <a:chExt cx="781149" cy="840821"/>
              </a:xfrm>
            </p:grpSpPr>
            <p:sp>
              <p:nvSpPr>
                <p:cNvPr id="642" name="Google Shape;642;p17"/>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7"/>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7"/>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7"/>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7"/>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7"/>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7"/>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7"/>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0" name="Google Shape;650;p17"/>
            <p:cNvGrpSpPr/>
            <p:nvPr/>
          </p:nvGrpSpPr>
          <p:grpSpPr>
            <a:xfrm rot="-2996445" flipH="1">
              <a:off x="8655948" y="2110909"/>
              <a:ext cx="740371" cy="757532"/>
              <a:chOff x="4391775" y="4244400"/>
              <a:chExt cx="715125" cy="731700"/>
            </a:xfrm>
          </p:grpSpPr>
          <p:sp>
            <p:nvSpPr>
              <p:cNvPr id="651" name="Google Shape;651;p17"/>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7"/>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7"/>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17"/>
            <p:cNvGrpSpPr/>
            <p:nvPr/>
          </p:nvGrpSpPr>
          <p:grpSpPr>
            <a:xfrm flipH="1">
              <a:off x="3808848" y="4696629"/>
              <a:ext cx="763146" cy="697824"/>
              <a:chOff x="3681125" y="1846650"/>
              <a:chExt cx="515500" cy="471375"/>
            </a:xfrm>
          </p:grpSpPr>
          <p:sp>
            <p:nvSpPr>
              <p:cNvPr id="655" name="Google Shape;655;p17"/>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7"/>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7"/>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8" name="Google Shape;658;p17"/>
            <p:cNvSpPr/>
            <p:nvPr/>
          </p:nvSpPr>
          <p:spPr>
            <a:xfrm flipH="1">
              <a:off x="577649" y="2130837"/>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9" name="Google Shape;659;p17"/>
            <p:cNvGrpSpPr/>
            <p:nvPr/>
          </p:nvGrpSpPr>
          <p:grpSpPr>
            <a:xfrm flipH="1">
              <a:off x="5855418" y="3798540"/>
              <a:ext cx="4341985" cy="2100795"/>
              <a:chOff x="-1013962" y="3673802"/>
              <a:chExt cx="4341985" cy="2100795"/>
            </a:xfrm>
          </p:grpSpPr>
          <p:grpSp>
            <p:nvGrpSpPr>
              <p:cNvPr id="660" name="Google Shape;660;p17"/>
              <p:cNvGrpSpPr/>
              <p:nvPr/>
            </p:nvGrpSpPr>
            <p:grpSpPr>
              <a:xfrm>
                <a:off x="-1013962" y="3673802"/>
                <a:ext cx="4341985" cy="2100795"/>
                <a:chOff x="-830187" y="4024390"/>
                <a:chExt cx="4341985" cy="2100795"/>
              </a:xfrm>
            </p:grpSpPr>
            <p:sp>
              <p:nvSpPr>
                <p:cNvPr id="661" name="Google Shape;661;p17"/>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7"/>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3" name="Google Shape;663;p17"/>
                <p:cNvGrpSpPr/>
                <p:nvPr/>
              </p:nvGrpSpPr>
              <p:grpSpPr>
                <a:xfrm>
                  <a:off x="174564" y="4842646"/>
                  <a:ext cx="824338" cy="865398"/>
                  <a:chOff x="126952" y="4637346"/>
                  <a:chExt cx="824338" cy="865398"/>
                </a:xfrm>
              </p:grpSpPr>
              <p:sp>
                <p:nvSpPr>
                  <p:cNvPr id="664" name="Google Shape;664;p17"/>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7"/>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7"/>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7"/>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7"/>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7"/>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7"/>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7"/>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72" name="Google Shape;672;p17"/>
              <p:cNvGrpSpPr/>
              <p:nvPr/>
            </p:nvGrpSpPr>
            <p:grpSpPr>
              <a:xfrm rot="-5189473">
                <a:off x="2083919" y="4411860"/>
                <a:ext cx="70211" cy="266572"/>
                <a:chOff x="5735123" y="3863031"/>
                <a:chExt cx="70213" cy="266579"/>
              </a:xfrm>
            </p:grpSpPr>
            <p:sp>
              <p:nvSpPr>
                <p:cNvPr id="673" name="Google Shape;673;p17"/>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7"/>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75" name="Google Shape;675;p17"/>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6" name="Google Shape;676;p17"/>
          <p:cNvSpPr txBox="1">
            <a:spLocks noGrp="1"/>
          </p:cNvSpPr>
          <p:nvPr>
            <p:ph type="subTitle" idx="1"/>
          </p:nvPr>
        </p:nvSpPr>
        <p:spPr>
          <a:xfrm>
            <a:off x="708326" y="2739675"/>
            <a:ext cx="25032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7" name="Google Shape;677;p17"/>
          <p:cNvSpPr txBox="1">
            <a:spLocks noGrp="1"/>
          </p:cNvSpPr>
          <p:nvPr>
            <p:ph type="subTitle" idx="2"/>
          </p:nvPr>
        </p:nvSpPr>
        <p:spPr>
          <a:xfrm>
            <a:off x="708326" y="3177526"/>
            <a:ext cx="2503200" cy="96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8" name="Google Shape;678;p17"/>
          <p:cNvSpPr txBox="1">
            <a:spLocks noGrp="1"/>
          </p:cNvSpPr>
          <p:nvPr>
            <p:ph type="subTitle" idx="3"/>
          </p:nvPr>
        </p:nvSpPr>
        <p:spPr>
          <a:xfrm>
            <a:off x="3258000" y="2739675"/>
            <a:ext cx="25032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9" name="Google Shape;679;p17"/>
          <p:cNvSpPr txBox="1">
            <a:spLocks noGrp="1"/>
          </p:cNvSpPr>
          <p:nvPr>
            <p:ph type="subTitle" idx="4"/>
          </p:nvPr>
        </p:nvSpPr>
        <p:spPr>
          <a:xfrm>
            <a:off x="3258000" y="3177526"/>
            <a:ext cx="2503200" cy="96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0" name="Google Shape;680;p17"/>
          <p:cNvSpPr txBox="1">
            <a:spLocks noGrp="1"/>
          </p:cNvSpPr>
          <p:nvPr>
            <p:ph type="subTitle" idx="5"/>
          </p:nvPr>
        </p:nvSpPr>
        <p:spPr>
          <a:xfrm>
            <a:off x="5932474" y="2739675"/>
            <a:ext cx="25032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1" name="Google Shape;681;p17"/>
          <p:cNvSpPr txBox="1">
            <a:spLocks noGrp="1"/>
          </p:cNvSpPr>
          <p:nvPr>
            <p:ph type="subTitle" idx="6"/>
          </p:nvPr>
        </p:nvSpPr>
        <p:spPr>
          <a:xfrm>
            <a:off x="5932474" y="3177526"/>
            <a:ext cx="2503200" cy="96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2_2_1">
    <p:spTree>
      <p:nvGrpSpPr>
        <p:cNvPr id="1" name="Shape 682"/>
        <p:cNvGrpSpPr/>
        <p:nvPr/>
      </p:nvGrpSpPr>
      <p:grpSpPr>
        <a:xfrm>
          <a:off x="0" y="0"/>
          <a:ext cx="0" cy="0"/>
          <a:chOff x="0" y="0"/>
          <a:chExt cx="0" cy="0"/>
        </a:xfrm>
      </p:grpSpPr>
      <p:grpSp>
        <p:nvGrpSpPr>
          <p:cNvPr id="683" name="Google Shape;683;p18"/>
          <p:cNvGrpSpPr/>
          <p:nvPr/>
        </p:nvGrpSpPr>
        <p:grpSpPr>
          <a:xfrm>
            <a:off x="-884286" y="-913221"/>
            <a:ext cx="11442490" cy="7164565"/>
            <a:chOff x="-884286" y="-913221"/>
            <a:chExt cx="11442490" cy="7164565"/>
          </a:xfrm>
        </p:grpSpPr>
        <p:sp>
          <p:nvSpPr>
            <p:cNvPr id="684" name="Google Shape;684;p18"/>
            <p:cNvSpPr/>
            <p:nvPr/>
          </p:nvSpPr>
          <p:spPr>
            <a:xfrm rot="-425420">
              <a:off x="-318923" y="4026314"/>
              <a:ext cx="1508194" cy="1268221"/>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8"/>
            <p:cNvSpPr/>
            <p:nvPr/>
          </p:nvSpPr>
          <p:spPr>
            <a:xfrm rot="10587449">
              <a:off x="8347598" y="290896"/>
              <a:ext cx="1508261" cy="1268278"/>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8"/>
            <p:cNvSpPr/>
            <p:nvPr/>
          </p:nvSpPr>
          <p:spPr>
            <a:xfrm rot="10800000" flipH="1">
              <a:off x="2953241" y="4590650"/>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8"/>
            <p:cNvSpPr/>
            <p:nvPr/>
          </p:nvSpPr>
          <p:spPr>
            <a:xfrm rot="10800000" flipH="1">
              <a:off x="6344847" y="4476253"/>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8" name="Google Shape;688;p18"/>
            <p:cNvGrpSpPr/>
            <p:nvPr/>
          </p:nvGrpSpPr>
          <p:grpSpPr>
            <a:xfrm rot="9990510" flipH="1">
              <a:off x="7035948" y="2703159"/>
              <a:ext cx="3190613" cy="3220433"/>
              <a:chOff x="7044875" y="-1293869"/>
              <a:chExt cx="3190628" cy="3220448"/>
            </a:xfrm>
          </p:grpSpPr>
          <p:grpSp>
            <p:nvGrpSpPr>
              <p:cNvPr id="689" name="Google Shape;689;p18"/>
              <p:cNvGrpSpPr/>
              <p:nvPr/>
            </p:nvGrpSpPr>
            <p:grpSpPr>
              <a:xfrm>
                <a:off x="7173820" y="-1293869"/>
                <a:ext cx="3061683" cy="3220448"/>
                <a:chOff x="7173820" y="-1293869"/>
                <a:chExt cx="3061683" cy="3220448"/>
              </a:xfrm>
            </p:grpSpPr>
            <p:sp>
              <p:nvSpPr>
                <p:cNvPr id="690" name="Google Shape;690;p18"/>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1" name="Google Shape;691;p18"/>
                <p:cNvGrpSpPr/>
                <p:nvPr/>
              </p:nvGrpSpPr>
              <p:grpSpPr>
                <a:xfrm rot="8100000">
                  <a:off x="8939114" y="1159920"/>
                  <a:ext cx="70212" cy="266577"/>
                  <a:chOff x="5735123" y="3863031"/>
                  <a:chExt cx="70213" cy="266579"/>
                </a:xfrm>
              </p:grpSpPr>
              <p:sp>
                <p:nvSpPr>
                  <p:cNvPr id="692" name="Google Shape;692;p18"/>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8"/>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4" name="Google Shape;694;p18"/>
              <p:cNvSpPr/>
              <p:nvPr/>
            </p:nvSpPr>
            <p:spPr>
              <a:xfrm rot="-549082">
                <a:off x="7216503" y="-8171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5" name="Google Shape;695;p18"/>
              <p:cNvGrpSpPr/>
              <p:nvPr/>
            </p:nvGrpSpPr>
            <p:grpSpPr>
              <a:xfrm rot="-3298310">
                <a:off x="8268470" y="-365522"/>
                <a:ext cx="781177" cy="840852"/>
                <a:chOff x="8604632" y="-457076"/>
                <a:chExt cx="781149" cy="840821"/>
              </a:xfrm>
            </p:grpSpPr>
            <p:sp>
              <p:nvSpPr>
                <p:cNvPr id="696" name="Google Shape;696;p18"/>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8"/>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8"/>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8"/>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8"/>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8"/>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8"/>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8"/>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4" name="Google Shape;704;p18"/>
            <p:cNvGrpSpPr/>
            <p:nvPr/>
          </p:nvGrpSpPr>
          <p:grpSpPr>
            <a:xfrm rot="7803555" flipH="1">
              <a:off x="3925607" y="4822905"/>
              <a:ext cx="740371" cy="757532"/>
              <a:chOff x="4391775" y="4244400"/>
              <a:chExt cx="715125" cy="731700"/>
            </a:xfrm>
          </p:grpSpPr>
          <p:sp>
            <p:nvSpPr>
              <p:cNvPr id="705" name="Google Shape;705;p18"/>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8"/>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8"/>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 name="Google Shape;708;p18"/>
            <p:cNvGrpSpPr/>
            <p:nvPr/>
          </p:nvGrpSpPr>
          <p:grpSpPr>
            <a:xfrm rot="10800000" flipH="1">
              <a:off x="7226432" y="-322295"/>
              <a:ext cx="763146" cy="697824"/>
              <a:chOff x="3681125" y="1846650"/>
              <a:chExt cx="515500" cy="471375"/>
            </a:xfrm>
          </p:grpSpPr>
          <p:sp>
            <p:nvSpPr>
              <p:cNvPr id="709" name="Google Shape;709;p18"/>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8"/>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8"/>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712;p18"/>
            <p:cNvGrpSpPr/>
            <p:nvPr/>
          </p:nvGrpSpPr>
          <p:grpSpPr>
            <a:xfrm rot="5650158">
              <a:off x="-1849769" y="277933"/>
              <a:ext cx="4341752" cy="2100682"/>
              <a:chOff x="-1013962" y="3673802"/>
              <a:chExt cx="4341985" cy="2100795"/>
            </a:xfrm>
          </p:grpSpPr>
          <p:grpSp>
            <p:nvGrpSpPr>
              <p:cNvPr id="713" name="Google Shape;713;p18"/>
              <p:cNvGrpSpPr/>
              <p:nvPr/>
            </p:nvGrpSpPr>
            <p:grpSpPr>
              <a:xfrm>
                <a:off x="-1013962" y="3673802"/>
                <a:ext cx="4341985" cy="2100795"/>
                <a:chOff x="-830187" y="4024390"/>
                <a:chExt cx="4341985" cy="2100795"/>
              </a:xfrm>
            </p:grpSpPr>
            <p:sp>
              <p:nvSpPr>
                <p:cNvPr id="714" name="Google Shape;714;p18"/>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8"/>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6" name="Google Shape;716;p18"/>
                <p:cNvGrpSpPr/>
                <p:nvPr/>
              </p:nvGrpSpPr>
              <p:grpSpPr>
                <a:xfrm>
                  <a:off x="174564" y="4842646"/>
                  <a:ext cx="824338" cy="865398"/>
                  <a:chOff x="126952" y="4637346"/>
                  <a:chExt cx="824338" cy="865398"/>
                </a:xfrm>
              </p:grpSpPr>
              <p:sp>
                <p:nvSpPr>
                  <p:cNvPr id="717" name="Google Shape;717;p18"/>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8"/>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8"/>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8"/>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8"/>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8"/>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8"/>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8"/>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5" name="Google Shape;725;p18"/>
              <p:cNvGrpSpPr/>
              <p:nvPr/>
            </p:nvGrpSpPr>
            <p:grpSpPr>
              <a:xfrm rot="-5189473">
                <a:off x="2083919" y="4411860"/>
                <a:ext cx="70211" cy="266572"/>
                <a:chOff x="5735123" y="3863031"/>
                <a:chExt cx="70213" cy="266579"/>
              </a:xfrm>
            </p:grpSpPr>
            <p:sp>
              <p:nvSpPr>
                <p:cNvPr id="726" name="Google Shape;726;p18"/>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8"/>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28" name="Google Shape;728;p18"/>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9" name="Google Shape;729;p18"/>
          <p:cNvSpPr txBox="1">
            <a:spLocks noGrp="1"/>
          </p:cNvSpPr>
          <p:nvPr>
            <p:ph type="subTitle" idx="1"/>
          </p:nvPr>
        </p:nvSpPr>
        <p:spPr>
          <a:xfrm>
            <a:off x="2116918" y="1620675"/>
            <a:ext cx="2378400" cy="535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0" name="Google Shape;730;p18"/>
          <p:cNvSpPr txBox="1">
            <a:spLocks noGrp="1"/>
          </p:cNvSpPr>
          <p:nvPr>
            <p:ph type="subTitle" idx="2"/>
          </p:nvPr>
        </p:nvSpPr>
        <p:spPr>
          <a:xfrm>
            <a:off x="2116930" y="2058525"/>
            <a:ext cx="2378400" cy="656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1" name="Google Shape;731;p18"/>
          <p:cNvSpPr txBox="1">
            <a:spLocks noGrp="1"/>
          </p:cNvSpPr>
          <p:nvPr>
            <p:ph type="subTitle" idx="3"/>
          </p:nvPr>
        </p:nvSpPr>
        <p:spPr>
          <a:xfrm>
            <a:off x="5677743" y="1620675"/>
            <a:ext cx="2378400" cy="535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2" name="Google Shape;732;p18"/>
          <p:cNvSpPr txBox="1">
            <a:spLocks noGrp="1"/>
          </p:cNvSpPr>
          <p:nvPr>
            <p:ph type="subTitle" idx="4"/>
          </p:nvPr>
        </p:nvSpPr>
        <p:spPr>
          <a:xfrm>
            <a:off x="5677755" y="2058525"/>
            <a:ext cx="2378400" cy="656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3" name="Google Shape;733;p18"/>
          <p:cNvSpPr txBox="1">
            <a:spLocks noGrp="1"/>
          </p:cNvSpPr>
          <p:nvPr>
            <p:ph type="subTitle" idx="5"/>
          </p:nvPr>
        </p:nvSpPr>
        <p:spPr>
          <a:xfrm>
            <a:off x="2116905" y="3199150"/>
            <a:ext cx="2378400" cy="535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4" name="Google Shape;734;p18"/>
          <p:cNvSpPr txBox="1">
            <a:spLocks noGrp="1"/>
          </p:cNvSpPr>
          <p:nvPr>
            <p:ph type="subTitle" idx="6"/>
          </p:nvPr>
        </p:nvSpPr>
        <p:spPr>
          <a:xfrm>
            <a:off x="2116905" y="3637000"/>
            <a:ext cx="2378400" cy="656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5" name="Google Shape;735;p18"/>
          <p:cNvSpPr txBox="1">
            <a:spLocks noGrp="1"/>
          </p:cNvSpPr>
          <p:nvPr>
            <p:ph type="subTitle" idx="7"/>
          </p:nvPr>
        </p:nvSpPr>
        <p:spPr>
          <a:xfrm>
            <a:off x="5677730" y="3199150"/>
            <a:ext cx="2378400" cy="535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6" name="Google Shape;736;p18"/>
          <p:cNvSpPr txBox="1">
            <a:spLocks noGrp="1"/>
          </p:cNvSpPr>
          <p:nvPr>
            <p:ph type="subTitle" idx="8"/>
          </p:nvPr>
        </p:nvSpPr>
        <p:spPr>
          <a:xfrm>
            <a:off x="5677730" y="3637000"/>
            <a:ext cx="2378400" cy="656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2_2_1_1">
    <p:spTree>
      <p:nvGrpSpPr>
        <p:cNvPr id="1" name="Shape 737"/>
        <p:cNvGrpSpPr/>
        <p:nvPr/>
      </p:nvGrpSpPr>
      <p:grpSpPr>
        <a:xfrm>
          <a:off x="0" y="0"/>
          <a:ext cx="0" cy="0"/>
          <a:chOff x="0" y="0"/>
          <a:chExt cx="0" cy="0"/>
        </a:xfrm>
      </p:grpSpPr>
      <p:grpSp>
        <p:nvGrpSpPr>
          <p:cNvPr id="738" name="Google Shape;738;p19"/>
          <p:cNvGrpSpPr/>
          <p:nvPr/>
        </p:nvGrpSpPr>
        <p:grpSpPr>
          <a:xfrm>
            <a:off x="-1318858" y="-1269678"/>
            <a:ext cx="11558539" cy="7424975"/>
            <a:chOff x="-1318858" y="-1269678"/>
            <a:chExt cx="11558539" cy="7424975"/>
          </a:xfrm>
        </p:grpSpPr>
        <p:sp>
          <p:nvSpPr>
            <p:cNvPr id="739" name="Google Shape;739;p19"/>
            <p:cNvSpPr/>
            <p:nvPr/>
          </p:nvSpPr>
          <p:spPr>
            <a:xfrm rot="-10089365" flipH="1">
              <a:off x="-647610" y="2334848"/>
              <a:ext cx="1508390" cy="1268387"/>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9"/>
            <p:cNvSpPr/>
            <p:nvPr/>
          </p:nvSpPr>
          <p:spPr>
            <a:xfrm flipH="1">
              <a:off x="8006050" y="623063"/>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1" name="Google Shape;741;p19"/>
            <p:cNvGrpSpPr/>
            <p:nvPr/>
          </p:nvGrpSpPr>
          <p:grpSpPr>
            <a:xfrm rot="10800000" flipH="1">
              <a:off x="7373779" y="3289111"/>
              <a:ext cx="2865902" cy="2866186"/>
              <a:chOff x="7229917" y="-939609"/>
              <a:chExt cx="2865902" cy="2866186"/>
            </a:xfrm>
          </p:grpSpPr>
          <p:grpSp>
            <p:nvGrpSpPr>
              <p:cNvPr id="742" name="Google Shape;742;p19"/>
              <p:cNvGrpSpPr/>
              <p:nvPr/>
            </p:nvGrpSpPr>
            <p:grpSpPr>
              <a:xfrm>
                <a:off x="7229917" y="-938831"/>
                <a:ext cx="2865902" cy="2666882"/>
                <a:chOff x="7229917" y="-938831"/>
                <a:chExt cx="2865902" cy="2666882"/>
              </a:xfrm>
            </p:grpSpPr>
            <p:sp>
              <p:nvSpPr>
                <p:cNvPr id="743" name="Google Shape;743;p19"/>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4" name="Google Shape;744;p19"/>
                <p:cNvGrpSpPr/>
                <p:nvPr/>
              </p:nvGrpSpPr>
              <p:grpSpPr>
                <a:xfrm rot="8100000">
                  <a:off x="8939114" y="1159920"/>
                  <a:ext cx="70212" cy="266577"/>
                  <a:chOff x="5735123" y="3863031"/>
                  <a:chExt cx="70213" cy="266579"/>
                </a:xfrm>
              </p:grpSpPr>
              <p:sp>
                <p:nvSpPr>
                  <p:cNvPr id="745" name="Google Shape;745;p1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47" name="Google Shape;747;p19"/>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8" name="Google Shape;748;p19"/>
              <p:cNvGrpSpPr/>
              <p:nvPr/>
            </p:nvGrpSpPr>
            <p:grpSpPr>
              <a:xfrm rot="-3298310">
                <a:off x="8268470" y="-365522"/>
                <a:ext cx="781177" cy="840852"/>
                <a:chOff x="8604632" y="-457076"/>
                <a:chExt cx="781149" cy="840821"/>
              </a:xfrm>
            </p:grpSpPr>
            <p:sp>
              <p:nvSpPr>
                <p:cNvPr id="749" name="Google Shape;749;p19"/>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9"/>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9"/>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9"/>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9"/>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9"/>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9"/>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9"/>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57" name="Google Shape;757;p19"/>
            <p:cNvGrpSpPr/>
            <p:nvPr/>
          </p:nvGrpSpPr>
          <p:grpSpPr>
            <a:xfrm rot="7803555" flipH="1">
              <a:off x="1012096" y="4754323"/>
              <a:ext cx="740371" cy="757532"/>
              <a:chOff x="4391775" y="4244400"/>
              <a:chExt cx="715125" cy="731700"/>
            </a:xfrm>
          </p:grpSpPr>
          <p:sp>
            <p:nvSpPr>
              <p:cNvPr id="758" name="Google Shape;758;p19"/>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9"/>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9"/>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19"/>
            <p:cNvGrpSpPr/>
            <p:nvPr/>
          </p:nvGrpSpPr>
          <p:grpSpPr>
            <a:xfrm rot="10800000" flipH="1">
              <a:off x="6986872" y="-321564"/>
              <a:ext cx="763146" cy="697824"/>
              <a:chOff x="3681125" y="1846650"/>
              <a:chExt cx="515500" cy="471375"/>
            </a:xfrm>
          </p:grpSpPr>
          <p:sp>
            <p:nvSpPr>
              <p:cNvPr id="762" name="Google Shape;762;p19"/>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9"/>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9"/>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765;p19"/>
            <p:cNvGrpSpPr/>
            <p:nvPr/>
          </p:nvGrpSpPr>
          <p:grpSpPr>
            <a:xfrm rot="10024369" flipH="1">
              <a:off x="-1138904" y="-810648"/>
              <a:ext cx="4341740" cy="2100676"/>
              <a:chOff x="-1013962" y="3673802"/>
              <a:chExt cx="4341985" cy="2100795"/>
            </a:xfrm>
          </p:grpSpPr>
          <p:grpSp>
            <p:nvGrpSpPr>
              <p:cNvPr id="766" name="Google Shape;766;p19"/>
              <p:cNvGrpSpPr/>
              <p:nvPr/>
            </p:nvGrpSpPr>
            <p:grpSpPr>
              <a:xfrm>
                <a:off x="-1013962" y="3673802"/>
                <a:ext cx="4341985" cy="2100795"/>
                <a:chOff x="-830187" y="4024390"/>
                <a:chExt cx="4341985" cy="2100795"/>
              </a:xfrm>
            </p:grpSpPr>
            <p:sp>
              <p:nvSpPr>
                <p:cNvPr id="767" name="Google Shape;767;p19"/>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 name="Google Shape;769;p19"/>
                <p:cNvGrpSpPr/>
                <p:nvPr/>
              </p:nvGrpSpPr>
              <p:grpSpPr>
                <a:xfrm>
                  <a:off x="174564" y="4842646"/>
                  <a:ext cx="824338" cy="865398"/>
                  <a:chOff x="126952" y="4637346"/>
                  <a:chExt cx="824338" cy="865398"/>
                </a:xfrm>
              </p:grpSpPr>
              <p:sp>
                <p:nvSpPr>
                  <p:cNvPr id="770" name="Google Shape;770;p19"/>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9"/>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9"/>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9"/>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9"/>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9"/>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8" name="Google Shape;778;p19"/>
              <p:cNvGrpSpPr/>
              <p:nvPr/>
            </p:nvGrpSpPr>
            <p:grpSpPr>
              <a:xfrm rot="-5189473">
                <a:off x="2083919" y="4411860"/>
                <a:ext cx="70211" cy="266572"/>
                <a:chOff x="5735123" y="3863031"/>
                <a:chExt cx="70213" cy="266579"/>
              </a:xfrm>
            </p:grpSpPr>
            <p:sp>
              <p:nvSpPr>
                <p:cNvPr id="779" name="Google Shape;779;p1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1" name="Google Shape;781;p19"/>
            <p:cNvSpPr/>
            <p:nvPr/>
          </p:nvSpPr>
          <p:spPr>
            <a:xfrm>
              <a:off x="4520398" y="147587"/>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9"/>
            <p:cNvSpPr/>
            <p:nvPr/>
          </p:nvSpPr>
          <p:spPr>
            <a:xfrm>
              <a:off x="3255370" y="4534201"/>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9"/>
            <p:cNvSpPr/>
            <p:nvPr/>
          </p:nvSpPr>
          <p:spPr>
            <a:xfrm>
              <a:off x="308853" y="4189048"/>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4" name="Google Shape;784;p19"/>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5" name="Google Shape;785;p19"/>
          <p:cNvSpPr txBox="1">
            <a:spLocks noGrp="1"/>
          </p:cNvSpPr>
          <p:nvPr>
            <p:ph type="subTitle" idx="1"/>
          </p:nvPr>
        </p:nvSpPr>
        <p:spPr>
          <a:xfrm>
            <a:off x="714588" y="1916000"/>
            <a:ext cx="23784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800">
                <a:solidFill>
                  <a:schemeClr val="accent1"/>
                </a:solidFill>
                <a:latin typeface="Caveat Brush"/>
                <a:ea typeface="Caveat Brush"/>
                <a:cs typeface="Caveat Brush"/>
                <a:sym typeface="Caveat Brus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6" name="Google Shape;786;p19"/>
          <p:cNvSpPr txBox="1">
            <a:spLocks noGrp="1"/>
          </p:cNvSpPr>
          <p:nvPr>
            <p:ph type="subTitle" idx="2"/>
          </p:nvPr>
        </p:nvSpPr>
        <p:spPr>
          <a:xfrm>
            <a:off x="714600" y="2353850"/>
            <a:ext cx="2378400" cy="73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19"/>
          <p:cNvSpPr txBox="1">
            <a:spLocks noGrp="1"/>
          </p:cNvSpPr>
          <p:nvPr>
            <p:ph type="subTitle" idx="3"/>
          </p:nvPr>
        </p:nvSpPr>
        <p:spPr>
          <a:xfrm>
            <a:off x="714575" y="3265875"/>
            <a:ext cx="23784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800">
                <a:solidFill>
                  <a:schemeClr val="accent1"/>
                </a:solidFill>
                <a:latin typeface="Caveat Brush"/>
                <a:ea typeface="Caveat Brush"/>
                <a:cs typeface="Caveat Brush"/>
                <a:sym typeface="Caveat Brus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8" name="Google Shape;788;p19"/>
          <p:cNvSpPr txBox="1">
            <a:spLocks noGrp="1"/>
          </p:cNvSpPr>
          <p:nvPr>
            <p:ph type="subTitle" idx="4"/>
          </p:nvPr>
        </p:nvSpPr>
        <p:spPr>
          <a:xfrm>
            <a:off x="714575" y="3703725"/>
            <a:ext cx="2378400" cy="73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9" name="Google Shape;789;p19"/>
          <p:cNvSpPr txBox="1">
            <a:spLocks noGrp="1"/>
          </p:cNvSpPr>
          <p:nvPr>
            <p:ph type="subTitle" idx="5"/>
          </p:nvPr>
        </p:nvSpPr>
        <p:spPr>
          <a:xfrm>
            <a:off x="3382800" y="1916000"/>
            <a:ext cx="23784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800">
                <a:solidFill>
                  <a:schemeClr val="accent1"/>
                </a:solidFill>
                <a:latin typeface="Caveat Brush"/>
                <a:ea typeface="Caveat Brush"/>
                <a:cs typeface="Caveat Brush"/>
                <a:sym typeface="Caveat Brus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0" name="Google Shape;790;p19"/>
          <p:cNvSpPr txBox="1">
            <a:spLocks noGrp="1"/>
          </p:cNvSpPr>
          <p:nvPr>
            <p:ph type="subTitle" idx="6"/>
          </p:nvPr>
        </p:nvSpPr>
        <p:spPr>
          <a:xfrm>
            <a:off x="3382807" y="2353850"/>
            <a:ext cx="2378400" cy="73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1" name="Google Shape;791;p19"/>
          <p:cNvSpPr txBox="1">
            <a:spLocks noGrp="1"/>
          </p:cNvSpPr>
          <p:nvPr>
            <p:ph type="subTitle" idx="7"/>
          </p:nvPr>
        </p:nvSpPr>
        <p:spPr>
          <a:xfrm>
            <a:off x="3382788" y="3265875"/>
            <a:ext cx="23784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800">
                <a:solidFill>
                  <a:schemeClr val="accent1"/>
                </a:solidFill>
                <a:latin typeface="Caveat Brush"/>
                <a:ea typeface="Caveat Brush"/>
                <a:cs typeface="Caveat Brush"/>
                <a:sym typeface="Caveat Brus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2" name="Google Shape;792;p19"/>
          <p:cNvSpPr txBox="1">
            <a:spLocks noGrp="1"/>
          </p:cNvSpPr>
          <p:nvPr>
            <p:ph type="subTitle" idx="8"/>
          </p:nvPr>
        </p:nvSpPr>
        <p:spPr>
          <a:xfrm>
            <a:off x="3382793" y="3703675"/>
            <a:ext cx="2378400" cy="73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3" name="Google Shape;793;p19"/>
          <p:cNvSpPr txBox="1">
            <a:spLocks noGrp="1"/>
          </p:cNvSpPr>
          <p:nvPr>
            <p:ph type="subTitle" idx="9"/>
          </p:nvPr>
        </p:nvSpPr>
        <p:spPr>
          <a:xfrm>
            <a:off x="6051000" y="1915950"/>
            <a:ext cx="23784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800">
                <a:solidFill>
                  <a:schemeClr val="accent1"/>
                </a:solidFill>
                <a:latin typeface="Caveat Brush"/>
                <a:ea typeface="Caveat Brush"/>
                <a:cs typeface="Caveat Brush"/>
                <a:sym typeface="Caveat Brus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4" name="Google Shape;794;p19"/>
          <p:cNvSpPr txBox="1">
            <a:spLocks noGrp="1"/>
          </p:cNvSpPr>
          <p:nvPr>
            <p:ph type="subTitle" idx="13"/>
          </p:nvPr>
        </p:nvSpPr>
        <p:spPr>
          <a:xfrm>
            <a:off x="6051001" y="2353800"/>
            <a:ext cx="2378400" cy="73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5" name="Google Shape;795;p19"/>
          <p:cNvSpPr txBox="1">
            <a:spLocks noGrp="1"/>
          </p:cNvSpPr>
          <p:nvPr>
            <p:ph type="subTitle" idx="14"/>
          </p:nvPr>
        </p:nvSpPr>
        <p:spPr>
          <a:xfrm>
            <a:off x="6050988" y="3265825"/>
            <a:ext cx="2378400" cy="535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800">
                <a:solidFill>
                  <a:schemeClr val="accent1"/>
                </a:solidFill>
                <a:latin typeface="Caveat Brush"/>
                <a:ea typeface="Caveat Brush"/>
                <a:cs typeface="Caveat Brush"/>
                <a:sym typeface="Caveat Brus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19"/>
          <p:cNvSpPr txBox="1">
            <a:spLocks noGrp="1"/>
          </p:cNvSpPr>
          <p:nvPr>
            <p:ph type="subTitle" idx="15"/>
          </p:nvPr>
        </p:nvSpPr>
        <p:spPr>
          <a:xfrm>
            <a:off x="6050999" y="3703675"/>
            <a:ext cx="2378400" cy="73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CUSTOM_4">
    <p:spTree>
      <p:nvGrpSpPr>
        <p:cNvPr id="1" name="Shape 845"/>
        <p:cNvGrpSpPr/>
        <p:nvPr/>
      </p:nvGrpSpPr>
      <p:grpSpPr>
        <a:xfrm>
          <a:off x="0" y="0"/>
          <a:ext cx="0" cy="0"/>
          <a:chOff x="0" y="0"/>
          <a:chExt cx="0" cy="0"/>
        </a:xfrm>
      </p:grpSpPr>
      <p:grpSp>
        <p:nvGrpSpPr>
          <p:cNvPr id="846" name="Google Shape;846;p21"/>
          <p:cNvGrpSpPr/>
          <p:nvPr/>
        </p:nvGrpSpPr>
        <p:grpSpPr>
          <a:xfrm>
            <a:off x="-1935132" y="-1375521"/>
            <a:ext cx="12031448" cy="7491971"/>
            <a:chOff x="-1935132" y="-1375521"/>
            <a:chExt cx="12031448" cy="7491971"/>
          </a:xfrm>
        </p:grpSpPr>
        <p:grpSp>
          <p:nvGrpSpPr>
            <p:cNvPr id="847" name="Google Shape;847;p21"/>
            <p:cNvGrpSpPr/>
            <p:nvPr/>
          </p:nvGrpSpPr>
          <p:grpSpPr>
            <a:xfrm rot="-6097879">
              <a:off x="-1630197" y="-1064316"/>
              <a:ext cx="3406135" cy="3399081"/>
              <a:chOff x="6888464" y="-1383307"/>
              <a:chExt cx="3406361" cy="3399307"/>
            </a:xfrm>
          </p:grpSpPr>
          <p:grpSp>
            <p:nvGrpSpPr>
              <p:cNvPr id="848" name="Google Shape;848;p21"/>
              <p:cNvGrpSpPr/>
              <p:nvPr/>
            </p:nvGrpSpPr>
            <p:grpSpPr>
              <a:xfrm>
                <a:off x="7173820" y="-1293869"/>
                <a:ext cx="3061683" cy="3220448"/>
                <a:chOff x="7173820" y="-1293869"/>
                <a:chExt cx="3061683" cy="3220448"/>
              </a:xfrm>
            </p:grpSpPr>
            <p:sp>
              <p:nvSpPr>
                <p:cNvPr id="849" name="Google Shape;849;p21"/>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0" name="Google Shape;850;p21"/>
                <p:cNvGrpSpPr/>
                <p:nvPr/>
              </p:nvGrpSpPr>
              <p:grpSpPr>
                <a:xfrm rot="8100000">
                  <a:off x="8939114" y="1159920"/>
                  <a:ext cx="70212" cy="266577"/>
                  <a:chOff x="5735123" y="3863031"/>
                  <a:chExt cx="70213" cy="266579"/>
                </a:xfrm>
              </p:grpSpPr>
              <p:sp>
                <p:nvSpPr>
                  <p:cNvPr id="851" name="Google Shape;851;p21"/>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1"/>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53" name="Google Shape;853;p21"/>
              <p:cNvSpPr/>
              <p:nvPr/>
            </p:nvSpPr>
            <p:spPr>
              <a:xfrm rot="-2539449">
                <a:off x="7360537" y="-861338"/>
                <a:ext cx="2462217" cy="235537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4" name="Google Shape;854;p21"/>
              <p:cNvGrpSpPr/>
              <p:nvPr/>
            </p:nvGrpSpPr>
            <p:grpSpPr>
              <a:xfrm rot="-3298310">
                <a:off x="8241542" y="-442295"/>
                <a:ext cx="768164" cy="931635"/>
                <a:chOff x="8617645" y="-547855"/>
                <a:chExt cx="768135" cy="931601"/>
              </a:xfrm>
            </p:grpSpPr>
            <p:sp>
              <p:nvSpPr>
                <p:cNvPr id="855" name="Google Shape;855;p21"/>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1"/>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1"/>
                <p:cNvSpPr/>
                <p:nvPr/>
              </p:nvSpPr>
              <p:spPr>
                <a:xfrm>
                  <a:off x="8744506" y="-293390"/>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1"/>
                <p:cNvSpPr/>
                <p:nvPr/>
              </p:nvSpPr>
              <p:spPr>
                <a:xfrm>
                  <a:off x="9000494" y="-547855"/>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1"/>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1"/>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1"/>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1"/>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3" name="Google Shape;863;p21"/>
            <p:cNvGrpSpPr/>
            <p:nvPr/>
          </p:nvGrpSpPr>
          <p:grpSpPr>
            <a:xfrm flipH="1">
              <a:off x="5652159" y="3937202"/>
              <a:ext cx="4444157" cy="2179248"/>
              <a:chOff x="-1013962" y="3673802"/>
              <a:chExt cx="4444157" cy="2179248"/>
            </a:xfrm>
          </p:grpSpPr>
          <p:grpSp>
            <p:nvGrpSpPr>
              <p:cNvPr id="864" name="Google Shape;864;p21"/>
              <p:cNvGrpSpPr/>
              <p:nvPr/>
            </p:nvGrpSpPr>
            <p:grpSpPr>
              <a:xfrm>
                <a:off x="-1013962" y="3673802"/>
                <a:ext cx="4444157" cy="2179248"/>
                <a:chOff x="-830187" y="4024390"/>
                <a:chExt cx="4444157" cy="2179248"/>
              </a:xfrm>
            </p:grpSpPr>
            <p:sp>
              <p:nvSpPr>
                <p:cNvPr id="865" name="Google Shape;865;p21"/>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1"/>
                <p:cNvSpPr/>
                <p:nvPr/>
              </p:nvSpPr>
              <p:spPr>
                <a:xfrm rot="-207900">
                  <a:off x="-238709" y="4137361"/>
                  <a:ext cx="3797125" cy="1953315"/>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7" name="Google Shape;867;p21"/>
                <p:cNvGrpSpPr/>
                <p:nvPr/>
              </p:nvGrpSpPr>
              <p:grpSpPr>
                <a:xfrm>
                  <a:off x="174564" y="4842646"/>
                  <a:ext cx="824338" cy="865398"/>
                  <a:chOff x="126952" y="4637346"/>
                  <a:chExt cx="824338" cy="865398"/>
                </a:xfrm>
              </p:grpSpPr>
              <p:sp>
                <p:nvSpPr>
                  <p:cNvPr id="868" name="Google Shape;868;p21"/>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1"/>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1"/>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1"/>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1"/>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1"/>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1"/>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1"/>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6" name="Google Shape;876;p21"/>
              <p:cNvGrpSpPr/>
              <p:nvPr/>
            </p:nvGrpSpPr>
            <p:grpSpPr>
              <a:xfrm rot="-5189473">
                <a:off x="2083919" y="4411860"/>
                <a:ext cx="70211" cy="266572"/>
                <a:chOff x="5735123" y="3863031"/>
                <a:chExt cx="70213" cy="266579"/>
              </a:xfrm>
            </p:grpSpPr>
            <p:sp>
              <p:nvSpPr>
                <p:cNvPr id="877" name="Google Shape;877;p21"/>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1"/>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9" name="Google Shape;879;p21"/>
            <p:cNvGrpSpPr/>
            <p:nvPr/>
          </p:nvGrpSpPr>
          <p:grpSpPr>
            <a:xfrm rot="2996445">
              <a:off x="7165971" y="323134"/>
              <a:ext cx="740371" cy="757532"/>
              <a:chOff x="4391775" y="4244400"/>
              <a:chExt cx="715125" cy="731700"/>
            </a:xfrm>
          </p:grpSpPr>
          <p:sp>
            <p:nvSpPr>
              <p:cNvPr id="880" name="Google Shape;880;p21"/>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1"/>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1"/>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21"/>
            <p:cNvGrpSpPr/>
            <p:nvPr/>
          </p:nvGrpSpPr>
          <p:grpSpPr>
            <a:xfrm>
              <a:off x="1651747" y="4738529"/>
              <a:ext cx="763146" cy="697824"/>
              <a:chOff x="3681125" y="1846650"/>
              <a:chExt cx="515500" cy="471375"/>
            </a:xfrm>
          </p:grpSpPr>
          <p:sp>
            <p:nvSpPr>
              <p:cNvPr id="884" name="Google Shape;884;p21"/>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1"/>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1"/>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7" name="Google Shape;887;p21"/>
            <p:cNvSpPr/>
            <p:nvPr/>
          </p:nvSpPr>
          <p:spPr>
            <a:xfrm>
              <a:off x="8533742" y="3649706"/>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1"/>
            <p:cNvSpPr/>
            <p:nvPr/>
          </p:nvSpPr>
          <p:spPr>
            <a:xfrm>
              <a:off x="4464892" y="489093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1"/>
            <p:cNvSpPr/>
            <p:nvPr/>
          </p:nvSpPr>
          <p:spPr>
            <a:xfrm rot="-10530021" flipH="1">
              <a:off x="-366959" y="3708261"/>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1"/>
            <p:cNvSpPr/>
            <p:nvPr/>
          </p:nvSpPr>
          <p:spPr>
            <a:xfrm rot="-1061858" flipH="1">
              <a:off x="7616711" y="1536842"/>
              <a:ext cx="1508250" cy="1268269"/>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1" name="Google Shape;891;p21"/>
          <p:cNvSpPr txBox="1">
            <a:spLocks noGrp="1"/>
          </p:cNvSpPr>
          <p:nvPr>
            <p:ph type="title" hasCustomPrompt="1"/>
          </p:nvPr>
        </p:nvSpPr>
        <p:spPr>
          <a:xfrm>
            <a:off x="2133430" y="556550"/>
            <a:ext cx="48771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57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92" name="Google Shape;892;p21"/>
          <p:cNvSpPr txBox="1">
            <a:spLocks noGrp="1"/>
          </p:cNvSpPr>
          <p:nvPr>
            <p:ph type="subTitle" idx="1"/>
          </p:nvPr>
        </p:nvSpPr>
        <p:spPr>
          <a:xfrm>
            <a:off x="1004833" y="1407050"/>
            <a:ext cx="7134300" cy="36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3" name="Google Shape;893;p21"/>
          <p:cNvSpPr txBox="1">
            <a:spLocks noGrp="1"/>
          </p:cNvSpPr>
          <p:nvPr>
            <p:ph type="title" idx="2" hasCustomPrompt="1"/>
          </p:nvPr>
        </p:nvSpPr>
        <p:spPr>
          <a:xfrm>
            <a:off x="2133430" y="1905750"/>
            <a:ext cx="48771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57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94" name="Google Shape;894;p21"/>
          <p:cNvSpPr txBox="1">
            <a:spLocks noGrp="1"/>
          </p:cNvSpPr>
          <p:nvPr>
            <p:ph type="subTitle" idx="3"/>
          </p:nvPr>
        </p:nvSpPr>
        <p:spPr>
          <a:xfrm>
            <a:off x="1004823" y="2756397"/>
            <a:ext cx="7134300" cy="36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5" name="Google Shape;895;p21"/>
          <p:cNvSpPr txBox="1">
            <a:spLocks noGrp="1"/>
          </p:cNvSpPr>
          <p:nvPr>
            <p:ph type="title" idx="4" hasCustomPrompt="1"/>
          </p:nvPr>
        </p:nvSpPr>
        <p:spPr>
          <a:xfrm>
            <a:off x="2133470" y="3255100"/>
            <a:ext cx="48771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57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96" name="Google Shape;896;p21"/>
          <p:cNvSpPr txBox="1">
            <a:spLocks noGrp="1"/>
          </p:cNvSpPr>
          <p:nvPr>
            <p:ph type="subTitle" idx="5"/>
          </p:nvPr>
        </p:nvSpPr>
        <p:spPr>
          <a:xfrm>
            <a:off x="1004877" y="4105750"/>
            <a:ext cx="7134300" cy="36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1">
  <p:cSld name="CUSTOM_4_1">
    <p:spTree>
      <p:nvGrpSpPr>
        <p:cNvPr id="1" name="Shape 897"/>
        <p:cNvGrpSpPr/>
        <p:nvPr/>
      </p:nvGrpSpPr>
      <p:grpSpPr>
        <a:xfrm>
          <a:off x="0" y="0"/>
          <a:ext cx="0" cy="0"/>
          <a:chOff x="0" y="0"/>
          <a:chExt cx="0" cy="0"/>
        </a:xfrm>
      </p:grpSpPr>
      <p:sp>
        <p:nvSpPr>
          <p:cNvPr id="898" name="Google Shape;898;p22"/>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899" name="Google Shape;899;p22"/>
          <p:cNvGrpSpPr/>
          <p:nvPr/>
        </p:nvGrpSpPr>
        <p:grpSpPr>
          <a:xfrm>
            <a:off x="-1381887" y="-925284"/>
            <a:ext cx="11431069" cy="7204406"/>
            <a:chOff x="-1381887" y="-925284"/>
            <a:chExt cx="11431069" cy="7204406"/>
          </a:xfrm>
        </p:grpSpPr>
        <p:sp>
          <p:nvSpPr>
            <p:cNvPr id="900" name="Google Shape;900;p22"/>
            <p:cNvSpPr/>
            <p:nvPr/>
          </p:nvSpPr>
          <p:spPr>
            <a:xfrm rot="10800000" flipH="1">
              <a:off x="2744645" y="329635"/>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1" name="Google Shape;901;p22"/>
            <p:cNvGrpSpPr/>
            <p:nvPr/>
          </p:nvGrpSpPr>
          <p:grpSpPr>
            <a:xfrm>
              <a:off x="-1381887" y="-925284"/>
              <a:ext cx="11431069" cy="7204406"/>
              <a:chOff x="-1381887" y="-925284"/>
              <a:chExt cx="11431069" cy="7204406"/>
            </a:xfrm>
          </p:grpSpPr>
          <p:sp>
            <p:nvSpPr>
              <p:cNvPr id="902" name="Google Shape;902;p22"/>
              <p:cNvSpPr/>
              <p:nvPr/>
            </p:nvSpPr>
            <p:spPr>
              <a:xfrm rot="-269979">
                <a:off x="-772522" y="2105661"/>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2"/>
              <p:cNvSpPr/>
              <p:nvPr/>
            </p:nvSpPr>
            <p:spPr>
              <a:xfrm rot="10800000">
                <a:off x="8464775" y="2404940"/>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4" name="Google Shape;904;p22"/>
              <p:cNvGrpSpPr/>
              <p:nvPr/>
            </p:nvGrpSpPr>
            <p:grpSpPr>
              <a:xfrm>
                <a:off x="7183279" y="-925284"/>
                <a:ext cx="2865902" cy="2866186"/>
                <a:chOff x="7458517" y="-1168209"/>
                <a:chExt cx="2865902" cy="2866186"/>
              </a:xfrm>
            </p:grpSpPr>
            <p:grpSp>
              <p:nvGrpSpPr>
                <p:cNvPr id="905" name="Google Shape;905;p22"/>
                <p:cNvGrpSpPr/>
                <p:nvPr/>
              </p:nvGrpSpPr>
              <p:grpSpPr>
                <a:xfrm>
                  <a:off x="7458517" y="-1167431"/>
                  <a:ext cx="2865902" cy="2666882"/>
                  <a:chOff x="7458517" y="-1167431"/>
                  <a:chExt cx="2865902" cy="2666882"/>
                </a:xfrm>
              </p:grpSpPr>
              <p:sp>
                <p:nvSpPr>
                  <p:cNvPr id="906" name="Google Shape;906;p22"/>
                  <p:cNvSpPr/>
                  <p:nvPr/>
                </p:nvSpPr>
                <p:spPr>
                  <a:xfrm rot="5202986" flipH="1">
                    <a:off x="7634037" y="-11971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7" name="Google Shape;907;p22"/>
                  <p:cNvGrpSpPr/>
                  <p:nvPr/>
                </p:nvGrpSpPr>
                <p:grpSpPr>
                  <a:xfrm rot="8100000">
                    <a:off x="9167714" y="931320"/>
                    <a:ext cx="70212" cy="266577"/>
                    <a:chOff x="5411831" y="3863031"/>
                    <a:chExt cx="70213" cy="266579"/>
                  </a:xfrm>
                </p:grpSpPr>
                <p:sp>
                  <p:nvSpPr>
                    <p:cNvPr id="908" name="Google Shape;908;p22"/>
                    <p:cNvSpPr/>
                    <p:nvPr/>
                  </p:nvSpPr>
                  <p:spPr>
                    <a:xfrm>
                      <a:off x="5421408"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2"/>
                    <p:cNvSpPr/>
                    <p:nvPr/>
                  </p:nvSpPr>
                  <p:spPr>
                    <a:xfrm>
                      <a:off x="5411831"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10" name="Google Shape;910;p22"/>
                <p:cNvSpPr/>
                <p:nvPr/>
              </p:nvSpPr>
              <p:spPr>
                <a:xfrm rot="4740398" flipH="1">
                  <a:off x="7702222" y="-9128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1" name="Google Shape;911;p22"/>
                <p:cNvGrpSpPr/>
                <p:nvPr/>
              </p:nvGrpSpPr>
              <p:grpSpPr>
                <a:xfrm rot="-3298310">
                  <a:off x="8497070" y="-594122"/>
                  <a:ext cx="781177" cy="840852"/>
                  <a:chOff x="8923026" y="-401096"/>
                  <a:chExt cx="781149" cy="840821"/>
                </a:xfrm>
              </p:grpSpPr>
              <p:sp>
                <p:nvSpPr>
                  <p:cNvPr id="912" name="Google Shape;912;p22"/>
                  <p:cNvSpPr/>
                  <p:nvPr/>
                </p:nvSpPr>
                <p:spPr>
                  <a:xfrm>
                    <a:off x="8936039" y="21813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2"/>
                  <p:cNvSpPr/>
                  <p:nvPr/>
                </p:nvSpPr>
                <p:spPr>
                  <a:xfrm>
                    <a:off x="9123702" y="35128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2"/>
                  <p:cNvSpPr/>
                  <p:nvPr/>
                </p:nvSpPr>
                <p:spPr>
                  <a:xfrm>
                    <a:off x="8923026" y="-17689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2"/>
                  <p:cNvSpPr/>
                  <p:nvPr/>
                </p:nvSpPr>
                <p:spPr>
                  <a:xfrm>
                    <a:off x="9109078" y="-40109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2"/>
                  <p:cNvSpPr/>
                  <p:nvPr/>
                </p:nvSpPr>
                <p:spPr>
                  <a:xfrm>
                    <a:off x="9582063" y="17249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2"/>
                  <p:cNvSpPr/>
                  <p:nvPr/>
                </p:nvSpPr>
                <p:spPr>
                  <a:xfrm>
                    <a:off x="9255888" y="-15207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2"/>
                  <p:cNvSpPr/>
                  <p:nvPr/>
                </p:nvSpPr>
                <p:spPr>
                  <a:xfrm>
                    <a:off x="9308868" y="25403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2"/>
                  <p:cNvSpPr/>
                  <p:nvPr/>
                </p:nvSpPr>
                <p:spPr>
                  <a:xfrm>
                    <a:off x="9118022" y="30473"/>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0" name="Google Shape;920;p22"/>
              <p:cNvGrpSpPr/>
              <p:nvPr/>
            </p:nvGrpSpPr>
            <p:grpSpPr>
              <a:xfrm rot="2996445">
                <a:off x="5447196" y="4747696"/>
                <a:ext cx="740371" cy="757532"/>
                <a:chOff x="4391775" y="4244400"/>
                <a:chExt cx="715125" cy="731700"/>
              </a:xfrm>
            </p:grpSpPr>
            <p:sp>
              <p:nvSpPr>
                <p:cNvPr id="921" name="Google Shape;921;p22"/>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2"/>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2"/>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 name="Google Shape;924;p22"/>
              <p:cNvGrpSpPr/>
              <p:nvPr/>
            </p:nvGrpSpPr>
            <p:grpSpPr>
              <a:xfrm>
                <a:off x="-414053" y="234129"/>
                <a:ext cx="763146" cy="697824"/>
                <a:chOff x="3681125" y="1846650"/>
                <a:chExt cx="515500" cy="471375"/>
              </a:xfrm>
            </p:grpSpPr>
            <p:sp>
              <p:nvSpPr>
                <p:cNvPr id="925" name="Google Shape;925;p22"/>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2"/>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2"/>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22"/>
              <p:cNvGrpSpPr/>
              <p:nvPr/>
            </p:nvGrpSpPr>
            <p:grpSpPr>
              <a:xfrm>
                <a:off x="-1381887" y="4178327"/>
                <a:ext cx="4341985" cy="2100795"/>
                <a:chOff x="-1166362" y="3826202"/>
                <a:chExt cx="4341985" cy="2100795"/>
              </a:xfrm>
            </p:grpSpPr>
            <p:grpSp>
              <p:nvGrpSpPr>
                <p:cNvPr id="929" name="Google Shape;929;p22"/>
                <p:cNvGrpSpPr/>
                <p:nvPr/>
              </p:nvGrpSpPr>
              <p:grpSpPr>
                <a:xfrm>
                  <a:off x="-1166362" y="3826202"/>
                  <a:ext cx="4341985" cy="2100795"/>
                  <a:chOff x="-982587" y="4176790"/>
                  <a:chExt cx="4341985" cy="2100795"/>
                </a:xfrm>
              </p:grpSpPr>
              <p:sp>
                <p:nvSpPr>
                  <p:cNvPr id="930" name="Google Shape;930;p22"/>
                  <p:cNvSpPr/>
                  <p:nvPr/>
                </p:nvSpPr>
                <p:spPr>
                  <a:xfrm>
                    <a:off x="-982587" y="41767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2"/>
                  <p:cNvSpPr/>
                  <p:nvPr/>
                </p:nvSpPr>
                <p:spPr>
                  <a:xfrm>
                    <a:off x="-468790" y="43243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2" name="Google Shape;932;p22"/>
                  <p:cNvGrpSpPr/>
                  <p:nvPr/>
                </p:nvGrpSpPr>
                <p:grpSpPr>
                  <a:xfrm>
                    <a:off x="22164" y="4995046"/>
                    <a:ext cx="824338" cy="865398"/>
                    <a:chOff x="-25448" y="4789746"/>
                    <a:chExt cx="824338" cy="865398"/>
                  </a:xfrm>
                </p:grpSpPr>
                <p:sp>
                  <p:nvSpPr>
                    <p:cNvPr id="933" name="Google Shape;933;p22"/>
                    <p:cNvSpPr/>
                    <p:nvPr/>
                  </p:nvSpPr>
                  <p:spPr>
                    <a:xfrm>
                      <a:off x="635080" y="54507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2"/>
                    <p:cNvSpPr/>
                    <p:nvPr/>
                  </p:nvSpPr>
                  <p:spPr>
                    <a:xfrm>
                      <a:off x="705584" y="51946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2"/>
                    <p:cNvSpPr/>
                    <p:nvPr/>
                  </p:nvSpPr>
                  <p:spPr>
                    <a:xfrm>
                      <a:off x="250688" y="55567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2"/>
                    <p:cNvSpPr/>
                    <p:nvPr/>
                  </p:nvSpPr>
                  <p:spPr>
                    <a:xfrm>
                      <a:off x="-25448" y="54180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2"/>
                    <p:cNvSpPr/>
                    <p:nvPr/>
                  </p:nvSpPr>
                  <p:spPr>
                    <a:xfrm>
                      <a:off x="377919" y="47897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2"/>
                    <p:cNvSpPr/>
                    <p:nvPr/>
                  </p:nvSpPr>
                  <p:spPr>
                    <a:xfrm>
                      <a:off x="152223" y="51523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2"/>
                    <p:cNvSpPr/>
                    <p:nvPr/>
                  </p:nvSpPr>
                  <p:spPr>
                    <a:xfrm>
                      <a:off x="548742" y="50604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2"/>
                    <p:cNvSpPr/>
                    <p:nvPr/>
                  </p:nvSpPr>
                  <p:spPr>
                    <a:xfrm>
                      <a:off x="397056" y="53007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1" name="Google Shape;941;p22"/>
                <p:cNvGrpSpPr/>
                <p:nvPr/>
              </p:nvGrpSpPr>
              <p:grpSpPr>
                <a:xfrm rot="-5189473">
                  <a:off x="1931519" y="4564260"/>
                  <a:ext cx="70211" cy="266572"/>
                  <a:chOff x="5573677" y="3720240"/>
                  <a:chExt cx="70213" cy="266579"/>
                </a:xfrm>
              </p:grpSpPr>
              <p:sp>
                <p:nvSpPr>
                  <p:cNvPr id="942" name="Google Shape;942;p22"/>
                  <p:cNvSpPr/>
                  <p:nvPr/>
                </p:nvSpPr>
                <p:spPr>
                  <a:xfrm>
                    <a:off x="5583255" y="3720240"/>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2"/>
                  <p:cNvSpPr/>
                  <p:nvPr/>
                </p:nvSpPr>
                <p:spPr>
                  <a:xfrm>
                    <a:off x="5573677" y="3926931"/>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4" name="Google Shape;944;p22"/>
              <p:cNvSpPr/>
              <p:nvPr/>
            </p:nvSpPr>
            <p:spPr>
              <a:xfrm rot="10800000" flipH="1">
                <a:off x="349105" y="3681291"/>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2"/>
              <p:cNvSpPr/>
              <p:nvPr/>
            </p:nvSpPr>
            <p:spPr>
              <a:xfrm rot="10800000" flipH="1">
                <a:off x="4520398" y="4844644"/>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2"/>
              <p:cNvSpPr/>
              <p:nvPr/>
            </p:nvSpPr>
            <p:spPr>
              <a:xfrm rot="10800000" flipH="1">
                <a:off x="423153" y="1425765"/>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2"/>
              <p:cNvSpPr/>
              <p:nvPr/>
            </p:nvSpPr>
            <p:spPr>
              <a:xfrm rot="10800000" flipH="1">
                <a:off x="8522280" y="4558728"/>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8" name="Google Shape;948;p22"/>
          <p:cNvSpPr txBox="1">
            <a:spLocks noGrp="1"/>
          </p:cNvSpPr>
          <p:nvPr>
            <p:ph type="title" idx="2" hasCustomPrompt="1"/>
          </p:nvPr>
        </p:nvSpPr>
        <p:spPr>
          <a:xfrm>
            <a:off x="714600" y="2988586"/>
            <a:ext cx="2514300" cy="81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57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49" name="Google Shape;949;p22"/>
          <p:cNvSpPr txBox="1">
            <a:spLocks noGrp="1"/>
          </p:cNvSpPr>
          <p:nvPr>
            <p:ph type="subTitle" idx="1"/>
          </p:nvPr>
        </p:nvSpPr>
        <p:spPr>
          <a:xfrm>
            <a:off x="714575" y="2488648"/>
            <a:ext cx="2514300" cy="64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0" name="Google Shape;950;p22"/>
          <p:cNvSpPr txBox="1">
            <a:spLocks noGrp="1"/>
          </p:cNvSpPr>
          <p:nvPr>
            <p:ph type="subTitle" idx="3"/>
          </p:nvPr>
        </p:nvSpPr>
        <p:spPr>
          <a:xfrm>
            <a:off x="714600" y="3755836"/>
            <a:ext cx="2514300" cy="76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1" name="Google Shape;951;p22"/>
          <p:cNvSpPr txBox="1">
            <a:spLocks noGrp="1"/>
          </p:cNvSpPr>
          <p:nvPr>
            <p:ph type="title" idx="4" hasCustomPrompt="1"/>
          </p:nvPr>
        </p:nvSpPr>
        <p:spPr>
          <a:xfrm>
            <a:off x="3314867" y="2988586"/>
            <a:ext cx="2514300" cy="81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57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52" name="Google Shape;952;p22"/>
          <p:cNvSpPr txBox="1">
            <a:spLocks noGrp="1"/>
          </p:cNvSpPr>
          <p:nvPr>
            <p:ph type="subTitle" idx="5"/>
          </p:nvPr>
        </p:nvSpPr>
        <p:spPr>
          <a:xfrm>
            <a:off x="3314832" y="2488648"/>
            <a:ext cx="2514300" cy="64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3" name="Google Shape;953;p22"/>
          <p:cNvSpPr txBox="1">
            <a:spLocks noGrp="1"/>
          </p:cNvSpPr>
          <p:nvPr>
            <p:ph type="subTitle" idx="6"/>
          </p:nvPr>
        </p:nvSpPr>
        <p:spPr>
          <a:xfrm>
            <a:off x="3314856" y="3755836"/>
            <a:ext cx="2514300" cy="76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4" name="Google Shape;954;p22"/>
          <p:cNvSpPr txBox="1">
            <a:spLocks noGrp="1"/>
          </p:cNvSpPr>
          <p:nvPr>
            <p:ph type="title" idx="7" hasCustomPrompt="1"/>
          </p:nvPr>
        </p:nvSpPr>
        <p:spPr>
          <a:xfrm>
            <a:off x="5915146" y="2988586"/>
            <a:ext cx="2514300" cy="81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57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55" name="Google Shape;955;p22"/>
          <p:cNvSpPr txBox="1">
            <a:spLocks noGrp="1"/>
          </p:cNvSpPr>
          <p:nvPr>
            <p:ph type="subTitle" idx="8"/>
          </p:nvPr>
        </p:nvSpPr>
        <p:spPr>
          <a:xfrm>
            <a:off x="5915101" y="2488648"/>
            <a:ext cx="2514300" cy="64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2700">
                <a:solidFill>
                  <a:schemeClr val="accent1"/>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6" name="Google Shape;956;p22"/>
          <p:cNvSpPr txBox="1">
            <a:spLocks noGrp="1"/>
          </p:cNvSpPr>
          <p:nvPr>
            <p:ph type="subTitle" idx="9"/>
          </p:nvPr>
        </p:nvSpPr>
        <p:spPr>
          <a:xfrm>
            <a:off x="5915125" y="3755836"/>
            <a:ext cx="2514300" cy="76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2">
  <p:cSld name="CUSTOM_7_1">
    <p:spTree>
      <p:nvGrpSpPr>
        <p:cNvPr id="1" name="Shape 1004"/>
        <p:cNvGrpSpPr/>
        <p:nvPr/>
      </p:nvGrpSpPr>
      <p:grpSpPr>
        <a:xfrm>
          <a:off x="0" y="0"/>
          <a:ext cx="0" cy="0"/>
          <a:chOff x="0" y="0"/>
          <a:chExt cx="0" cy="0"/>
        </a:xfrm>
      </p:grpSpPr>
      <p:grpSp>
        <p:nvGrpSpPr>
          <p:cNvPr id="1005" name="Google Shape;1005;p24"/>
          <p:cNvGrpSpPr/>
          <p:nvPr/>
        </p:nvGrpSpPr>
        <p:grpSpPr>
          <a:xfrm>
            <a:off x="-1212377" y="-572849"/>
            <a:ext cx="10934708" cy="6663813"/>
            <a:chOff x="-1212377" y="-572849"/>
            <a:chExt cx="10934708" cy="6663813"/>
          </a:xfrm>
        </p:grpSpPr>
        <p:sp>
          <p:nvSpPr>
            <p:cNvPr id="1006" name="Google Shape;1006;p24"/>
            <p:cNvSpPr/>
            <p:nvPr/>
          </p:nvSpPr>
          <p:spPr>
            <a:xfrm rot="-4969394" flipH="1">
              <a:off x="7821343" y="17009"/>
              <a:ext cx="1508250" cy="1268269"/>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4"/>
            <p:cNvSpPr/>
            <p:nvPr/>
          </p:nvSpPr>
          <p:spPr>
            <a:xfrm rot="-10350154" flipH="1">
              <a:off x="-353891" y="1065142"/>
              <a:ext cx="1508309" cy="1268319"/>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4"/>
            <p:cNvSpPr/>
            <p:nvPr/>
          </p:nvSpPr>
          <p:spPr>
            <a:xfrm flipH="1">
              <a:off x="6089878" y="199396"/>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9" name="Google Shape;1009;p24"/>
            <p:cNvGrpSpPr/>
            <p:nvPr/>
          </p:nvGrpSpPr>
          <p:grpSpPr>
            <a:xfrm rot="-9990510">
              <a:off x="-880735" y="2542779"/>
              <a:ext cx="3190613" cy="3220433"/>
              <a:chOff x="7044875" y="-1293869"/>
              <a:chExt cx="3190628" cy="3220448"/>
            </a:xfrm>
          </p:grpSpPr>
          <p:grpSp>
            <p:nvGrpSpPr>
              <p:cNvPr id="1010" name="Google Shape;1010;p24"/>
              <p:cNvGrpSpPr/>
              <p:nvPr/>
            </p:nvGrpSpPr>
            <p:grpSpPr>
              <a:xfrm>
                <a:off x="7173820" y="-1293869"/>
                <a:ext cx="3061683" cy="3220448"/>
                <a:chOff x="7173820" y="-1293869"/>
                <a:chExt cx="3061683" cy="3220448"/>
              </a:xfrm>
            </p:grpSpPr>
            <p:sp>
              <p:nvSpPr>
                <p:cNvPr id="1011" name="Google Shape;1011;p24"/>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24"/>
                <p:cNvGrpSpPr/>
                <p:nvPr/>
              </p:nvGrpSpPr>
              <p:grpSpPr>
                <a:xfrm rot="8100000">
                  <a:off x="8939114" y="1159920"/>
                  <a:ext cx="70212" cy="266577"/>
                  <a:chOff x="5735123" y="3863031"/>
                  <a:chExt cx="70213" cy="266579"/>
                </a:xfrm>
              </p:grpSpPr>
              <p:sp>
                <p:nvSpPr>
                  <p:cNvPr id="1013" name="Google Shape;1013;p24"/>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5" name="Google Shape;1015;p24"/>
              <p:cNvSpPr/>
              <p:nvPr/>
            </p:nvSpPr>
            <p:spPr>
              <a:xfrm rot="-549082">
                <a:off x="7216503" y="-8171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6" name="Google Shape;1016;p24"/>
              <p:cNvGrpSpPr/>
              <p:nvPr/>
            </p:nvGrpSpPr>
            <p:grpSpPr>
              <a:xfrm rot="-3298310">
                <a:off x="8268470" y="-365522"/>
                <a:ext cx="781177" cy="840852"/>
                <a:chOff x="8604632" y="-457076"/>
                <a:chExt cx="781149" cy="840821"/>
              </a:xfrm>
            </p:grpSpPr>
            <p:sp>
              <p:nvSpPr>
                <p:cNvPr id="1017" name="Google Shape;1017;p24"/>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4"/>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4"/>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4"/>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4"/>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4"/>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25" name="Google Shape;1025;p24"/>
            <p:cNvGrpSpPr/>
            <p:nvPr/>
          </p:nvGrpSpPr>
          <p:grpSpPr>
            <a:xfrm rot="-2996445" flipH="1">
              <a:off x="2805698" y="-424516"/>
              <a:ext cx="740371" cy="757532"/>
              <a:chOff x="4391775" y="4244400"/>
              <a:chExt cx="715125" cy="731700"/>
            </a:xfrm>
          </p:grpSpPr>
          <p:sp>
            <p:nvSpPr>
              <p:cNvPr id="1026" name="Google Shape;1026;p24"/>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4"/>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4"/>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24"/>
            <p:cNvGrpSpPr/>
            <p:nvPr/>
          </p:nvGrpSpPr>
          <p:grpSpPr>
            <a:xfrm rot="-5145385">
              <a:off x="6343033" y="2613148"/>
              <a:ext cx="4342166" cy="2100883"/>
              <a:chOff x="-1013962" y="3673802"/>
              <a:chExt cx="4341985" cy="2100795"/>
            </a:xfrm>
          </p:grpSpPr>
          <p:grpSp>
            <p:nvGrpSpPr>
              <p:cNvPr id="1030" name="Google Shape;1030;p24"/>
              <p:cNvGrpSpPr/>
              <p:nvPr/>
            </p:nvGrpSpPr>
            <p:grpSpPr>
              <a:xfrm>
                <a:off x="-1013962" y="3673802"/>
                <a:ext cx="4341985" cy="2100795"/>
                <a:chOff x="-830187" y="4024390"/>
                <a:chExt cx="4341985" cy="2100795"/>
              </a:xfrm>
            </p:grpSpPr>
            <p:sp>
              <p:nvSpPr>
                <p:cNvPr id="1031" name="Google Shape;1031;p24"/>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4"/>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3" name="Google Shape;1033;p24"/>
                <p:cNvGrpSpPr/>
                <p:nvPr/>
              </p:nvGrpSpPr>
              <p:grpSpPr>
                <a:xfrm>
                  <a:off x="174564" y="4842646"/>
                  <a:ext cx="824338" cy="865398"/>
                  <a:chOff x="126952" y="4637346"/>
                  <a:chExt cx="824338" cy="865398"/>
                </a:xfrm>
              </p:grpSpPr>
              <p:sp>
                <p:nvSpPr>
                  <p:cNvPr id="1034" name="Google Shape;1034;p24"/>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4"/>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4"/>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4"/>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4"/>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4"/>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4"/>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4"/>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42" name="Google Shape;1042;p24"/>
              <p:cNvGrpSpPr/>
              <p:nvPr/>
            </p:nvGrpSpPr>
            <p:grpSpPr>
              <a:xfrm rot="-5189473">
                <a:off x="2083919" y="4411860"/>
                <a:ext cx="70211" cy="266572"/>
                <a:chOff x="5735123" y="3863031"/>
                <a:chExt cx="70213" cy="266579"/>
              </a:xfrm>
            </p:grpSpPr>
            <p:sp>
              <p:nvSpPr>
                <p:cNvPr id="1043" name="Google Shape;1043;p24"/>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4"/>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5" name="Google Shape;1045;p24"/>
            <p:cNvSpPr/>
            <p:nvPr/>
          </p:nvSpPr>
          <p:spPr>
            <a:xfrm flipH="1">
              <a:off x="622969" y="712799"/>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6" name="Google Shape;1046;p24"/>
          <p:cNvSpPr txBox="1">
            <a:spLocks noGrp="1"/>
          </p:cNvSpPr>
          <p:nvPr>
            <p:ph type="title"/>
          </p:nvPr>
        </p:nvSpPr>
        <p:spPr>
          <a:xfrm>
            <a:off x="3027425" y="523700"/>
            <a:ext cx="5177400" cy="797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5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47" name="Google Shape;1047;p24"/>
          <p:cNvSpPr txBox="1">
            <a:spLocks noGrp="1"/>
          </p:cNvSpPr>
          <p:nvPr>
            <p:ph type="title" idx="2" hasCustomPrompt="1"/>
          </p:nvPr>
        </p:nvSpPr>
        <p:spPr>
          <a:xfrm>
            <a:off x="1192125" y="636600"/>
            <a:ext cx="1664400" cy="116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8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048" name="Google Shape;1048;p24"/>
          <p:cNvSpPr txBox="1">
            <a:spLocks noGrp="1"/>
          </p:cNvSpPr>
          <p:nvPr>
            <p:ph type="subTitle" idx="1"/>
          </p:nvPr>
        </p:nvSpPr>
        <p:spPr>
          <a:xfrm>
            <a:off x="3039750" y="1439650"/>
            <a:ext cx="5177400" cy="366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1_1">
    <p:spTree>
      <p:nvGrpSpPr>
        <p:cNvPr id="1" name="Shape 1097"/>
        <p:cNvGrpSpPr/>
        <p:nvPr/>
      </p:nvGrpSpPr>
      <p:grpSpPr>
        <a:xfrm>
          <a:off x="0" y="0"/>
          <a:ext cx="0" cy="0"/>
          <a:chOff x="0" y="0"/>
          <a:chExt cx="0" cy="0"/>
        </a:xfrm>
      </p:grpSpPr>
      <p:sp>
        <p:nvSpPr>
          <p:cNvPr id="1098" name="Google Shape;1098;p26"/>
          <p:cNvSpPr txBox="1">
            <a:spLocks noGrp="1"/>
          </p:cNvSpPr>
          <p:nvPr>
            <p:ph type="body" idx="1"/>
          </p:nvPr>
        </p:nvSpPr>
        <p:spPr>
          <a:xfrm>
            <a:off x="1192350" y="1956500"/>
            <a:ext cx="3687600" cy="23637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sz="1400"/>
            </a:lvl1pPr>
            <a:lvl2pPr marL="914400" lvl="1" indent="-330200" rtl="0">
              <a:spcBef>
                <a:spcPts val="0"/>
              </a:spcBef>
              <a:spcAft>
                <a:spcPts val="0"/>
              </a:spcAft>
              <a:buSzPts val="1600"/>
              <a:buFont typeface="Nunito Light"/>
              <a:buChar char="○"/>
              <a:defRPr sz="1200"/>
            </a:lvl2pPr>
            <a:lvl3pPr marL="1371600" lvl="2" indent="-323850" rtl="0">
              <a:spcBef>
                <a:spcPts val="0"/>
              </a:spcBef>
              <a:spcAft>
                <a:spcPts val="0"/>
              </a:spcAft>
              <a:buSzPts val="1500"/>
              <a:buFont typeface="Nunito Light"/>
              <a:buChar char="■"/>
              <a:defRPr sz="1200"/>
            </a:lvl3pPr>
            <a:lvl4pPr marL="1828800" lvl="3" indent="-323850" rtl="0">
              <a:spcBef>
                <a:spcPts val="0"/>
              </a:spcBef>
              <a:spcAft>
                <a:spcPts val="0"/>
              </a:spcAft>
              <a:buSzPts val="1500"/>
              <a:buFont typeface="Nunito Light"/>
              <a:buChar char="●"/>
              <a:defRPr sz="1200"/>
            </a:lvl4pPr>
            <a:lvl5pPr marL="2286000" lvl="4" indent="-317500" rtl="0">
              <a:spcBef>
                <a:spcPts val="0"/>
              </a:spcBef>
              <a:spcAft>
                <a:spcPts val="0"/>
              </a:spcAft>
              <a:buSzPts val="1400"/>
              <a:buFont typeface="Nunito Light"/>
              <a:buChar char="○"/>
              <a:defRPr sz="1200"/>
            </a:lvl5pPr>
            <a:lvl6pPr marL="2743200" lvl="5" indent="-317500" rtl="0">
              <a:spcBef>
                <a:spcPts val="0"/>
              </a:spcBef>
              <a:spcAft>
                <a:spcPts val="0"/>
              </a:spcAft>
              <a:buSzPts val="1400"/>
              <a:buFont typeface="Nunito Light"/>
              <a:buChar char="■"/>
              <a:defRPr sz="1200"/>
            </a:lvl6pPr>
            <a:lvl7pPr marL="3200400" lvl="6" indent="-311150" rtl="0">
              <a:spcBef>
                <a:spcPts val="0"/>
              </a:spcBef>
              <a:spcAft>
                <a:spcPts val="0"/>
              </a:spcAft>
              <a:buSzPts val="1300"/>
              <a:buFont typeface="Nunito Light"/>
              <a:buChar char="●"/>
              <a:defRPr sz="1200"/>
            </a:lvl7pPr>
            <a:lvl8pPr marL="3657600" lvl="7" indent="-311150" rtl="0">
              <a:spcBef>
                <a:spcPts val="0"/>
              </a:spcBef>
              <a:spcAft>
                <a:spcPts val="0"/>
              </a:spcAft>
              <a:buSzPts val="1300"/>
              <a:buFont typeface="Nunito Light"/>
              <a:buChar char="○"/>
              <a:defRPr sz="1200"/>
            </a:lvl8pPr>
            <a:lvl9pPr marL="4114800" lvl="8" indent="-317500" rtl="0">
              <a:spcBef>
                <a:spcPts val="0"/>
              </a:spcBef>
              <a:spcAft>
                <a:spcPts val="0"/>
              </a:spcAft>
              <a:buSzPts val="1400"/>
              <a:buFont typeface="Nunito Light"/>
              <a:buChar char="■"/>
              <a:defRPr sz="1200"/>
            </a:lvl9pPr>
          </a:lstStyle>
          <a:p>
            <a:endParaRPr/>
          </a:p>
        </p:txBody>
      </p:sp>
      <p:sp>
        <p:nvSpPr>
          <p:cNvPr id="1099" name="Google Shape;1099;p26"/>
          <p:cNvSpPr txBox="1">
            <a:spLocks noGrp="1"/>
          </p:cNvSpPr>
          <p:nvPr>
            <p:ph type="title"/>
          </p:nvPr>
        </p:nvSpPr>
        <p:spPr>
          <a:xfrm>
            <a:off x="714575" y="461300"/>
            <a:ext cx="5943000" cy="1382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100" name="Google Shape;1100;p26"/>
          <p:cNvGrpSpPr/>
          <p:nvPr/>
        </p:nvGrpSpPr>
        <p:grpSpPr>
          <a:xfrm>
            <a:off x="-1955642" y="267828"/>
            <a:ext cx="12051957" cy="6075192"/>
            <a:chOff x="-1955642" y="267828"/>
            <a:chExt cx="12051957" cy="6075192"/>
          </a:xfrm>
        </p:grpSpPr>
        <p:grpSp>
          <p:nvGrpSpPr>
            <p:cNvPr id="1101" name="Google Shape;1101;p26"/>
            <p:cNvGrpSpPr/>
            <p:nvPr/>
          </p:nvGrpSpPr>
          <p:grpSpPr>
            <a:xfrm flipH="1">
              <a:off x="5652159" y="3937202"/>
              <a:ext cx="4444157" cy="2179248"/>
              <a:chOff x="-1013962" y="3673802"/>
              <a:chExt cx="4444157" cy="2179248"/>
            </a:xfrm>
          </p:grpSpPr>
          <p:grpSp>
            <p:nvGrpSpPr>
              <p:cNvPr id="1102" name="Google Shape;1102;p26"/>
              <p:cNvGrpSpPr/>
              <p:nvPr/>
            </p:nvGrpSpPr>
            <p:grpSpPr>
              <a:xfrm>
                <a:off x="-1013962" y="3673802"/>
                <a:ext cx="4444157" cy="2179248"/>
                <a:chOff x="-830187" y="4024390"/>
                <a:chExt cx="4444157" cy="2179248"/>
              </a:xfrm>
            </p:grpSpPr>
            <p:sp>
              <p:nvSpPr>
                <p:cNvPr id="1103" name="Google Shape;1103;p26"/>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6"/>
                <p:cNvSpPr/>
                <p:nvPr/>
              </p:nvSpPr>
              <p:spPr>
                <a:xfrm rot="-207900">
                  <a:off x="-238709" y="4137361"/>
                  <a:ext cx="3797125" cy="1953315"/>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5" name="Google Shape;1105;p26"/>
                <p:cNvGrpSpPr/>
                <p:nvPr/>
              </p:nvGrpSpPr>
              <p:grpSpPr>
                <a:xfrm>
                  <a:off x="174564" y="4842646"/>
                  <a:ext cx="824338" cy="865398"/>
                  <a:chOff x="126952" y="4637346"/>
                  <a:chExt cx="824338" cy="865398"/>
                </a:xfrm>
              </p:grpSpPr>
              <p:sp>
                <p:nvSpPr>
                  <p:cNvPr id="1106" name="Google Shape;1106;p26"/>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6"/>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6"/>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6"/>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6"/>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6"/>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6"/>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6"/>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4" name="Google Shape;1114;p26"/>
              <p:cNvGrpSpPr/>
              <p:nvPr/>
            </p:nvGrpSpPr>
            <p:grpSpPr>
              <a:xfrm rot="-5189473">
                <a:off x="2083919" y="4411860"/>
                <a:ext cx="70211" cy="266572"/>
                <a:chOff x="5735123" y="3863031"/>
                <a:chExt cx="70213" cy="266579"/>
              </a:xfrm>
            </p:grpSpPr>
            <p:sp>
              <p:nvSpPr>
                <p:cNvPr id="1115" name="Google Shape;1115;p26"/>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6"/>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7" name="Google Shape;1117;p26"/>
            <p:cNvGrpSpPr/>
            <p:nvPr/>
          </p:nvGrpSpPr>
          <p:grpSpPr>
            <a:xfrm>
              <a:off x="2385172" y="4808004"/>
              <a:ext cx="763146" cy="697824"/>
              <a:chOff x="3681125" y="1846650"/>
              <a:chExt cx="515500" cy="471375"/>
            </a:xfrm>
          </p:grpSpPr>
          <p:sp>
            <p:nvSpPr>
              <p:cNvPr id="1118" name="Google Shape;1118;p26"/>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6"/>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6"/>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1" name="Google Shape;1121;p26"/>
            <p:cNvSpPr/>
            <p:nvPr/>
          </p:nvSpPr>
          <p:spPr>
            <a:xfrm>
              <a:off x="8533742" y="3649706"/>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p:nvPr/>
          </p:nvSpPr>
          <p:spPr>
            <a:xfrm>
              <a:off x="2621355" y="267828"/>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6"/>
            <p:cNvSpPr/>
            <p:nvPr/>
          </p:nvSpPr>
          <p:spPr>
            <a:xfrm>
              <a:off x="370778" y="3187428"/>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6"/>
            <p:cNvSpPr/>
            <p:nvPr/>
          </p:nvSpPr>
          <p:spPr>
            <a:xfrm>
              <a:off x="4845892" y="473853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p:cNvSpPr/>
            <p:nvPr/>
          </p:nvSpPr>
          <p:spPr>
            <a:xfrm flipH="1">
              <a:off x="7940600" y="1153340"/>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6" name="Google Shape;1126;p26"/>
            <p:cNvGrpSpPr/>
            <p:nvPr/>
          </p:nvGrpSpPr>
          <p:grpSpPr>
            <a:xfrm rot="-4702121" flipH="1">
              <a:off x="-1621402" y="2596784"/>
              <a:ext cx="3406135" cy="3458919"/>
              <a:chOff x="6888464" y="-1443149"/>
              <a:chExt cx="3406361" cy="3459149"/>
            </a:xfrm>
          </p:grpSpPr>
          <p:grpSp>
            <p:nvGrpSpPr>
              <p:cNvPr id="1127" name="Google Shape;1127;p26"/>
              <p:cNvGrpSpPr/>
              <p:nvPr/>
            </p:nvGrpSpPr>
            <p:grpSpPr>
              <a:xfrm>
                <a:off x="7204548" y="-1443149"/>
                <a:ext cx="3061683" cy="3220448"/>
                <a:chOff x="7204548" y="-1443149"/>
                <a:chExt cx="3061683" cy="3220448"/>
              </a:xfrm>
            </p:grpSpPr>
            <p:sp>
              <p:nvSpPr>
                <p:cNvPr id="1128" name="Google Shape;1128;p26"/>
                <p:cNvSpPr/>
                <p:nvPr/>
              </p:nvSpPr>
              <p:spPr>
                <a:xfrm rot="-776719">
                  <a:off x="7477950" y="-1196098"/>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9" name="Google Shape;1129;p26"/>
                <p:cNvGrpSpPr/>
                <p:nvPr/>
              </p:nvGrpSpPr>
              <p:grpSpPr>
                <a:xfrm rot="8100000">
                  <a:off x="8969842" y="1010640"/>
                  <a:ext cx="70212" cy="266577"/>
                  <a:chOff x="5607837" y="3946861"/>
                  <a:chExt cx="70213" cy="266579"/>
                </a:xfrm>
              </p:grpSpPr>
              <p:sp>
                <p:nvSpPr>
                  <p:cNvPr id="1130" name="Google Shape;1130;p26"/>
                  <p:cNvSpPr/>
                  <p:nvPr/>
                </p:nvSpPr>
                <p:spPr>
                  <a:xfrm>
                    <a:off x="5617414" y="394686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6"/>
                  <p:cNvSpPr/>
                  <p:nvPr/>
                </p:nvSpPr>
                <p:spPr>
                  <a:xfrm>
                    <a:off x="5607837" y="415355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2" name="Google Shape;1132;p26"/>
              <p:cNvSpPr/>
              <p:nvPr/>
            </p:nvSpPr>
            <p:spPr>
              <a:xfrm rot="-2539449">
                <a:off x="7360537" y="-861338"/>
                <a:ext cx="2462217" cy="235537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3" name="Google Shape;1133;p26"/>
              <p:cNvGrpSpPr/>
              <p:nvPr/>
            </p:nvGrpSpPr>
            <p:grpSpPr>
              <a:xfrm rot="-3298310">
                <a:off x="8268470" y="-365522"/>
                <a:ext cx="781177" cy="840852"/>
                <a:chOff x="8604632" y="-457076"/>
                <a:chExt cx="781149" cy="840821"/>
              </a:xfrm>
            </p:grpSpPr>
            <p:sp>
              <p:nvSpPr>
                <p:cNvPr id="1134" name="Google Shape;1134;p26"/>
                <p:cNvSpPr/>
                <p:nvPr/>
              </p:nvSpPr>
              <p:spPr>
                <a:xfrm>
                  <a:off x="8656271" y="119498"/>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6"/>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6"/>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6"/>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6"/>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6"/>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6"/>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42" name="Google Shape;1142;p26"/>
            <p:cNvSpPr/>
            <p:nvPr/>
          </p:nvSpPr>
          <p:spPr>
            <a:xfrm rot="-10530021" flipH="1">
              <a:off x="-633659" y="1219529"/>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6"/>
            <p:cNvSpPr/>
            <p:nvPr/>
          </p:nvSpPr>
          <p:spPr>
            <a:xfrm>
              <a:off x="359320" y="644106"/>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CUSTOM_1_1_2">
    <p:spTree>
      <p:nvGrpSpPr>
        <p:cNvPr id="1" name="Shape 1144"/>
        <p:cNvGrpSpPr/>
        <p:nvPr/>
      </p:nvGrpSpPr>
      <p:grpSpPr>
        <a:xfrm>
          <a:off x="0" y="0"/>
          <a:ext cx="0" cy="0"/>
          <a:chOff x="0" y="0"/>
          <a:chExt cx="0" cy="0"/>
        </a:xfrm>
      </p:grpSpPr>
      <p:grpSp>
        <p:nvGrpSpPr>
          <p:cNvPr id="1145" name="Google Shape;1145;p27"/>
          <p:cNvGrpSpPr/>
          <p:nvPr/>
        </p:nvGrpSpPr>
        <p:grpSpPr>
          <a:xfrm>
            <a:off x="-1523427" y="-1066074"/>
            <a:ext cx="11738731" cy="6984042"/>
            <a:chOff x="-1523427" y="-1066074"/>
            <a:chExt cx="11738731" cy="6984042"/>
          </a:xfrm>
        </p:grpSpPr>
        <p:grpSp>
          <p:nvGrpSpPr>
            <p:cNvPr id="1146" name="Google Shape;1146;p27"/>
            <p:cNvGrpSpPr/>
            <p:nvPr/>
          </p:nvGrpSpPr>
          <p:grpSpPr>
            <a:xfrm>
              <a:off x="-1523427" y="-1066074"/>
              <a:ext cx="11738731" cy="6984042"/>
              <a:chOff x="-1523427" y="-1066074"/>
              <a:chExt cx="11738731" cy="6984042"/>
            </a:xfrm>
          </p:grpSpPr>
          <p:sp>
            <p:nvSpPr>
              <p:cNvPr id="1147" name="Google Shape;1147;p27"/>
              <p:cNvSpPr/>
              <p:nvPr/>
            </p:nvSpPr>
            <p:spPr>
              <a:xfrm rot="10374580">
                <a:off x="7040319" y="-42390"/>
                <a:ext cx="1508194" cy="1268221"/>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7"/>
              <p:cNvSpPr/>
              <p:nvPr/>
            </p:nvSpPr>
            <p:spPr>
              <a:xfrm rot="-10587449" flipH="1">
                <a:off x="-300308" y="3638071"/>
                <a:ext cx="1508261" cy="1268278"/>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9" name="Google Shape;1149;p27"/>
              <p:cNvGrpSpPr/>
              <p:nvPr/>
            </p:nvGrpSpPr>
            <p:grpSpPr>
              <a:xfrm rot="-809490" flipH="1">
                <a:off x="-1191785" y="-738321"/>
                <a:ext cx="3190613" cy="3220433"/>
                <a:chOff x="7044875" y="-1293869"/>
                <a:chExt cx="3190628" cy="3220448"/>
              </a:xfrm>
            </p:grpSpPr>
            <p:grpSp>
              <p:nvGrpSpPr>
                <p:cNvPr id="1150" name="Google Shape;1150;p27"/>
                <p:cNvGrpSpPr/>
                <p:nvPr/>
              </p:nvGrpSpPr>
              <p:grpSpPr>
                <a:xfrm>
                  <a:off x="7173820" y="-1293869"/>
                  <a:ext cx="3061683" cy="3220448"/>
                  <a:chOff x="7173820" y="-1293869"/>
                  <a:chExt cx="3061683" cy="3220448"/>
                </a:xfrm>
              </p:grpSpPr>
              <p:sp>
                <p:nvSpPr>
                  <p:cNvPr id="1151" name="Google Shape;1151;p27"/>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2" name="Google Shape;1152;p27"/>
                  <p:cNvGrpSpPr/>
                  <p:nvPr/>
                </p:nvGrpSpPr>
                <p:grpSpPr>
                  <a:xfrm rot="8100000">
                    <a:off x="8939114" y="1159920"/>
                    <a:ext cx="70212" cy="266577"/>
                    <a:chOff x="5735123" y="3863031"/>
                    <a:chExt cx="70213" cy="266579"/>
                  </a:xfrm>
                </p:grpSpPr>
                <p:sp>
                  <p:nvSpPr>
                    <p:cNvPr id="1153" name="Google Shape;1153;p27"/>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7"/>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5" name="Google Shape;1155;p27"/>
                <p:cNvSpPr/>
                <p:nvPr/>
              </p:nvSpPr>
              <p:spPr>
                <a:xfrm rot="-549082">
                  <a:off x="7216503" y="-8171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6" name="Google Shape;1156;p27"/>
                <p:cNvGrpSpPr/>
                <p:nvPr/>
              </p:nvGrpSpPr>
              <p:grpSpPr>
                <a:xfrm rot="-3298310">
                  <a:off x="8268470" y="-365522"/>
                  <a:ext cx="781177" cy="840852"/>
                  <a:chOff x="8604632" y="-457076"/>
                  <a:chExt cx="781149" cy="840821"/>
                </a:xfrm>
              </p:grpSpPr>
              <p:sp>
                <p:nvSpPr>
                  <p:cNvPr id="1157" name="Google Shape;1157;p27"/>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7"/>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7"/>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7"/>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7"/>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7"/>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7"/>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7"/>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5" name="Google Shape;1165;p27"/>
              <p:cNvGrpSpPr/>
              <p:nvPr/>
            </p:nvGrpSpPr>
            <p:grpSpPr>
              <a:xfrm rot="-2996445" flipH="1">
                <a:off x="2987923" y="4112534"/>
                <a:ext cx="740371" cy="757532"/>
                <a:chOff x="4391775" y="4244400"/>
                <a:chExt cx="715125" cy="731700"/>
              </a:xfrm>
            </p:grpSpPr>
            <p:sp>
              <p:nvSpPr>
                <p:cNvPr id="1166" name="Google Shape;1166;p27"/>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7"/>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7"/>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9" name="Google Shape;1169;p27"/>
              <p:cNvGrpSpPr/>
              <p:nvPr/>
            </p:nvGrpSpPr>
            <p:grpSpPr>
              <a:xfrm rot="-5907885">
                <a:off x="6685807" y="2565631"/>
                <a:ext cx="4341956" cy="2100781"/>
                <a:chOff x="-1013962" y="3673802"/>
                <a:chExt cx="4341985" cy="2100795"/>
              </a:xfrm>
            </p:grpSpPr>
            <p:grpSp>
              <p:nvGrpSpPr>
                <p:cNvPr id="1170" name="Google Shape;1170;p27"/>
                <p:cNvGrpSpPr/>
                <p:nvPr/>
              </p:nvGrpSpPr>
              <p:grpSpPr>
                <a:xfrm>
                  <a:off x="-1013962" y="3673802"/>
                  <a:ext cx="4341985" cy="2100795"/>
                  <a:chOff x="-830187" y="4024390"/>
                  <a:chExt cx="4341985" cy="2100795"/>
                </a:xfrm>
              </p:grpSpPr>
              <p:sp>
                <p:nvSpPr>
                  <p:cNvPr id="1171" name="Google Shape;1171;p27"/>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7"/>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3" name="Google Shape;1173;p27"/>
                  <p:cNvGrpSpPr/>
                  <p:nvPr/>
                </p:nvGrpSpPr>
                <p:grpSpPr>
                  <a:xfrm>
                    <a:off x="174564" y="4842646"/>
                    <a:ext cx="824338" cy="865398"/>
                    <a:chOff x="126952" y="4637346"/>
                    <a:chExt cx="824338" cy="865398"/>
                  </a:xfrm>
                </p:grpSpPr>
                <p:sp>
                  <p:nvSpPr>
                    <p:cNvPr id="1174" name="Google Shape;1174;p27"/>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7"/>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7"/>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7"/>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7"/>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7"/>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7"/>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7"/>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2" name="Google Shape;1182;p27"/>
                <p:cNvGrpSpPr/>
                <p:nvPr/>
              </p:nvGrpSpPr>
              <p:grpSpPr>
                <a:xfrm rot="-5189473">
                  <a:off x="2083919" y="4411860"/>
                  <a:ext cx="70211" cy="266572"/>
                  <a:chOff x="5735123" y="3863031"/>
                  <a:chExt cx="70213" cy="266579"/>
                </a:xfrm>
              </p:grpSpPr>
              <p:sp>
                <p:nvSpPr>
                  <p:cNvPr id="1183" name="Google Shape;1183;p27"/>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7"/>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185" name="Google Shape;1185;p27"/>
            <p:cNvSpPr/>
            <p:nvPr/>
          </p:nvSpPr>
          <p:spPr>
            <a:xfrm flipH="1">
              <a:off x="5493824" y="480812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6" name="Google Shape;1186;p27"/>
          <p:cNvSpPr txBox="1">
            <a:spLocks noGrp="1"/>
          </p:cNvSpPr>
          <p:nvPr>
            <p:ph type="title"/>
          </p:nvPr>
        </p:nvSpPr>
        <p:spPr>
          <a:xfrm>
            <a:off x="1095575" y="1427650"/>
            <a:ext cx="3028800" cy="138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87" name="Google Shape;1187;p27"/>
          <p:cNvSpPr txBox="1">
            <a:spLocks noGrp="1"/>
          </p:cNvSpPr>
          <p:nvPr>
            <p:ph type="subTitle" idx="1"/>
          </p:nvPr>
        </p:nvSpPr>
        <p:spPr>
          <a:xfrm>
            <a:off x="1095575" y="2809875"/>
            <a:ext cx="3028800" cy="100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CUSTOM_1_1_2_1">
    <p:spTree>
      <p:nvGrpSpPr>
        <p:cNvPr id="1" name="Shape 1188"/>
        <p:cNvGrpSpPr/>
        <p:nvPr/>
      </p:nvGrpSpPr>
      <p:grpSpPr>
        <a:xfrm>
          <a:off x="0" y="0"/>
          <a:ext cx="0" cy="0"/>
          <a:chOff x="0" y="0"/>
          <a:chExt cx="0" cy="0"/>
        </a:xfrm>
      </p:grpSpPr>
      <p:grpSp>
        <p:nvGrpSpPr>
          <p:cNvPr id="1189" name="Google Shape;1189;p28"/>
          <p:cNvGrpSpPr/>
          <p:nvPr/>
        </p:nvGrpSpPr>
        <p:grpSpPr>
          <a:xfrm>
            <a:off x="-1564452" y="-512905"/>
            <a:ext cx="11609788" cy="6915974"/>
            <a:chOff x="-1564452" y="-512905"/>
            <a:chExt cx="11609788" cy="6915974"/>
          </a:xfrm>
        </p:grpSpPr>
        <p:sp>
          <p:nvSpPr>
            <p:cNvPr id="1190" name="Google Shape;1190;p28"/>
            <p:cNvSpPr/>
            <p:nvPr/>
          </p:nvSpPr>
          <p:spPr>
            <a:xfrm rot="-818950" flipH="1">
              <a:off x="7120229" y="4231901"/>
              <a:ext cx="1508227" cy="1268249"/>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8"/>
            <p:cNvSpPr/>
            <p:nvPr/>
          </p:nvSpPr>
          <p:spPr>
            <a:xfrm rot="-10587449" flipH="1">
              <a:off x="-391633" y="1003921"/>
              <a:ext cx="1508261" cy="1268278"/>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8"/>
            <p:cNvSpPr/>
            <p:nvPr/>
          </p:nvSpPr>
          <p:spPr>
            <a:xfrm rot="10800000">
              <a:off x="6406217" y="4877550"/>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8"/>
            <p:cNvSpPr/>
            <p:nvPr/>
          </p:nvSpPr>
          <p:spPr>
            <a:xfrm rot="10800000">
              <a:off x="673870" y="589781"/>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4" name="Google Shape;1194;p28"/>
            <p:cNvGrpSpPr/>
            <p:nvPr/>
          </p:nvGrpSpPr>
          <p:grpSpPr>
            <a:xfrm rot="-9990510">
              <a:off x="-1232810" y="2854884"/>
              <a:ext cx="3190613" cy="3220433"/>
              <a:chOff x="7044875" y="-1293869"/>
              <a:chExt cx="3190628" cy="3220448"/>
            </a:xfrm>
          </p:grpSpPr>
          <p:grpSp>
            <p:nvGrpSpPr>
              <p:cNvPr id="1195" name="Google Shape;1195;p28"/>
              <p:cNvGrpSpPr/>
              <p:nvPr/>
            </p:nvGrpSpPr>
            <p:grpSpPr>
              <a:xfrm>
                <a:off x="7173820" y="-1293869"/>
                <a:ext cx="3061683" cy="3220448"/>
                <a:chOff x="7173820" y="-1293869"/>
                <a:chExt cx="3061683" cy="3220448"/>
              </a:xfrm>
            </p:grpSpPr>
            <p:sp>
              <p:nvSpPr>
                <p:cNvPr id="1196" name="Google Shape;1196;p28"/>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7" name="Google Shape;1197;p28"/>
                <p:cNvGrpSpPr/>
                <p:nvPr/>
              </p:nvGrpSpPr>
              <p:grpSpPr>
                <a:xfrm rot="8100000">
                  <a:off x="8939114" y="1159920"/>
                  <a:ext cx="70212" cy="266577"/>
                  <a:chOff x="5735123" y="3863031"/>
                  <a:chExt cx="70213" cy="266579"/>
                </a:xfrm>
              </p:grpSpPr>
              <p:sp>
                <p:nvSpPr>
                  <p:cNvPr id="1198" name="Google Shape;1198;p28"/>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8"/>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00" name="Google Shape;1200;p28"/>
              <p:cNvSpPr/>
              <p:nvPr/>
            </p:nvSpPr>
            <p:spPr>
              <a:xfrm rot="-549082">
                <a:off x="7216503" y="-8171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1" name="Google Shape;1201;p28"/>
              <p:cNvGrpSpPr/>
              <p:nvPr/>
            </p:nvGrpSpPr>
            <p:grpSpPr>
              <a:xfrm rot="-3298310">
                <a:off x="8268470" y="-365522"/>
                <a:ext cx="781177" cy="840852"/>
                <a:chOff x="8604632" y="-457076"/>
                <a:chExt cx="781149" cy="840821"/>
              </a:xfrm>
            </p:grpSpPr>
            <p:sp>
              <p:nvSpPr>
                <p:cNvPr id="1202" name="Google Shape;1202;p28"/>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8"/>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8"/>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8"/>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8"/>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8"/>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8"/>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8"/>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10" name="Google Shape;1210;p28"/>
            <p:cNvGrpSpPr/>
            <p:nvPr/>
          </p:nvGrpSpPr>
          <p:grpSpPr>
            <a:xfrm rot="10800000">
              <a:off x="5703351" y="-512905"/>
              <a:ext cx="4341985" cy="2100795"/>
              <a:chOff x="-1013962" y="3673802"/>
              <a:chExt cx="4341985" cy="2100795"/>
            </a:xfrm>
          </p:grpSpPr>
          <p:grpSp>
            <p:nvGrpSpPr>
              <p:cNvPr id="1211" name="Google Shape;1211;p28"/>
              <p:cNvGrpSpPr/>
              <p:nvPr/>
            </p:nvGrpSpPr>
            <p:grpSpPr>
              <a:xfrm>
                <a:off x="-1013962" y="3673802"/>
                <a:ext cx="4341985" cy="2100795"/>
                <a:chOff x="-830187" y="4024390"/>
                <a:chExt cx="4341985" cy="2100795"/>
              </a:xfrm>
            </p:grpSpPr>
            <p:sp>
              <p:nvSpPr>
                <p:cNvPr id="1212" name="Google Shape;1212;p28"/>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8"/>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4" name="Google Shape;1214;p28"/>
                <p:cNvGrpSpPr/>
                <p:nvPr/>
              </p:nvGrpSpPr>
              <p:grpSpPr>
                <a:xfrm>
                  <a:off x="174564" y="4842646"/>
                  <a:ext cx="824338" cy="865398"/>
                  <a:chOff x="126952" y="4637346"/>
                  <a:chExt cx="824338" cy="865398"/>
                </a:xfrm>
              </p:grpSpPr>
              <p:sp>
                <p:nvSpPr>
                  <p:cNvPr id="1215" name="Google Shape;1215;p28"/>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8"/>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8"/>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8"/>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8"/>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8"/>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8"/>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8"/>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3" name="Google Shape;1223;p28"/>
              <p:cNvGrpSpPr/>
              <p:nvPr/>
            </p:nvGrpSpPr>
            <p:grpSpPr>
              <a:xfrm rot="-5189473">
                <a:off x="2083919" y="4411860"/>
                <a:ext cx="70211" cy="266572"/>
                <a:chOff x="5735123" y="3863031"/>
                <a:chExt cx="70213" cy="266579"/>
              </a:xfrm>
            </p:grpSpPr>
            <p:sp>
              <p:nvSpPr>
                <p:cNvPr id="1224" name="Google Shape;1224;p28"/>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8"/>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26" name="Google Shape;1226;p28"/>
            <p:cNvSpPr/>
            <p:nvPr/>
          </p:nvSpPr>
          <p:spPr>
            <a:xfrm rot="10800000">
              <a:off x="8682519" y="3201300"/>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7" name="Google Shape;1227;p28"/>
          <p:cNvSpPr txBox="1">
            <a:spLocks noGrp="1"/>
          </p:cNvSpPr>
          <p:nvPr>
            <p:ph type="title"/>
          </p:nvPr>
        </p:nvSpPr>
        <p:spPr>
          <a:xfrm>
            <a:off x="4943675" y="1427650"/>
            <a:ext cx="3028800" cy="138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1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1228" name="Google Shape;1228;p28"/>
          <p:cNvSpPr txBox="1">
            <a:spLocks noGrp="1"/>
          </p:cNvSpPr>
          <p:nvPr>
            <p:ph type="subTitle" idx="1"/>
          </p:nvPr>
        </p:nvSpPr>
        <p:spPr>
          <a:xfrm>
            <a:off x="4943675" y="2809875"/>
            <a:ext cx="3028800" cy="100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CUSTOM_1_1_2_2">
    <p:spTree>
      <p:nvGrpSpPr>
        <p:cNvPr id="1" name="Shape 1229"/>
        <p:cNvGrpSpPr/>
        <p:nvPr/>
      </p:nvGrpSpPr>
      <p:grpSpPr>
        <a:xfrm>
          <a:off x="0" y="0"/>
          <a:ext cx="0" cy="0"/>
          <a:chOff x="0" y="0"/>
          <a:chExt cx="0" cy="0"/>
        </a:xfrm>
      </p:grpSpPr>
      <p:grpSp>
        <p:nvGrpSpPr>
          <p:cNvPr id="1230" name="Google Shape;1230;p29"/>
          <p:cNvGrpSpPr/>
          <p:nvPr/>
        </p:nvGrpSpPr>
        <p:grpSpPr>
          <a:xfrm>
            <a:off x="-850176" y="-725259"/>
            <a:ext cx="10835007" cy="6939591"/>
            <a:chOff x="-850176" y="-725259"/>
            <a:chExt cx="10835007" cy="6939591"/>
          </a:xfrm>
        </p:grpSpPr>
        <p:sp>
          <p:nvSpPr>
            <p:cNvPr id="1231" name="Google Shape;1231;p29"/>
            <p:cNvSpPr/>
            <p:nvPr/>
          </p:nvSpPr>
          <p:spPr>
            <a:xfrm rot="10530021">
              <a:off x="1284316" y="-96664"/>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9"/>
            <p:cNvSpPr/>
            <p:nvPr/>
          </p:nvSpPr>
          <p:spPr>
            <a:xfrm flipH="1">
              <a:off x="7797775" y="3658552"/>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3" name="Google Shape;1233;p29"/>
            <p:cNvGrpSpPr/>
            <p:nvPr/>
          </p:nvGrpSpPr>
          <p:grpSpPr>
            <a:xfrm>
              <a:off x="7118929" y="-725259"/>
              <a:ext cx="2865902" cy="2866186"/>
              <a:chOff x="7229917" y="-939609"/>
              <a:chExt cx="2865902" cy="2866186"/>
            </a:xfrm>
          </p:grpSpPr>
          <p:grpSp>
            <p:nvGrpSpPr>
              <p:cNvPr id="1234" name="Google Shape;1234;p29"/>
              <p:cNvGrpSpPr/>
              <p:nvPr/>
            </p:nvGrpSpPr>
            <p:grpSpPr>
              <a:xfrm>
                <a:off x="7229917" y="-938831"/>
                <a:ext cx="2865902" cy="2666882"/>
                <a:chOff x="7229917" y="-938831"/>
                <a:chExt cx="2865902" cy="2666882"/>
              </a:xfrm>
            </p:grpSpPr>
            <p:sp>
              <p:nvSpPr>
                <p:cNvPr id="1235" name="Google Shape;1235;p29"/>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6" name="Google Shape;1236;p29"/>
                <p:cNvGrpSpPr/>
                <p:nvPr/>
              </p:nvGrpSpPr>
              <p:grpSpPr>
                <a:xfrm rot="8100000">
                  <a:off x="8939114" y="1159920"/>
                  <a:ext cx="70212" cy="266577"/>
                  <a:chOff x="5735123" y="3863031"/>
                  <a:chExt cx="70213" cy="266579"/>
                </a:xfrm>
              </p:grpSpPr>
              <p:sp>
                <p:nvSpPr>
                  <p:cNvPr id="1237" name="Google Shape;1237;p2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39" name="Google Shape;1239;p29"/>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0" name="Google Shape;1240;p29"/>
              <p:cNvGrpSpPr/>
              <p:nvPr/>
            </p:nvGrpSpPr>
            <p:grpSpPr>
              <a:xfrm rot="-3298310">
                <a:off x="8268470" y="-365522"/>
                <a:ext cx="781177" cy="840852"/>
                <a:chOff x="8604632" y="-457076"/>
                <a:chExt cx="781149" cy="840821"/>
              </a:xfrm>
            </p:grpSpPr>
            <p:sp>
              <p:nvSpPr>
                <p:cNvPr id="1241" name="Google Shape;1241;p29"/>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9"/>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9"/>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9"/>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9"/>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9"/>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9"/>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9"/>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9" name="Google Shape;1249;p29"/>
            <p:cNvGrpSpPr/>
            <p:nvPr/>
          </p:nvGrpSpPr>
          <p:grpSpPr>
            <a:xfrm rot="2996445">
              <a:off x="7854946" y="2258046"/>
              <a:ext cx="740371" cy="757532"/>
              <a:chOff x="4391775" y="4244400"/>
              <a:chExt cx="715125" cy="731700"/>
            </a:xfrm>
          </p:grpSpPr>
          <p:sp>
            <p:nvSpPr>
              <p:cNvPr id="1250" name="Google Shape;1250;p29"/>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9"/>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9"/>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9"/>
            <p:cNvGrpSpPr/>
            <p:nvPr/>
          </p:nvGrpSpPr>
          <p:grpSpPr>
            <a:xfrm>
              <a:off x="4148422" y="-153871"/>
              <a:ext cx="763146" cy="697824"/>
              <a:chOff x="3681125" y="1846650"/>
              <a:chExt cx="515500" cy="471375"/>
            </a:xfrm>
          </p:grpSpPr>
          <p:sp>
            <p:nvSpPr>
              <p:cNvPr id="1254" name="Google Shape;1254;p29"/>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9"/>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9"/>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29"/>
            <p:cNvGrpSpPr/>
            <p:nvPr/>
          </p:nvGrpSpPr>
          <p:grpSpPr>
            <a:xfrm rot="-482847">
              <a:off x="-724500" y="3819841"/>
              <a:ext cx="4342194" cy="2100896"/>
              <a:chOff x="-1013962" y="3673802"/>
              <a:chExt cx="4341985" cy="2100795"/>
            </a:xfrm>
          </p:grpSpPr>
          <p:grpSp>
            <p:nvGrpSpPr>
              <p:cNvPr id="1258" name="Google Shape;1258;p29"/>
              <p:cNvGrpSpPr/>
              <p:nvPr/>
            </p:nvGrpSpPr>
            <p:grpSpPr>
              <a:xfrm>
                <a:off x="-1013962" y="3673802"/>
                <a:ext cx="4341985" cy="2100795"/>
                <a:chOff x="-830187" y="4024390"/>
                <a:chExt cx="4341985" cy="2100795"/>
              </a:xfrm>
            </p:grpSpPr>
            <p:sp>
              <p:nvSpPr>
                <p:cNvPr id="1259" name="Google Shape;1259;p29"/>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9"/>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1" name="Google Shape;1261;p29"/>
                <p:cNvGrpSpPr/>
                <p:nvPr/>
              </p:nvGrpSpPr>
              <p:grpSpPr>
                <a:xfrm>
                  <a:off x="174564" y="4842646"/>
                  <a:ext cx="824338" cy="865398"/>
                  <a:chOff x="126952" y="4637346"/>
                  <a:chExt cx="824338" cy="865398"/>
                </a:xfrm>
              </p:grpSpPr>
              <p:sp>
                <p:nvSpPr>
                  <p:cNvPr id="1262" name="Google Shape;1262;p29"/>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9"/>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9"/>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9"/>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9"/>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9"/>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9"/>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9"/>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70" name="Google Shape;1270;p29"/>
              <p:cNvGrpSpPr/>
              <p:nvPr/>
            </p:nvGrpSpPr>
            <p:grpSpPr>
              <a:xfrm rot="-5189473">
                <a:off x="2083919" y="4411860"/>
                <a:ext cx="70211" cy="266572"/>
                <a:chOff x="5735123" y="3863031"/>
                <a:chExt cx="70213" cy="266579"/>
              </a:xfrm>
            </p:grpSpPr>
            <p:sp>
              <p:nvSpPr>
                <p:cNvPr id="1271" name="Google Shape;1271;p2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73" name="Google Shape;1273;p29"/>
            <p:cNvSpPr/>
            <p:nvPr/>
          </p:nvSpPr>
          <p:spPr>
            <a:xfrm rot="10800000" flipH="1">
              <a:off x="340230" y="3060366"/>
              <a:ext cx="113943" cy="94537"/>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9"/>
            <p:cNvSpPr/>
            <p:nvPr/>
          </p:nvSpPr>
          <p:spPr>
            <a:xfrm rot="10800000" flipH="1">
              <a:off x="508878" y="876990"/>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5" name="Google Shape;1275;p29"/>
          <p:cNvSpPr txBox="1">
            <a:spLocks noGrp="1"/>
          </p:cNvSpPr>
          <p:nvPr>
            <p:ph type="title"/>
          </p:nvPr>
        </p:nvSpPr>
        <p:spPr>
          <a:xfrm>
            <a:off x="1095575" y="1427650"/>
            <a:ext cx="3028800" cy="138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76" name="Google Shape;1276;p29"/>
          <p:cNvSpPr txBox="1">
            <a:spLocks noGrp="1"/>
          </p:cNvSpPr>
          <p:nvPr>
            <p:ph type="subTitle" idx="1"/>
          </p:nvPr>
        </p:nvSpPr>
        <p:spPr>
          <a:xfrm>
            <a:off x="1095575" y="2809875"/>
            <a:ext cx="3028800" cy="100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5">
  <p:cSld name="CUSTOM_1_1_2_2_1">
    <p:spTree>
      <p:nvGrpSpPr>
        <p:cNvPr id="1" name="Shape 1277"/>
        <p:cNvGrpSpPr/>
        <p:nvPr/>
      </p:nvGrpSpPr>
      <p:grpSpPr>
        <a:xfrm>
          <a:off x="0" y="0"/>
          <a:ext cx="0" cy="0"/>
          <a:chOff x="0" y="0"/>
          <a:chExt cx="0" cy="0"/>
        </a:xfrm>
      </p:grpSpPr>
      <p:grpSp>
        <p:nvGrpSpPr>
          <p:cNvPr id="1278" name="Google Shape;1278;p30"/>
          <p:cNvGrpSpPr/>
          <p:nvPr/>
        </p:nvGrpSpPr>
        <p:grpSpPr>
          <a:xfrm>
            <a:off x="-445126" y="-725259"/>
            <a:ext cx="10429957" cy="6747653"/>
            <a:chOff x="-445126" y="-725259"/>
            <a:chExt cx="10429957" cy="6747653"/>
          </a:xfrm>
        </p:grpSpPr>
        <p:grpSp>
          <p:nvGrpSpPr>
            <p:cNvPr id="1279" name="Google Shape;1279;p30"/>
            <p:cNvGrpSpPr/>
            <p:nvPr/>
          </p:nvGrpSpPr>
          <p:grpSpPr>
            <a:xfrm>
              <a:off x="-445126" y="-725259"/>
              <a:ext cx="10429957" cy="6747653"/>
              <a:chOff x="-445126" y="-725259"/>
              <a:chExt cx="10429957" cy="6747653"/>
            </a:xfrm>
          </p:grpSpPr>
          <p:sp>
            <p:nvSpPr>
              <p:cNvPr id="1280" name="Google Shape;1280;p30"/>
              <p:cNvSpPr/>
              <p:nvPr/>
            </p:nvSpPr>
            <p:spPr>
              <a:xfrm rot="10530021">
                <a:off x="1705066" y="-62664"/>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1" name="Google Shape;1281;p30"/>
              <p:cNvSpPr/>
              <p:nvPr/>
            </p:nvSpPr>
            <p:spPr>
              <a:xfrm flipH="1">
                <a:off x="7313925" y="4044227"/>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282" name="Google Shape;1282;p30"/>
              <p:cNvGrpSpPr/>
              <p:nvPr/>
            </p:nvGrpSpPr>
            <p:grpSpPr>
              <a:xfrm>
                <a:off x="7118929" y="-725259"/>
                <a:ext cx="2865902" cy="2866186"/>
                <a:chOff x="7229917" y="-939609"/>
                <a:chExt cx="2865902" cy="2866186"/>
              </a:xfrm>
            </p:grpSpPr>
            <p:grpSp>
              <p:nvGrpSpPr>
                <p:cNvPr id="1283" name="Google Shape;1283;p30"/>
                <p:cNvGrpSpPr/>
                <p:nvPr/>
              </p:nvGrpSpPr>
              <p:grpSpPr>
                <a:xfrm>
                  <a:off x="7229917" y="-938831"/>
                  <a:ext cx="2865902" cy="2666882"/>
                  <a:chOff x="7229917" y="-938831"/>
                  <a:chExt cx="2865902" cy="2666882"/>
                </a:xfrm>
              </p:grpSpPr>
              <p:sp>
                <p:nvSpPr>
                  <p:cNvPr id="1284" name="Google Shape;1284;p30"/>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285" name="Google Shape;1285;p30"/>
                  <p:cNvGrpSpPr/>
                  <p:nvPr/>
                </p:nvGrpSpPr>
                <p:grpSpPr>
                  <a:xfrm rot="8100000">
                    <a:off x="8939114" y="1159920"/>
                    <a:ext cx="70212" cy="266577"/>
                    <a:chOff x="5735123" y="3863031"/>
                    <a:chExt cx="70213" cy="266579"/>
                  </a:xfrm>
                </p:grpSpPr>
                <p:sp>
                  <p:nvSpPr>
                    <p:cNvPr id="1286" name="Google Shape;1286;p30"/>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7" name="Google Shape;1287;p30"/>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sp>
              <p:nvSpPr>
                <p:cNvPr id="1288" name="Google Shape;1288;p30"/>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289" name="Google Shape;1289;p30"/>
                <p:cNvGrpSpPr/>
                <p:nvPr/>
              </p:nvGrpSpPr>
              <p:grpSpPr>
                <a:xfrm rot="-3298310">
                  <a:off x="8268470" y="-365522"/>
                  <a:ext cx="781177" cy="840852"/>
                  <a:chOff x="8604632" y="-457076"/>
                  <a:chExt cx="781149" cy="840821"/>
                </a:xfrm>
              </p:grpSpPr>
              <p:sp>
                <p:nvSpPr>
                  <p:cNvPr id="1290" name="Google Shape;1290;p30"/>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1" name="Google Shape;1291;p30"/>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2" name="Google Shape;1292;p30"/>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3" name="Google Shape;1293;p30"/>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4" name="Google Shape;1294;p30"/>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5" name="Google Shape;1295;p30"/>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6" name="Google Shape;1296;p30"/>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7" name="Google Shape;1297;p30"/>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grpSp>
            <p:nvGrpSpPr>
              <p:cNvPr id="1298" name="Google Shape;1298;p30"/>
              <p:cNvGrpSpPr/>
              <p:nvPr/>
            </p:nvGrpSpPr>
            <p:grpSpPr>
              <a:xfrm>
                <a:off x="4660322" y="-153871"/>
                <a:ext cx="763146" cy="697824"/>
                <a:chOff x="3681125" y="1846650"/>
                <a:chExt cx="515500" cy="471375"/>
              </a:xfrm>
            </p:grpSpPr>
            <p:sp>
              <p:nvSpPr>
                <p:cNvPr id="1299" name="Google Shape;1299;p30"/>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0" name="Google Shape;1300;p30"/>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1" name="Google Shape;1301;p30"/>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02" name="Google Shape;1302;p30"/>
              <p:cNvGrpSpPr/>
              <p:nvPr/>
            </p:nvGrpSpPr>
            <p:grpSpPr>
              <a:xfrm rot="-482847">
                <a:off x="-319450" y="3627904"/>
                <a:ext cx="4342194" cy="2100896"/>
                <a:chOff x="-1013962" y="3673802"/>
                <a:chExt cx="4341985" cy="2100795"/>
              </a:xfrm>
            </p:grpSpPr>
            <p:grpSp>
              <p:nvGrpSpPr>
                <p:cNvPr id="1303" name="Google Shape;1303;p30"/>
                <p:cNvGrpSpPr/>
                <p:nvPr/>
              </p:nvGrpSpPr>
              <p:grpSpPr>
                <a:xfrm>
                  <a:off x="-1013962" y="3673802"/>
                  <a:ext cx="4341985" cy="2100795"/>
                  <a:chOff x="-830187" y="4024390"/>
                  <a:chExt cx="4341985" cy="2100795"/>
                </a:xfrm>
              </p:grpSpPr>
              <p:sp>
                <p:nvSpPr>
                  <p:cNvPr id="1304" name="Google Shape;1304;p30"/>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5" name="Google Shape;1305;p30"/>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306" name="Google Shape;1306;p30"/>
                  <p:cNvGrpSpPr/>
                  <p:nvPr/>
                </p:nvGrpSpPr>
                <p:grpSpPr>
                  <a:xfrm>
                    <a:off x="174564" y="4842646"/>
                    <a:ext cx="824338" cy="865398"/>
                    <a:chOff x="126952" y="4637346"/>
                    <a:chExt cx="824338" cy="865398"/>
                  </a:xfrm>
                </p:grpSpPr>
                <p:sp>
                  <p:nvSpPr>
                    <p:cNvPr id="1307" name="Google Shape;1307;p30"/>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8" name="Google Shape;1308;p30"/>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9" name="Google Shape;1309;p30"/>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0" name="Google Shape;1310;p30"/>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1" name="Google Shape;1311;p30"/>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2" name="Google Shape;1312;p30"/>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3" name="Google Shape;1313;p30"/>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4" name="Google Shape;1314;p30"/>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grpSp>
              <p:nvGrpSpPr>
                <p:cNvPr id="1315" name="Google Shape;1315;p30"/>
                <p:cNvGrpSpPr/>
                <p:nvPr/>
              </p:nvGrpSpPr>
              <p:grpSpPr>
                <a:xfrm rot="-5189473">
                  <a:off x="2083919" y="4411860"/>
                  <a:ext cx="70211" cy="266572"/>
                  <a:chOff x="5735123" y="3863031"/>
                  <a:chExt cx="70213" cy="266579"/>
                </a:xfrm>
              </p:grpSpPr>
              <p:sp>
                <p:nvSpPr>
                  <p:cNvPr id="1316" name="Google Shape;1316;p30"/>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7" name="Google Shape;1317;p30"/>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sp>
            <p:nvSpPr>
              <p:cNvPr id="1318" name="Google Shape;1318;p30"/>
              <p:cNvSpPr/>
              <p:nvPr/>
            </p:nvSpPr>
            <p:spPr>
              <a:xfrm rot="10800000" flipH="1">
                <a:off x="305155" y="2927141"/>
                <a:ext cx="113943" cy="94537"/>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319" name="Google Shape;1319;p30"/>
            <p:cNvSpPr/>
            <p:nvPr/>
          </p:nvSpPr>
          <p:spPr>
            <a:xfrm rot="10800000" flipH="1">
              <a:off x="588178" y="1262865"/>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320" name="Google Shape;1320;p30"/>
          <p:cNvSpPr txBox="1">
            <a:spLocks noGrp="1"/>
          </p:cNvSpPr>
          <p:nvPr>
            <p:ph type="title"/>
          </p:nvPr>
        </p:nvSpPr>
        <p:spPr>
          <a:xfrm>
            <a:off x="935210" y="1861450"/>
            <a:ext cx="2664900" cy="147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21" name="Google Shape;1321;p30"/>
          <p:cNvSpPr txBox="1">
            <a:spLocks noGrp="1"/>
          </p:cNvSpPr>
          <p:nvPr>
            <p:ph type="body" idx="1"/>
          </p:nvPr>
        </p:nvSpPr>
        <p:spPr>
          <a:xfrm>
            <a:off x="3849748" y="1427650"/>
            <a:ext cx="4263300" cy="2344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dk2"/>
              </a:buClr>
              <a:buSzPts val="1400"/>
              <a:buFont typeface="Anaheim"/>
              <a:buChar char="●"/>
              <a:defRPr/>
            </a:lvl1pPr>
            <a:lvl2pPr marL="914400" lvl="1" indent="-317500" rtl="0">
              <a:spcBef>
                <a:spcPts val="0"/>
              </a:spcBef>
              <a:spcAft>
                <a:spcPts val="0"/>
              </a:spcAft>
              <a:buClr>
                <a:srgbClr val="191919"/>
              </a:buClr>
              <a:buSzPts val="1400"/>
              <a:buFont typeface="Anaheim"/>
              <a:buChar char="○"/>
              <a:defRPr/>
            </a:lvl2pPr>
            <a:lvl3pPr marL="1371600" lvl="2" indent="-317500" rtl="0">
              <a:spcBef>
                <a:spcPts val="0"/>
              </a:spcBef>
              <a:spcAft>
                <a:spcPts val="0"/>
              </a:spcAft>
              <a:buClr>
                <a:srgbClr val="191919"/>
              </a:buClr>
              <a:buSzPts val="1400"/>
              <a:buFont typeface="Anaheim"/>
              <a:buChar char="■"/>
              <a:defRPr/>
            </a:lvl3pPr>
            <a:lvl4pPr marL="1828800" lvl="3" indent="-317500" rtl="0">
              <a:spcBef>
                <a:spcPts val="0"/>
              </a:spcBef>
              <a:spcAft>
                <a:spcPts val="0"/>
              </a:spcAft>
              <a:buClr>
                <a:srgbClr val="191919"/>
              </a:buClr>
              <a:buSzPts val="1400"/>
              <a:buFont typeface="Anaheim"/>
              <a:buChar char="●"/>
              <a:defRPr/>
            </a:lvl4pPr>
            <a:lvl5pPr marL="2286000" lvl="4" indent="-317500" rtl="0">
              <a:spcBef>
                <a:spcPts val="0"/>
              </a:spcBef>
              <a:spcAft>
                <a:spcPts val="0"/>
              </a:spcAft>
              <a:buClr>
                <a:srgbClr val="191919"/>
              </a:buClr>
              <a:buSzPts val="1400"/>
              <a:buFont typeface="Anaheim"/>
              <a:buChar char="○"/>
              <a:defRPr/>
            </a:lvl5pPr>
            <a:lvl6pPr marL="2743200" lvl="5" indent="-317500" rtl="0">
              <a:spcBef>
                <a:spcPts val="0"/>
              </a:spcBef>
              <a:spcAft>
                <a:spcPts val="0"/>
              </a:spcAft>
              <a:buClr>
                <a:srgbClr val="191919"/>
              </a:buClr>
              <a:buSzPts val="1400"/>
              <a:buFont typeface="Anaheim"/>
              <a:buChar char="■"/>
              <a:defRPr/>
            </a:lvl6pPr>
            <a:lvl7pPr marL="3200400" lvl="6" indent="-317500" rtl="0">
              <a:spcBef>
                <a:spcPts val="0"/>
              </a:spcBef>
              <a:spcAft>
                <a:spcPts val="0"/>
              </a:spcAft>
              <a:buClr>
                <a:srgbClr val="191919"/>
              </a:buClr>
              <a:buSzPts val="1400"/>
              <a:buFont typeface="Anaheim"/>
              <a:buChar char="●"/>
              <a:defRPr/>
            </a:lvl7pPr>
            <a:lvl8pPr marL="3657600" lvl="7" indent="-317500" rtl="0">
              <a:spcBef>
                <a:spcPts val="0"/>
              </a:spcBef>
              <a:spcAft>
                <a:spcPts val="0"/>
              </a:spcAft>
              <a:buClr>
                <a:srgbClr val="191919"/>
              </a:buClr>
              <a:buSzPts val="1400"/>
              <a:buFont typeface="Anaheim"/>
              <a:buChar char="○"/>
              <a:defRPr/>
            </a:lvl8pPr>
            <a:lvl9pPr marL="4114800" lvl="8" indent="-317500" rtl="0">
              <a:spcBef>
                <a:spcPts val="0"/>
              </a:spcBef>
              <a:spcAft>
                <a:spcPts val="0"/>
              </a:spcAft>
              <a:buClr>
                <a:srgbClr val="191919"/>
              </a:buClr>
              <a:buSzPts val="1400"/>
              <a:buFont typeface="Anaheim"/>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_1_1">
    <p:spTree>
      <p:nvGrpSpPr>
        <p:cNvPr id="1" name="Shape 1322"/>
        <p:cNvGrpSpPr/>
        <p:nvPr/>
      </p:nvGrpSpPr>
      <p:grpSpPr>
        <a:xfrm>
          <a:off x="0" y="0"/>
          <a:ext cx="0" cy="0"/>
          <a:chOff x="0" y="0"/>
          <a:chExt cx="0" cy="0"/>
        </a:xfrm>
      </p:grpSpPr>
      <p:grpSp>
        <p:nvGrpSpPr>
          <p:cNvPr id="1323" name="Google Shape;1323;p31"/>
          <p:cNvGrpSpPr/>
          <p:nvPr/>
        </p:nvGrpSpPr>
        <p:grpSpPr>
          <a:xfrm>
            <a:off x="-1521215" y="361181"/>
            <a:ext cx="11306730" cy="6172583"/>
            <a:chOff x="-1521215" y="361181"/>
            <a:chExt cx="11306730" cy="6172583"/>
          </a:xfrm>
        </p:grpSpPr>
        <p:sp>
          <p:nvSpPr>
            <p:cNvPr id="1324" name="Google Shape;1324;p31"/>
            <p:cNvSpPr/>
            <p:nvPr/>
          </p:nvSpPr>
          <p:spPr>
            <a:xfrm rot="1805502" flipH="1">
              <a:off x="8060991" y="3717715"/>
              <a:ext cx="1508221" cy="1268244"/>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1"/>
            <p:cNvSpPr/>
            <p:nvPr/>
          </p:nvSpPr>
          <p:spPr>
            <a:xfrm rot="-10587449" flipH="1">
              <a:off x="-443733" y="1213471"/>
              <a:ext cx="1508261" cy="1268278"/>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1"/>
            <p:cNvSpPr/>
            <p:nvPr/>
          </p:nvSpPr>
          <p:spPr>
            <a:xfrm rot="10800000">
              <a:off x="6406217" y="4877550"/>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1"/>
            <p:cNvSpPr/>
            <p:nvPr/>
          </p:nvSpPr>
          <p:spPr>
            <a:xfrm rot="10800000">
              <a:off x="3132055" y="4791916"/>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1"/>
            <p:cNvSpPr/>
            <p:nvPr/>
          </p:nvSpPr>
          <p:spPr>
            <a:xfrm rot="10800000">
              <a:off x="292870" y="361181"/>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9" name="Google Shape;1329;p31"/>
            <p:cNvGrpSpPr/>
            <p:nvPr/>
          </p:nvGrpSpPr>
          <p:grpSpPr>
            <a:xfrm rot="-9990510">
              <a:off x="-1188080" y="2998200"/>
              <a:ext cx="3082419" cy="3220433"/>
              <a:chOff x="7074645" y="-1435416"/>
              <a:chExt cx="3082433" cy="3220448"/>
            </a:xfrm>
          </p:grpSpPr>
          <p:grpSp>
            <p:nvGrpSpPr>
              <p:cNvPr id="1330" name="Google Shape;1330;p31"/>
              <p:cNvGrpSpPr/>
              <p:nvPr/>
            </p:nvGrpSpPr>
            <p:grpSpPr>
              <a:xfrm>
                <a:off x="7095395" y="-1435416"/>
                <a:ext cx="3061683" cy="3220448"/>
                <a:chOff x="7095395" y="-1435416"/>
                <a:chExt cx="3061683" cy="3220448"/>
              </a:xfrm>
            </p:grpSpPr>
            <p:sp>
              <p:nvSpPr>
                <p:cNvPr id="1331" name="Google Shape;1331;p31"/>
                <p:cNvSpPr/>
                <p:nvPr/>
              </p:nvSpPr>
              <p:spPr>
                <a:xfrm rot="-776719">
                  <a:off x="7368797" y="-1188365"/>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2" name="Google Shape;1332;p31"/>
                <p:cNvGrpSpPr/>
                <p:nvPr/>
              </p:nvGrpSpPr>
              <p:grpSpPr>
                <a:xfrm rot="8100000">
                  <a:off x="8939114" y="1159920"/>
                  <a:ext cx="70212" cy="266577"/>
                  <a:chOff x="5735123" y="3863031"/>
                  <a:chExt cx="70213" cy="266579"/>
                </a:xfrm>
              </p:grpSpPr>
              <p:sp>
                <p:nvSpPr>
                  <p:cNvPr id="1333" name="Google Shape;1333;p31"/>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1"/>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35" name="Google Shape;1335;p31"/>
              <p:cNvSpPr/>
              <p:nvPr/>
            </p:nvSpPr>
            <p:spPr>
              <a:xfrm rot="-549082">
                <a:off x="7246273" y="-897180"/>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6" name="Google Shape;1336;p31"/>
              <p:cNvGrpSpPr/>
              <p:nvPr/>
            </p:nvGrpSpPr>
            <p:grpSpPr>
              <a:xfrm rot="-3298310">
                <a:off x="8268470" y="-365522"/>
                <a:ext cx="781177" cy="840852"/>
                <a:chOff x="8604632" y="-457076"/>
                <a:chExt cx="781149" cy="840821"/>
              </a:xfrm>
            </p:grpSpPr>
            <p:sp>
              <p:nvSpPr>
                <p:cNvPr id="1337" name="Google Shape;1337;p31"/>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1"/>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1"/>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1"/>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1"/>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1"/>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1"/>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1"/>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45" name="Google Shape;1345;p31"/>
            <p:cNvGrpSpPr/>
            <p:nvPr/>
          </p:nvGrpSpPr>
          <p:grpSpPr>
            <a:xfrm rot="-7803555">
              <a:off x="4522886" y="4754330"/>
              <a:ext cx="740371" cy="757532"/>
              <a:chOff x="4391775" y="4244400"/>
              <a:chExt cx="715125" cy="731700"/>
            </a:xfrm>
          </p:grpSpPr>
          <p:sp>
            <p:nvSpPr>
              <p:cNvPr id="1346" name="Google Shape;1346;p31"/>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1"/>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1"/>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9" name="Google Shape;1349;p31"/>
            <p:cNvGrpSpPr/>
            <p:nvPr/>
          </p:nvGrpSpPr>
          <p:grpSpPr>
            <a:xfrm rot="10800000">
              <a:off x="8792848" y="1895755"/>
              <a:ext cx="763146" cy="697824"/>
              <a:chOff x="3681125" y="1846650"/>
              <a:chExt cx="515500" cy="471375"/>
            </a:xfrm>
          </p:grpSpPr>
          <p:sp>
            <p:nvSpPr>
              <p:cNvPr id="1350" name="Google Shape;1350;p31"/>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1"/>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1"/>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1"/>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2">
  <p:cSld name="CUSTOM_1_1_1_1">
    <p:spTree>
      <p:nvGrpSpPr>
        <p:cNvPr id="1" name="Shape 1354"/>
        <p:cNvGrpSpPr/>
        <p:nvPr/>
      </p:nvGrpSpPr>
      <p:grpSpPr>
        <a:xfrm>
          <a:off x="0" y="0"/>
          <a:ext cx="0" cy="0"/>
          <a:chOff x="0" y="0"/>
          <a:chExt cx="0" cy="0"/>
        </a:xfrm>
      </p:grpSpPr>
      <p:sp>
        <p:nvSpPr>
          <p:cNvPr id="1355" name="Google Shape;1355;p32"/>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356" name="Google Shape;1356;p32"/>
          <p:cNvGrpSpPr/>
          <p:nvPr/>
        </p:nvGrpSpPr>
        <p:grpSpPr>
          <a:xfrm>
            <a:off x="-1258062" y="-622424"/>
            <a:ext cx="11147248" cy="6730096"/>
            <a:chOff x="-1258062" y="-546224"/>
            <a:chExt cx="11147248" cy="6730096"/>
          </a:xfrm>
        </p:grpSpPr>
        <p:grpSp>
          <p:nvGrpSpPr>
            <p:cNvPr id="1357" name="Google Shape;1357;p32"/>
            <p:cNvGrpSpPr/>
            <p:nvPr/>
          </p:nvGrpSpPr>
          <p:grpSpPr>
            <a:xfrm>
              <a:off x="-1258062" y="-546224"/>
              <a:ext cx="11147248" cy="6730096"/>
              <a:chOff x="-1258062" y="-546224"/>
              <a:chExt cx="11147248" cy="6730096"/>
            </a:xfrm>
          </p:grpSpPr>
          <p:sp>
            <p:nvSpPr>
              <p:cNvPr id="1358" name="Google Shape;1358;p32"/>
              <p:cNvSpPr/>
              <p:nvPr/>
            </p:nvSpPr>
            <p:spPr>
              <a:xfrm rot="-269979">
                <a:off x="-620122" y="2105661"/>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2"/>
              <p:cNvSpPr/>
              <p:nvPr/>
            </p:nvSpPr>
            <p:spPr>
              <a:xfrm rot="10800000">
                <a:off x="8380975" y="2049865"/>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0" name="Google Shape;1360;p32"/>
              <p:cNvGrpSpPr/>
              <p:nvPr/>
            </p:nvGrpSpPr>
            <p:grpSpPr>
              <a:xfrm rot="2996445">
                <a:off x="5428946" y="-397891"/>
                <a:ext cx="740371" cy="757532"/>
                <a:chOff x="4279109" y="4149663"/>
                <a:chExt cx="715125" cy="731700"/>
              </a:xfrm>
            </p:grpSpPr>
            <p:sp>
              <p:nvSpPr>
                <p:cNvPr id="1361" name="Google Shape;1361;p32"/>
                <p:cNvSpPr/>
                <p:nvPr/>
              </p:nvSpPr>
              <p:spPr>
                <a:xfrm>
                  <a:off x="4279109" y="4149663"/>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2"/>
                <p:cNvSpPr/>
                <p:nvPr/>
              </p:nvSpPr>
              <p:spPr>
                <a:xfrm>
                  <a:off x="4321559" y="4219813"/>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2"/>
                <p:cNvSpPr/>
                <p:nvPr/>
              </p:nvSpPr>
              <p:spPr>
                <a:xfrm>
                  <a:off x="4453409" y="4324088"/>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4" name="Google Shape;1364;p32"/>
              <p:cNvGrpSpPr/>
              <p:nvPr/>
            </p:nvGrpSpPr>
            <p:grpSpPr>
              <a:xfrm>
                <a:off x="8006047" y="4777554"/>
                <a:ext cx="763146" cy="697824"/>
                <a:chOff x="3681125" y="1846650"/>
                <a:chExt cx="515500" cy="471375"/>
              </a:xfrm>
            </p:grpSpPr>
            <p:sp>
              <p:nvSpPr>
                <p:cNvPr id="1365" name="Google Shape;1365;p32"/>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2"/>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2"/>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32"/>
              <p:cNvGrpSpPr/>
              <p:nvPr/>
            </p:nvGrpSpPr>
            <p:grpSpPr>
              <a:xfrm>
                <a:off x="-1258062" y="4083077"/>
                <a:ext cx="4341985" cy="2100795"/>
                <a:chOff x="-1166362" y="3750002"/>
                <a:chExt cx="4341985" cy="2100795"/>
              </a:xfrm>
            </p:grpSpPr>
            <p:grpSp>
              <p:nvGrpSpPr>
                <p:cNvPr id="1369" name="Google Shape;1369;p32"/>
                <p:cNvGrpSpPr/>
                <p:nvPr/>
              </p:nvGrpSpPr>
              <p:grpSpPr>
                <a:xfrm>
                  <a:off x="-1166362" y="3750002"/>
                  <a:ext cx="4341985" cy="2100795"/>
                  <a:chOff x="-982587" y="4100590"/>
                  <a:chExt cx="4341985" cy="2100795"/>
                </a:xfrm>
              </p:grpSpPr>
              <p:sp>
                <p:nvSpPr>
                  <p:cNvPr id="1370" name="Google Shape;1370;p32"/>
                  <p:cNvSpPr/>
                  <p:nvPr/>
                </p:nvSpPr>
                <p:spPr>
                  <a:xfrm>
                    <a:off x="-982587" y="41005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2"/>
                  <p:cNvSpPr/>
                  <p:nvPr/>
                </p:nvSpPr>
                <p:spPr>
                  <a:xfrm>
                    <a:off x="-468790" y="42481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2" name="Google Shape;1372;p32"/>
                  <p:cNvGrpSpPr/>
                  <p:nvPr/>
                </p:nvGrpSpPr>
                <p:grpSpPr>
                  <a:xfrm>
                    <a:off x="22164" y="4918846"/>
                    <a:ext cx="824338" cy="865398"/>
                    <a:chOff x="-25448" y="4713546"/>
                    <a:chExt cx="824338" cy="865398"/>
                  </a:xfrm>
                </p:grpSpPr>
                <p:sp>
                  <p:nvSpPr>
                    <p:cNvPr id="1373" name="Google Shape;1373;p32"/>
                    <p:cNvSpPr/>
                    <p:nvPr/>
                  </p:nvSpPr>
                  <p:spPr>
                    <a:xfrm>
                      <a:off x="635080" y="53745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2"/>
                    <p:cNvSpPr/>
                    <p:nvPr/>
                  </p:nvSpPr>
                  <p:spPr>
                    <a:xfrm>
                      <a:off x="705584" y="51184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2"/>
                    <p:cNvSpPr/>
                    <p:nvPr/>
                  </p:nvSpPr>
                  <p:spPr>
                    <a:xfrm>
                      <a:off x="250688" y="54805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2"/>
                    <p:cNvSpPr/>
                    <p:nvPr/>
                  </p:nvSpPr>
                  <p:spPr>
                    <a:xfrm>
                      <a:off x="-25448" y="53418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2"/>
                    <p:cNvSpPr/>
                    <p:nvPr/>
                  </p:nvSpPr>
                  <p:spPr>
                    <a:xfrm>
                      <a:off x="377919" y="47135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2"/>
                    <p:cNvSpPr/>
                    <p:nvPr/>
                  </p:nvSpPr>
                  <p:spPr>
                    <a:xfrm>
                      <a:off x="152223" y="50761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2"/>
                    <p:cNvSpPr/>
                    <p:nvPr/>
                  </p:nvSpPr>
                  <p:spPr>
                    <a:xfrm>
                      <a:off x="548742" y="49842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2"/>
                    <p:cNvSpPr/>
                    <p:nvPr/>
                  </p:nvSpPr>
                  <p:spPr>
                    <a:xfrm>
                      <a:off x="397056" y="52245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81" name="Google Shape;1381;p32"/>
                <p:cNvGrpSpPr/>
                <p:nvPr/>
              </p:nvGrpSpPr>
              <p:grpSpPr>
                <a:xfrm rot="-5189473">
                  <a:off x="1931519" y="4488060"/>
                  <a:ext cx="70211" cy="266572"/>
                  <a:chOff x="5649736" y="3715577"/>
                  <a:chExt cx="70213" cy="266579"/>
                </a:xfrm>
              </p:grpSpPr>
              <p:sp>
                <p:nvSpPr>
                  <p:cNvPr id="1382" name="Google Shape;1382;p32"/>
                  <p:cNvSpPr/>
                  <p:nvPr/>
                </p:nvSpPr>
                <p:spPr>
                  <a:xfrm>
                    <a:off x="5659314" y="3715577"/>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2"/>
                  <p:cNvSpPr/>
                  <p:nvPr/>
                </p:nvSpPr>
                <p:spPr>
                  <a:xfrm>
                    <a:off x="5649736" y="3922267"/>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84" name="Google Shape;1384;p32"/>
              <p:cNvSpPr/>
              <p:nvPr/>
            </p:nvSpPr>
            <p:spPr>
              <a:xfrm rot="10800000" flipH="1">
                <a:off x="492630" y="3746166"/>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2"/>
              <p:cNvSpPr/>
              <p:nvPr/>
            </p:nvSpPr>
            <p:spPr>
              <a:xfrm rot="10800000" flipH="1">
                <a:off x="423153" y="1425765"/>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2"/>
              <p:cNvSpPr/>
              <p:nvPr/>
            </p:nvSpPr>
            <p:spPr>
              <a:xfrm rot="10800000" flipH="1">
                <a:off x="8553180" y="2172416"/>
                <a:ext cx="113943" cy="94537"/>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2"/>
              <p:cNvSpPr/>
              <p:nvPr/>
            </p:nvSpPr>
            <p:spPr>
              <a:xfrm rot="10800000" flipH="1">
                <a:off x="4261728" y="4853740"/>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8" name="Google Shape;1388;p32"/>
            <p:cNvSpPr/>
            <p:nvPr/>
          </p:nvSpPr>
          <p:spPr>
            <a:xfrm rot="10800000">
              <a:off x="6872769" y="4858650"/>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3">
  <p:cSld name="CUSTOM_1_1_1_1_1">
    <p:spTree>
      <p:nvGrpSpPr>
        <p:cNvPr id="1" name="Shape 1389"/>
        <p:cNvGrpSpPr/>
        <p:nvPr/>
      </p:nvGrpSpPr>
      <p:grpSpPr>
        <a:xfrm>
          <a:off x="0" y="0"/>
          <a:ext cx="0" cy="0"/>
          <a:chOff x="0" y="0"/>
          <a:chExt cx="0" cy="0"/>
        </a:xfrm>
      </p:grpSpPr>
      <p:grpSp>
        <p:nvGrpSpPr>
          <p:cNvPr id="1390" name="Google Shape;1390;p33"/>
          <p:cNvGrpSpPr/>
          <p:nvPr/>
        </p:nvGrpSpPr>
        <p:grpSpPr>
          <a:xfrm>
            <a:off x="-1126310" y="-465121"/>
            <a:ext cx="10710802" cy="6886271"/>
            <a:chOff x="-1126310" y="-465121"/>
            <a:chExt cx="10710802" cy="6886271"/>
          </a:xfrm>
        </p:grpSpPr>
        <p:grpSp>
          <p:nvGrpSpPr>
            <p:cNvPr id="1391" name="Google Shape;1391;p33"/>
            <p:cNvGrpSpPr/>
            <p:nvPr/>
          </p:nvGrpSpPr>
          <p:grpSpPr>
            <a:xfrm rot="10800000">
              <a:off x="-1126310" y="3021843"/>
              <a:ext cx="3406361" cy="3399307"/>
              <a:chOff x="6888464" y="-1383307"/>
              <a:chExt cx="3406361" cy="3399307"/>
            </a:xfrm>
          </p:grpSpPr>
          <p:grpSp>
            <p:nvGrpSpPr>
              <p:cNvPr id="1392" name="Google Shape;1392;p33"/>
              <p:cNvGrpSpPr/>
              <p:nvPr/>
            </p:nvGrpSpPr>
            <p:grpSpPr>
              <a:xfrm>
                <a:off x="7173820" y="-1293869"/>
                <a:ext cx="3061683" cy="3220448"/>
                <a:chOff x="7173820" y="-1293869"/>
                <a:chExt cx="3061683" cy="3220448"/>
              </a:xfrm>
            </p:grpSpPr>
            <p:sp>
              <p:nvSpPr>
                <p:cNvPr id="1393" name="Google Shape;1393;p33"/>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4" name="Google Shape;1394;p33"/>
                <p:cNvGrpSpPr/>
                <p:nvPr/>
              </p:nvGrpSpPr>
              <p:grpSpPr>
                <a:xfrm rot="8100000">
                  <a:off x="8939114" y="1159920"/>
                  <a:ext cx="70212" cy="266577"/>
                  <a:chOff x="5735123" y="3863031"/>
                  <a:chExt cx="70213" cy="266579"/>
                </a:xfrm>
              </p:grpSpPr>
              <p:sp>
                <p:nvSpPr>
                  <p:cNvPr id="1395" name="Google Shape;1395;p33"/>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3"/>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97" name="Google Shape;1397;p33"/>
              <p:cNvSpPr/>
              <p:nvPr/>
            </p:nvSpPr>
            <p:spPr>
              <a:xfrm rot="-2539449">
                <a:off x="7360537" y="-861338"/>
                <a:ext cx="2462217" cy="235537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8" name="Google Shape;1398;p33"/>
              <p:cNvGrpSpPr/>
              <p:nvPr/>
            </p:nvGrpSpPr>
            <p:grpSpPr>
              <a:xfrm rot="-3298310">
                <a:off x="8268470" y="-365522"/>
                <a:ext cx="781177" cy="840852"/>
                <a:chOff x="8604632" y="-457076"/>
                <a:chExt cx="781149" cy="840821"/>
              </a:xfrm>
            </p:grpSpPr>
            <p:sp>
              <p:nvSpPr>
                <p:cNvPr id="1399" name="Google Shape;1399;p33"/>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3"/>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3"/>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3"/>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3"/>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3"/>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3"/>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3"/>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07" name="Google Shape;1407;p33"/>
            <p:cNvSpPr/>
            <p:nvPr/>
          </p:nvSpPr>
          <p:spPr>
            <a:xfrm rot="10800000" flipH="1">
              <a:off x="-733117" y="1800065"/>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8" name="Google Shape;1408;p33"/>
            <p:cNvGrpSpPr/>
            <p:nvPr/>
          </p:nvGrpSpPr>
          <p:grpSpPr>
            <a:xfrm rot="-2996445" flipH="1">
              <a:off x="8686164" y="4534621"/>
              <a:ext cx="740371" cy="757532"/>
              <a:chOff x="4391775" y="4244400"/>
              <a:chExt cx="715125" cy="731700"/>
            </a:xfrm>
          </p:grpSpPr>
          <p:sp>
            <p:nvSpPr>
              <p:cNvPr id="1409" name="Google Shape;1409;p33"/>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3"/>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3"/>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2" name="Google Shape;1412;p33"/>
            <p:cNvGrpSpPr/>
            <p:nvPr/>
          </p:nvGrpSpPr>
          <p:grpSpPr>
            <a:xfrm flipH="1">
              <a:off x="1454813" y="-465121"/>
              <a:ext cx="763146" cy="697824"/>
              <a:chOff x="5328247" y="1692232"/>
              <a:chExt cx="515500" cy="471375"/>
            </a:xfrm>
          </p:grpSpPr>
          <p:sp>
            <p:nvSpPr>
              <p:cNvPr id="1413" name="Google Shape;1413;p33"/>
              <p:cNvSpPr/>
              <p:nvPr/>
            </p:nvSpPr>
            <p:spPr>
              <a:xfrm>
                <a:off x="5328247" y="1692232"/>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3"/>
              <p:cNvSpPr/>
              <p:nvPr/>
            </p:nvSpPr>
            <p:spPr>
              <a:xfrm>
                <a:off x="5396022" y="1741482"/>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3"/>
              <p:cNvSpPr/>
              <p:nvPr/>
            </p:nvSpPr>
            <p:spPr>
              <a:xfrm>
                <a:off x="5434022" y="1802457"/>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6" name="Google Shape;1416;p33"/>
            <p:cNvSpPr/>
            <p:nvPr/>
          </p:nvSpPr>
          <p:spPr>
            <a:xfrm flipH="1">
              <a:off x="199343" y="996771"/>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7" name="Google Shape;1417;p33"/>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18" name="Google Shape;1418;p33"/>
          <p:cNvSpPr/>
          <p:nvPr/>
        </p:nvSpPr>
        <p:spPr>
          <a:xfrm flipH="1">
            <a:off x="3019008" y="482780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4">
  <p:cSld name="CUSTOM_1_1_1_1_1_1">
    <p:spTree>
      <p:nvGrpSpPr>
        <p:cNvPr id="1" name="Shape 1419"/>
        <p:cNvGrpSpPr/>
        <p:nvPr/>
      </p:nvGrpSpPr>
      <p:grpSpPr>
        <a:xfrm>
          <a:off x="0" y="0"/>
          <a:ext cx="0" cy="0"/>
          <a:chOff x="0" y="0"/>
          <a:chExt cx="0" cy="0"/>
        </a:xfrm>
      </p:grpSpPr>
      <p:grpSp>
        <p:nvGrpSpPr>
          <p:cNvPr id="1420" name="Google Shape;1420;p34"/>
          <p:cNvGrpSpPr/>
          <p:nvPr/>
        </p:nvGrpSpPr>
        <p:grpSpPr>
          <a:xfrm>
            <a:off x="-1661773" y="-1148675"/>
            <a:ext cx="11670825" cy="7420369"/>
            <a:chOff x="-1661773" y="-1148675"/>
            <a:chExt cx="11670825" cy="7420369"/>
          </a:xfrm>
        </p:grpSpPr>
        <p:grpSp>
          <p:nvGrpSpPr>
            <p:cNvPr id="1421" name="Google Shape;1421;p34"/>
            <p:cNvGrpSpPr/>
            <p:nvPr/>
          </p:nvGrpSpPr>
          <p:grpSpPr>
            <a:xfrm rot="-809490" flipH="1">
              <a:off x="-1374446" y="-859989"/>
              <a:ext cx="2805391" cy="2794970"/>
              <a:chOff x="7545828" y="-718153"/>
              <a:chExt cx="2805405" cy="2794983"/>
            </a:xfrm>
          </p:grpSpPr>
          <p:grpSp>
            <p:nvGrpSpPr>
              <p:cNvPr id="1422" name="Google Shape;1422;p34"/>
              <p:cNvGrpSpPr/>
              <p:nvPr/>
            </p:nvGrpSpPr>
            <p:grpSpPr>
              <a:xfrm>
                <a:off x="7568552" y="-718153"/>
                <a:ext cx="2554222" cy="2762605"/>
                <a:chOff x="7568552" y="-718153"/>
                <a:chExt cx="2554222" cy="2762605"/>
              </a:xfrm>
            </p:grpSpPr>
            <p:sp>
              <p:nvSpPr>
                <p:cNvPr id="1423" name="Google Shape;1423;p34"/>
                <p:cNvSpPr/>
                <p:nvPr/>
              </p:nvSpPr>
              <p:spPr>
                <a:xfrm rot="-49921">
                  <a:off x="7588213" y="-700037"/>
                  <a:ext cx="2514900" cy="2726373"/>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4" name="Google Shape;1424;p34"/>
                <p:cNvGrpSpPr/>
                <p:nvPr/>
              </p:nvGrpSpPr>
              <p:grpSpPr>
                <a:xfrm rot="8100000">
                  <a:off x="8889962" y="1557871"/>
                  <a:ext cx="70212" cy="266577"/>
                  <a:chOff x="6051275" y="3616391"/>
                  <a:chExt cx="70213" cy="266579"/>
                </a:xfrm>
              </p:grpSpPr>
              <p:sp>
                <p:nvSpPr>
                  <p:cNvPr id="1425" name="Google Shape;1425;p34"/>
                  <p:cNvSpPr/>
                  <p:nvPr/>
                </p:nvSpPr>
                <p:spPr>
                  <a:xfrm>
                    <a:off x="6060853" y="361639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4"/>
                  <p:cNvSpPr/>
                  <p:nvPr/>
                </p:nvSpPr>
                <p:spPr>
                  <a:xfrm>
                    <a:off x="6051275" y="382308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27" name="Google Shape;1427;p34"/>
              <p:cNvSpPr/>
              <p:nvPr/>
            </p:nvSpPr>
            <p:spPr>
              <a:xfrm rot="-549082">
                <a:off x="7717456" y="-459425"/>
                <a:ext cx="2462148" cy="235545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8" name="Google Shape;1428;p34"/>
              <p:cNvGrpSpPr/>
              <p:nvPr/>
            </p:nvGrpSpPr>
            <p:grpSpPr>
              <a:xfrm rot="-3298310">
                <a:off x="8300529" y="-296371"/>
                <a:ext cx="697299" cy="899737"/>
                <a:chOff x="8560167" y="-438018"/>
                <a:chExt cx="697274" cy="899704"/>
              </a:xfrm>
            </p:grpSpPr>
            <p:sp>
              <p:nvSpPr>
                <p:cNvPr id="1429" name="Google Shape;1429;p34"/>
                <p:cNvSpPr/>
                <p:nvPr/>
              </p:nvSpPr>
              <p:spPr>
                <a:xfrm>
                  <a:off x="8560167" y="365608"/>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4"/>
                <p:cNvSpPr/>
                <p:nvPr/>
              </p:nvSpPr>
              <p:spPr>
                <a:xfrm>
                  <a:off x="8797599" y="37324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4"/>
                <p:cNvSpPr/>
                <p:nvPr/>
              </p:nvSpPr>
              <p:spPr>
                <a:xfrm>
                  <a:off x="8579844" y="-247445"/>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4"/>
                <p:cNvSpPr/>
                <p:nvPr/>
              </p:nvSpPr>
              <p:spPr>
                <a:xfrm>
                  <a:off x="8748341" y="-438018"/>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4"/>
                <p:cNvSpPr/>
                <p:nvPr/>
              </p:nvSpPr>
              <p:spPr>
                <a:xfrm>
                  <a:off x="9135329" y="42351"/>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4"/>
                <p:cNvSpPr/>
                <p:nvPr/>
              </p:nvSpPr>
              <p:spPr>
                <a:xfrm>
                  <a:off x="8884093" y="-147652"/>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4"/>
                <p:cNvSpPr/>
                <p:nvPr/>
              </p:nvSpPr>
              <p:spPr>
                <a:xfrm>
                  <a:off x="9015890" y="27049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4"/>
                <p:cNvSpPr/>
                <p:nvPr/>
              </p:nvSpPr>
              <p:spPr>
                <a:xfrm>
                  <a:off x="8668220" y="96499"/>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4"/>
            <p:cNvGrpSpPr/>
            <p:nvPr/>
          </p:nvGrpSpPr>
          <p:grpSpPr>
            <a:xfrm rot="-5400000">
              <a:off x="6787662" y="3050304"/>
              <a:ext cx="4341985" cy="2100795"/>
              <a:chOff x="-1013962" y="3673802"/>
              <a:chExt cx="4341985" cy="2100795"/>
            </a:xfrm>
          </p:grpSpPr>
          <p:grpSp>
            <p:nvGrpSpPr>
              <p:cNvPr id="1438" name="Google Shape;1438;p34"/>
              <p:cNvGrpSpPr/>
              <p:nvPr/>
            </p:nvGrpSpPr>
            <p:grpSpPr>
              <a:xfrm>
                <a:off x="-1013962" y="3673802"/>
                <a:ext cx="4341985" cy="2100795"/>
                <a:chOff x="-830187" y="4024390"/>
                <a:chExt cx="4341985" cy="2100795"/>
              </a:xfrm>
            </p:grpSpPr>
            <p:sp>
              <p:nvSpPr>
                <p:cNvPr id="1439" name="Google Shape;1439;p34"/>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4"/>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1" name="Google Shape;1441;p34"/>
                <p:cNvGrpSpPr/>
                <p:nvPr/>
              </p:nvGrpSpPr>
              <p:grpSpPr>
                <a:xfrm>
                  <a:off x="174564" y="4842646"/>
                  <a:ext cx="824338" cy="865398"/>
                  <a:chOff x="126952" y="4637346"/>
                  <a:chExt cx="824338" cy="865398"/>
                </a:xfrm>
              </p:grpSpPr>
              <p:sp>
                <p:nvSpPr>
                  <p:cNvPr id="1442" name="Google Shape;1442;p34"/>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4"/>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4"/>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4"/>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4"/>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4"/>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4"/>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4"/>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50" name="Google Shape;1450;p34"/>
              <p:cNvGrpSpPr/>
              <p:nvPr/>
            </p:nvGrpSpPr>
            <p:grpSpPr>
              <a:xfrm rot="-5189473">
                <a:off x="2083919" y="4411860"/>
                <a:ext cx="70211" cy="266572"/>
                <a:chOff x="5735123" y="3863031"/>
                <a:chExt cx="70213" cy="266579"/>
              </a:xfrm>
            </p:grpSpPr>
            <p:sp>
              <p:nvSpPr>
                <p:cNvPr id="1451" name="Google Shape;1451;p34"/>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4"/>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53" name="Google Shape;1453;p34"/>
            <p:cNvSpPr/>
            <p:nvPr/>
          </p:nvSpPr>
          <p:spPr>
            <a:xfrm rot="9884829" flipH="1">
              <a:off x="-512657" y="3785588"/>
              <a:ext cx="1508230" cy="1268252"/>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4"/>
            <p:cNvSpPr/>
            <p:nvPr/>
          </p:nvSpPr>
          <p:spPr>
            <a:xfrm flipH="1">
              <a:off x="7908250" y="200840"/>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5" name="Google Shape;1455;p34"/>
            <p:cNvGrpSpPr/>
            <p:nvPr/>
          </p:nvGrpSpPr>
          <p:grpSpPr>
            <a:xfrm>
              <a:off x="3977247" y="4829991"/>
              <a:ext cx="763146" cy="697824"/>
              <a:chOff x="3681125" y="1846650"/>
              <a:chExt cx="515500" cy="471375"/>
            </a:xfrm>
          </p:grpSpPr>
          <p:sp>
            <p:nvSpPr>
              <p:cNvPr id="1456" name="Google Shape;1456;p34"/>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4"/>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4"/>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9" name="Google Shape;1459;p34"/>
            <p:cNvSpPr/>
            <p:nvPr/>
          </p:nvSpPr>
          <p:spPr>
            <a:xfrm>
              <a:off x="6332392" y="4581999"/>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4"/>
            <p:cNvSpPr/>
            <p:nvPr/>
          </p:nvSpPr>
          <p:spPr>
            <a:xfrm>
              <a:off x="3408055" y="25205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4"/>
            <p:cNvSpPr/>
            <p:nvPr/>
          </p:nvSpPr>
          <p:spPr>
            <a:xfrm>
              <a:off x="1890895" y="479392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4"/>
            <p:cNvSpPr/>
            <p:nvPr/>
          </p:nvSpPr>
          <p:spPr>
            <a:xfrm>
              <a:off x="227103" y="2919083"/>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3" name="Google Shape;1463;p34"/>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5">
  <p:cSld name="CUSTOM_1_1_1_1_1_1_1">
    <p:spTree>
      <p:nvGrpSpPr>
        <p:cNvPr id="1" name="Shape 1464"/>
        <p:cNvGrpSpPr/>
        <p:nvPr/>
      </p:nvGrpSpPr>
      <p:grpSpPr>
        <a:xfrm>
          <a:off x="0" y="0"/>
          <a:ext cx="0" cy="0"/>
          <a:chOff x="0" y="0"/>
          <a:chExt cx="0" cy="0"/>
        </a:xfrm>
      </p:grpSpPr>
      <p:grpSp>
        <p:nvGrpSpPr>
          <p:cNvPr id="1465" name="Google Shape;1465;p35"/>
          <p:cNvGrpSpPr/>
          <p:nvPr/>
        </p:nvGrpSpPr>
        <p:grpSpPr>
          <a:xfrm>
            <a:off x="-1936592" y="229728"/>
            <a:ext cx="12570422" cy="6333005"/>
            <a:chOff x="-1936592" y="229728"/>
            <a:chExt cx="12570422" cy="6333005"/>
          </a:xfrm>
        </p:grpSpPr>
        <p:grpSp>
          <p:nvGrpSpPr>
            <p:cNvPr id="1466" name="Google Shape;1466;p35"/>
            <p:cNvGrpSpPr/>
            <p:nvPr/>
          </p:nvGrpSpPr>
          <p:grpSpPr>
            <a:xfrm rot="-818997" flipH="1">
              <a:off x="5995083" y="3889753"/>
              <a:ext cx="4444360" cy="2179347"/>
              <a:chOff x="-1013962" y="3673802"/>
              <a:chExt cx="4444157" cy="2179248"/>
            </a:xfrm>
          </p:grpSpPr>
          <p:grpSp>
            <p:nvGrpSpPr>
              <p:cNvPr id="1467" name="Google Shape;1467;p35"/>
              <p:cNvGrpSpPr/>
              <p:nvPr/>
            </p:nvGrpSpPr>
            <p:grpSpPr>
              <a:xfrm>
                <a:off x="-1013962" y="3673802"/>
                <a:ext cx="4444157" cy="2179248"/>
                <a:chOff x="-830187" y="4024390"/>
                <a:chExt cx="4444157" cy="2179248"/>
              </a:xfrm>
            </p:grpSpPr>
            <p:sp>
              <p:nvSpPr>
                <p:cNvPr id="1468" name="Google Shape;1468;p35"/>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5"/>
                <p:cNvSpPr/>
                <p:nvPr/>
              </p:nvSpPr>
              <p:spPr>
                <a:xfrm rot="-207900">
                  <a:off x="-238709" y="4137361"/>
                  <a:ext cx="3797125" cy="1953315"/>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0" name="Google Shape;1470;p35"/>
                <p:cNvGrpSpPr/>
                <p:nvPr/>
              </p:nvGrpSpPr>
              <p:grpSpPr>
                <a:xfrm>
                  <a:off x="174564" y="4842646"/>
                  <a:ext cx="824338" cy="865398"/>
                  <a:chOff x="126952" y="4637346"/>
                  <a:chExt cx="824338" cy="865398"/>
                </a:xfrm>
              </p:grpSpPr>
              <p:sp>
                <p:nvSpPr>
                  <p:cNvPr id="1471" name="Google Shape;1471;p35"/>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5"/>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5"/>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5"/>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5"/>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5"/>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5"/>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5"/>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9" name="Google Shape;1479;p35"/>
              <p:cNvGrpSpPr/>
              <p:nvPr/>
            </p:nvGrpSpPr>
            <p:grpSpPr>
              <a:xfrm rot="-5189473">
                <a:off x="2083919" y="4411860"/>
                <a:ext cx="70211" cy="266572"/>
                <a:chOff x="5735123" y="3863031"/>
                <a:chExt cx="70213" cy="266579"/>
              </a:xfrm>
            </p:grpSpPr>
            <p:sp>
              <p:nvSpPr>
                <p:cNvPr id="1480" name="Google Shape;1480;p35"/>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5"/>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82" name="Google Shape;1482;p35"/>
            <p:cNvGrpSpPr/>
            <p:nvPr/>
          </p:nvGrpSpPr>
          <p:grpSpPr>
            <a:xfrm>
              <a:off x="2606197" y="4831154"/>
              <a:ext cx="763146" cy="697824"/>
              <a:chOff x="3681125" y="1846650"/>
              <a:chExt cx="515500" cy="471375"/>
            </a:xfrm>
          </p:grpSpPr>
          <p:sp>
            <p:nvSpPr>
              <p:cNvPr id="1483" name="Google Shape;1483;p35"/>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5"/>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5"/>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6" name="Google Shape;1486;p35"/>
            <p:cNvSpPr/>
            <p:nvPr/>
          </p:nvSpPr>
          <p:spPr>
            <a:xfrm>
              <a:off x="8388742" y="3208456"/>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5"/>
            <p:cNvSpPr/>
            <p:nvPr/>
          </p:nvSpPr>
          <p:spPr>
            <a:xfrm>
              <a:off x="2802330" y="229728"/>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5"/>
            <p:cNvSpPr/>
            <p:nvPr/>
          </p:nvSpPr>
          <p:spPr>
            <a:xfrm>
              <a:off x="470291" y="2530203"/>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5"/>
            <p:cNvSpPr/>
            <p:nvPr/>
          </p:nvSpPr>
          <p:spPr>
            <a:xfrm>
              <a:off x="5026867" y="470043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0" name="Google Shape;1490;p35"/>
            <p:cNvGrpSpPr/>
            <p:nvPr/>
          </p:nvGrpSpPr>
          <p:grpSpPr>
            <a:xfrm rot="-4702121" flipH="1">
              <a:off x="-1602352" y="2641884"/>
              <a:ext cx="3406135" cy="3458919"/>
              <a:chOff x="6888464" y="-1443149"/>
              <a:chExt cx="3406361" cy="3459149"/>
            </a:xfrm>
          </p:grpSpPr>
          <p:grpSp>
            <p:nvGrpSpPr>
              <p:cNvPr id="1491" name="Google Shape;1491;p35"/>
              <p:cNvGrpSpPr/>
              <p:nvPr/>
            </p:nvGrpSpPr>
            <p:grpSpPr>
              <a:xfrm>
                <a:off x="7204548" y="-1443149"/>
                <a:ext cx="3061683" cy="3220448"/>
                <a:chOff x="7204548" y="-1443149"/>
                <a:chExt cx="3061683" cy="3220448"/>
              </a:xfrm>
            </p:grpSpPr>
            <p:sp>
              <p:nvSpPr>
                <p:cNvPr id="1492" name="Google Shape;1492;p35"/>
                <p:cNvSpPr/>
                <p:nvPr/>
              </p:nvSpPr>
              <p:spPr>
                <a:xfrm rot="-776719">
                  <a:off x="7477950" y="-1196098"/>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3" name="Google Shape;1493;p35"/>
                <p:cNvGrpSpPr/>
                <p:nvPr/>
              </p:nvGrpSpPr>
              <p:grpSpPr>
                <a:xfrm rot="8100000">
                  <a:off x="8969842" y="1010640"/>
                  <a:ext cx="70212" cy="266577"/>
                  <a:chOff x="5607837" y="3946861"/>
                  <a:chExt cx="70213" cy="266579"/>
                </a:xfrm>
              </p:grpSpPr>
              <p:sp>
                <p:nvSpPr>
                  <p:cNvPr id="1494" name="Google Shape;1494;p35"/>
                  <p:cNvSpPr/>
                  <p:nvPr/>
                </p:nvSpPr>
                <p:spPr>
                  <a:xfrm>
                    <a:off x="5617414" y="394686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5"/>
                  <p:cNvSpPr/>
                  <p:nvPr/>
                </p:nvSpPr>
                <p:spPr>
                  <a:xfrm>
                    <a:off x="5607837" y="415355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6" name="Google Shape;1496;p35"/>
              <p:cNvSpPr/>
              <p:nvPr/>
            </p:nvSpPr>
            <p:spPr>
              <a:xfrm rot="-2539449">
                <a:off x="7360537" y="-861338"/>
                <a:ext cx="2462217" cy="235537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7" name="Google Shape;1497;p35"/>
              <p:cNvGrpSpPr/>
              <p:nvPr/>
            </p:nvGrpSpPr>
            <p:grpSpPr>
              <a:xfrm rot="-3298310">
                <a:off x="8268470" y="-365522"/>
                <a:ext cx="781177" cy="840852"/>
                <a:chOff x="8604632" y="-457076"/>
                <a:chExt cx="781149" cy="840821"/>
              </a:xfrm>
            </p:grpSpPr>
            <p:sp>
              <p:nvSpPr>
                <p:cNvPr id="1498" name="Google Shape;1498;p35"/>
                <p:cNvSpPr/>
                <p:nvPr/>
              </p:nvSpPr>
              <p:spPr>
                <a:xfrm>
                  <a:off x="8656271" y="119498"/>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5"/>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5"/>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5"/>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5"/>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5"/>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5"/>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5"/>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06" name="Google Shape;1506;p35"/>
            <p:cNvSpPr/>
            <p:nvPr/>
          </p:nvSpPr>
          <p:spPr>
            <a:xfrm rot="-9555038" flipH="1">
              <a:off x="-309806" y="891643"/>
              <a:ext cx="1508317" cy="126832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7" name="Google Shape;1507;p35"/>
            <p:cNvGrpSpPr/>
            <p:nvPr/>
          </p:nvGrpSpPr>
          <p:grpSpPr>
            <a:xfrm>
              <a:off x="8650047" y="2222841"/>
              <a:ext cx="763146" cy="697824"/>
              <a:chOff x="3681125" y="1846650"/>
              <a:chExt cx="515500" cy="471375"/>
            </a:xfrm>
          </p:grpSpPr>
          <p:sp>
            <p:nvSpPr>
              <p:cNvPr id="1508" name="Google Shape;1508;p35"/>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5"/>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5"/>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11" name="Google Shape;1511;p35"/>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CUSTOM_5">
    <p:spTree>
      <p:nvGrpSpPr>
        <p:cNvPr id="1" name="Shape 1512"/>
        <p:cNvGrpSpPr/>
        <p:nvPr/>
      </p:nvGrpSpPr>
      <p:grpSpPr>
        <a:xfrm>
          <a:off x="0" y="0"/>
          <a:ext cx="0" cy="0"/>
          <a:chOff x="0" y="0"/>
          <a:chExt cx="0" cy="0"/>
        </a:xfrm>
      </p:grpSpPr>
      <p:sp>
        <p:nvSpPr>
          <p:cNvPr id="1513" name="Google Shape;1513;p36"/>
          <p:cNvSpPr txBox="1"/>
          <p:nvPr/>
        </p:nvSpPr>
        <p:spPr>
          <a:xfrm>
            <a:off x="943175" y="3786236"/>
            <a:ext cx="3648000" cy="615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200" b="1">
                <a:solidFill>
                  <a:schemeClr val="dk1"/>
                </a:solidFill>
                <a:latin typeface="ABeeZee"/>
                <a:ea typeface="ABeeZee"/>
                <a:cs typeface="ABeeZee"/>
                <a:sym typeface="ABeeZee"/>
              </a:rPr>
              <a:t>CREDITS: </a:t>
            </a:r>
            <a:r>
              <a:rPr lang="en" sz="1200">
                <a:solidFill>
                  <a:schemeClr val="dk1"/>
                </a:solidFill>
                <a:latin typeface="ABeeZee"/>
                <a:ea typeface="ABeeZee"/>
                <a:cs typeface="ABeeZee"/>
                <a:sym typeface="ABeeZee"/>
              </a:rPr>
              <a:t>This presentation template was created by </a:t>
            </a:r>
            <a:r>
              <a:rPr lang="en" sz="1200" b="1">
                <a:solidFill>
                  <a:schemeClr val="dk1"/>
                </a:solidFill>
                <a:uFill>
                  <a:noFill/>
                </a:uFill>
                <a:latin typeface="ABeeZee"/>
                <a:ea typeface="ABeeZee"/>
                <a:cs typeface="ABeeZee"/>
                <a:sym typeface="ABeeZee"/>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ABeeZee"/>
                <a:ea typeface="ABeeZee"/>
                <a:cs typeface="ABeeZee"/>
                <a:sym typeface="ABeeZee"/>
              </a:rPr>
              <a:t>, including icons by </a:t>
            </a:r>
            <a:r>
              <a:rPr lang="en" sz="1200" b="1">
                <a:solidFill>
                  <a:schemeClr val="dk1"/>
                </a:solidFill>
                <a:uFill>
                  <a:noFill/>
                </a:uFill>
                <a:latin typeface="ABeeZee"/>
                <a:ea typeface="ABeeZee"/>
                <a:cs typeface="ABeeZee"/>
                <a:sym typeface="ABeeZee"/>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b="1">
                <a:solidFill>
                  <a:schemeClr val="dk1"/>
                </a:solidFill>
                <a:latin typeface="ABeeZee"/>
                <a:ea typeface="ABeeZee"/>
                <a:cs typeface="ABeeZee"/>
                <a:sym typeface="ABeeZee"/>
              </a:rPr>
              <a:t> </a:t>
            </a:r>
            <a:r>
              <a:rPr lang="en" sz="1200">
                <a:solidFill>
                  <a:schemeClr val="dk1"/>
                </a:solidFill>
                <a:latin typeface="ABeeZee"/>
                <a:ea typeface="ABeeZee"/>
                <a:cs typeface="ABeeZee"/>
                <a:sym typeface="ABeeZee"/>
              </a:rPr>
              <a:t>and infographics &amp; images by </a:t>
            </a:r>
            <a:r>
              <a:rPr lang="en" sz="1200" b="1">
                <a:solidFill>
                  <a:schemeClr val="dk1"/>
                </a:solidFill>
                <a:uFill>
                  <a:noFill/>
                </a:uFill>
                <a:latin typeface="ABeeZee"/>
                <a:ea typeface="ABeeZee"/>
                <a:cs typeface="ABeeZee"/>
                <a:sym typeface="ABeeZee"/>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200" b="1">
              <a:solidFill>
                <a:schemeClr val="dk1"/>
              </a:solidFill>
              <a:latin typeface="ABeeZee"/>
              <a:ea typeface="ABeeZee"/>
              <a:cs typeface="ABeeZee"/>
              <a:sym typeface="ABeeZee"/>
            </a:endParaRPr>
          </a:p>
        </p:txBody>
      </p:sp>
      <p:grpSp>
        <p:nvGrpSpPr>
          <p:cNvPr id="1514" name="Google Shape;1514;p36"/>
          <p:cNvGrpSpPr/>
          <p:nvPr/>
        </p:nvGrpSpPr>
        <p:grpSpPr>
          <a:xfrm>
            <a:off x="-1280662" y="-1417694"/>
            <a:ext cx="11530910" cy="7789513"/>
            <a:chOff x="-1280662" y="-1417694"/>
            <a:chExt cx="11530910" cy="7789513"/>
          </a:xfrm>
        </p:grpSpPr>
        <p:sp>
          <p:nvSpPr>
            <p:cNvPr id="1515" name="Google Shape;1515;p36"/>
            <p:cNvSpPr/>
            <p:nvPr/>
          </p:nvSpPr>
          <p:spPr>
            <a:xfrm rot="-915171" flipH="1">
              <a:off x="8077229" y="242713"/>
              <a:ext cx="1508230" cy="1268252"/>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6"/>
            <p:cNvSpPr/>
            <p:nvPr/>
          </p:nvSpPr>
          <p:spPr>
            <a:xfrm rot="-1295959">
              <a:off x="-465817" y="3971862"/>
              <a:ext cx="1508240" cy="1268261"/>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6"/>
            <p:cNvSpPr/>
            <p:nvPr/>
          </p:nvSpPr>
          <p:spPr>
            <a:xfrm flipH="1">
              <a:off x="445594" y="3153249"/>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6"/>
            <p:cNvSpPr/>
            <p:nvPr/>
          </p:nvSpPr>
          <p:spPr>
            <a:xfrm flipH="1">
              <a:off x="7183667" y="34685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6"/>
            <p:cNvSpPr/>
            <p:nvPr/>
          </p:nvSpPr>
          <p:spPr>
            <a:xfrm flipH="1">
              <a:off x="4081833" y="48804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0" name="Google Shape;1520;p36"/>
            <p:cNvGrpSpPr/>
            <p:nvPr/>
          </p:nvGrpSpPr>
          <p:grpSpPr>
            <a:xfrm flipH="1">
              <a:off x="-1280662" y="-1417694"/>
              <a:ext cx="3061683" cy="3220448"/>
              <a:chOff x="7173820" y="-1293869"/>
              <a:chExt cx="3061683" cy="3220448"/>
            </a:xfrm>
          </p:grpSpPr>
          <p:grpSp>
            <p:nvGrpSpPr>
              <p:cNvPr id="1521" name="Google Shape;1521;p36"/>
              <p:cNvGrpSpPr/>
              <p:nvPr/>
            </p:nvGrpSpPr>
            <p:grpSpPr>
              <a:xfrm>
                <a:off x="7173820" y="-1293869"/>
                <a:ext cx="3061683" cy="3220448"/>
                <a:chOff x="7173820" y="-1293869"/>
                <a:chExt cx="3061683" cy="3220448"/>
              </a:xfrm>
            </p:grpSpPr>
            <p:sp>
              <p:nvSpPr>
                <p:cNvPr id="1522" name="Google Shape;1522;p36"/>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3" name="Google Shape;1523;p36"/>
                <p:cNvGrpSpPr/>
                <p:nvPr/>
              </p:nvGrpSpPr>
              <p:grpSpPr>
                <a:xfrm rot="8100000">
                  <a:off x="8939114" y="1159920"/>
                  <a:ext cx="70212" cy="266577"/>
                  <a:chOff x="5735123" y="3863031"/>
                  <a:chExt cx="70213" cy="266579"/>
                </a:xfrm>
              </p:grpSpPr>
              <p:sp>
                <p:nvSpPr>
                  <p:cNvPr id="1524" name="Google Shape;1524;p36"/>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6"/>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26" name="Google Shape;1526;p36"/>
              <p:cNvSpPr/>
              <p:nvPr/>
            </p:nvSpPr>
            <p:spPr>
              <a:xfrm>
                <a:off x="7473594" y="-605030"/>
                <a:ext cx="2462130" cy="2355434"/>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7" name="Google Shape;1527;p36"/>
              <p:cNvGrpSpPr/>
              <p:nvPr/>
            </p:nvGrpSpPr>
            <p:grpSpPr>
              <a:xfrm rot="-3298310">
                <a:off x="8268470" y="-365522"/>
                <a:ext cx="781177" cy="840852"/>
                <a:chOff x="8604632" y="-457076"/>
                <a:chExt cx="781149" cy="840821"/>
              </a:xfrm>
            </p:grpSpPr>
            <p:sp>
              <p:nvSpPr>
                <p:cNvPr id="1528" name="Google Shape;1528;p36"/>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6"/>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6"/>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6"/>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6"/>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6"/>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6"/>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6"/>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6" name="Google Shape;1536;p36"/>
            <p:cNvGrpSpPr/>
            <p:nvPr/>
          </p:nvGrpSpPr>
          <p:grpSpPr>
            <a:xfrm rot="-2996445" flipH="1">
              <a:off x="8751198" y="1823871"/>
              <a:ext cx="740371" cy="757532"/>
              <a:chOff x="4391775" y="4244400"/>
              <a:chExt cx="715125" cy="731700"/>
            </a:xfrm>
          </p:grpSpPr>
          <p:sp>
            <p:nvSpPr>
              <p:cNvPr id="1537" name="Google Shape;1537;p36"/>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6"/>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6"/>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0" name="Google Shape;1540;p36"/>
            <p:cNvGrpSpPr/>
            <p:nvPr/>
          </p:nvGrpSpPr>
          <p:grpSpPr>
            <a:xfrm flipH="1">
              <a:off x="4246998" y="4677579"/>
              <a:ext cx="763146" cy="697824"/>
              <a:chOff x="3681125" y="1846650"/>
              <a:chExt cx="515500" cy="471375"/>
            </a:xfrm>
          </p:grpSpPr>
          <p:sp>
            <p:nvSpPr>
              <p:cNvPr id="1541" name="Google Shape;1541;p36"/>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6"/>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6"/>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4" name="Google Shape;1544;p36"/>
            <p:cNvSpPr/>
            <p:nvPr/>
          </p:nvSpPr>
          <p:spPr>
            <a:xfrm flipH="1">
              <a:off x="273499" y="2130837"/>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5" name="Google Shape;1545;p36"/>
            <p:cNvGrpSpPr/>
            <p:nvPr/>
          </p:nvGrpSpPr>
          <p:grpSpPr>
            <a:xfrm rot="-1043805" flipH="1">
              <a:off x="5693310" y="3669854"/>
              <a:ext cx="4342180" cy="2100889"/>
              <a:chOff x="-1013962" y="3673802"/>
              <a:chExt cx="4341985" cy="2100795"/>
            </a:xfrm>
          </p:grpSpPr>
          <p:grpSp>
            <p:nvGrpSpPr>
              <p:cNvPr id="1546" name="Google Shape;1546;p36"/>
              <p:cNvGrpSpPr/>
              <p:nvPr/>
            </p:nvGrpSpPr>
            <p:grpSpPr>
              <a:xfrm>
                <a:off x="-1013962" y="3673802"/>
                <a:ext cx="4341985" cy="2100795"/>
                <a:chOff x="-830187" y="4024390"/>
                <a:chExt cx="4341985" cy="2100795"/>
              </a:xfrm>
            </p:grpSpPr>
            <p:sp>
              <p:nvSpPr>
                <p:cNvPr id="1547" name="Google Shape;1547;p36"/>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6"/>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9" name="Google Shape;1549;p36"/>
                <p:cNvGrpSpPr/>
                <p:nvPr/>
              </p:nvGrpSpPr>
              <p:grpSpPr>
                <a:xfrm>
                  <a:off x="174564" y="4842646"/>
                  <a:ext cx="824338" cy="865398"/>
                  <a:chOff x="126952" y="4637346"/>
                  <a:chExt cx="824338" cy="865398"/>
                </a:xfrm>
              </p:grpSpPr>
              <p:sp>
                <p:nvSpPr>
                  <p:cNvPr id="1550" name="Google Shape;1550;p36"/>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6"/>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6"/>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6"/>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6"/>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6"/>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6"/>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6"/>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58" name="Google Shape;1558;p36"/>
              <p:cNvGrpSpPr/>
              <p:nvPr/>
            </p:nvGrpSpPr>
            <p:grpSpPr>
              <a:xfrm rot="-5189473">
                <a:off x="2083919" y="4411860"/>
                <a:ext cx="70211" cy="266572"/>
                <a:chOff x="5735123" y="3863031"/>
                <a:chExt cx="70213" cy="266579"/>
              </a:xfrm>
            </p:grpSpPr>
            <p:sp>
              <p:nvSpPr>
                <p:cNvPr id="1559" name="Google Shape;1559;p36"/>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6"/>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561" name="Google Shape;1561;p36"/>
          <p:cNvSpPr txBox="1">
            <a:spLocks noGrp="1"/>
          </p:cNvSpPr>
          <p:nvPr>
            <p:ph type="title"/>
          </p:nvPr>
        </p:nvSpPr>
        <p:spPr>
          <a:xfrm>
            <a:off x="943175" y="352425"/>
            <a:ext cx="3562200" cy="971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sz="69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62" name="Google Shape;1562;p36"/>
          <p:cNvSpPr txBox="1">
            <a:spLocks noGrp="1"/>
          </p:cNvSpPr>
          <p:nvPr>
            <p:ph type="subTitle" idx="1"/>
          </p:nvPr>
        </p:nvSpPr>
        <p:spPr>
          <a:xfrm>
            <a:off x="943175" y="1415251"/>
            <a:ext cx="3562200" cy="1155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CUSTOM_6">
    <p:spTree>
      <p:nvGrpSpPr>
        <p:cNvPr id="1" name="Shape 1563"/>
        <p:cNvGrpSpPr/>
        <p:nvPr/>
      </p:nvGrpSpPr>
      <p:grpSpPr>
        <a:xfrm>
          <a:off x="0" y="0"/>
          <a:ext cx="0" cy="0"/>
          <a:chOff x="0" y="0"/>
          <a:chExt cx="0" cy="0"/>
        </a:xfrm>
      </p:grpSpPr>
      <p:grpSp>
        <p:nvGrpSpPr>
          <p:cNvPr id="1564" name="Google Shape;1564;p37"/>
          <p:cNvGrpSpPr/>
          <p:nvPr/>
        </p:nvGrpSpPr>
        <p:grpSpPr>
          <a:xfrm>
            <a:off x="-1090162" y="-1293869"/>
            <a:ext cx="11249466" cy="7068466"/>
            <a:chOff x="-1090162" y="-1293869"/>
            <a:chExt cx="11249466" cy="7068466"/>
          </a:xfrm>
        </p:grpSpPr>
        <p:sp>
          <p:nvSpPr>
            <p:cNvPr id="1565" name="Google Shape;1565;p37"/>
            <p:cNvSpPr/>
            <p:nvPr/>
          </p:nvSpPr>
          <p:spPr>
            <a:xfrm rot="915171">
              <a:off x="-421069" y="-14462"/>
              <a:ext cx="1508230" cy="1268252"/>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7"/>
            <p:cNvSpPr/>
            <p:nvPr/>
          </p:nvSpPr>
          <p:spPr>
            <a:xfrm flipH="1">
              <a:off x="7874363" y="4214815"/>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7" name="Google Shape;1567;p37"/>
            <p:cNvGrpSpPr/>
            <p:nvPr/>
          </p:nvGrpSpPr>
          <p:grpSpPr>
            <a:xfrm>
              <a:off x="1632578" y="261460"/>
              <a:ext cx="6990968" cy="4603429"/>
              <a:chOff x="1492320" y="594948"/>
              <a:chExt cx="5250446" cy="3457326"/>
            </a:xfrm>
          </p:grpSpPr>
          <p:sp>
            <p:nvSpPr>
              <p:cNvPr id="1568" name="Google Shape;1568;p37"/>
              <p:cNvSpPr/>
              <p:nvPr/>
            </p:nvSpPr>
            <p:spPr>
              <a:xfrm>
                <a:off x="6681666" y="3095841"/>
                <a:ext cx="61100" cy="52175"/>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7"/>
              <p:cNvSpPr/>
              <p:nvPr/>
            </p:nvSpPr>
            <p:spPr>
              <a:xfrm>
                <a:off x="1682258" y="709762"/>
                <a:ext cx="85575" cy="71000"/>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7"/>
              <p:cNvSpPr/>
              <p:nvPr/>
            </p:nvSpPr>
            <p:spPr>
              <a:xfrm>
                <a:off x="4406220" y="594948"/>
                <a:ext cx="77525" cy="64125"/>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7"/>
              <p:cNvSpPr/>
              <p:nvPr/>
            </p:nvSpPr>
            <p:spPr>
              <a:xfrm>
                <a:off x="2015916" y="3495579"/>
                <a:ext cx="129250" cy="107850"/>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7"/>
              <p:cNvSpPr/>
              <p:nvPr/>
            </p:nvSpPr>
            <p:spPr>
              <a:xfrm>
                <a:off x="1492320" y="2252786"/>
                <a:ext cx="189925" cy="154525"/>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7"/>
              <p:cNvSpPr/>
              <p:nvPr/>
            </p:nvSpPr>
            <p:spPr>
              <a:xfrm>
                <a:off x="5596752" y="3919849"/>
                <a:ext cx="163100" cy="132425"/>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4" name="Google Shape;1574;p37"/>
            <p:cNvGrpSpPr/>
            <p:nvPr/>
          </p:nvGrpSpPr>
          <p:grpSpPr>
            <a:xfrm>
              <a:off x="7097620" y="-1293869"/>
              <a:ext cx="3061683" cy="3220448"/>
              <a:chOff x="7173820" y="-1293869"/>
              <a:chExt cx="3061683" cy="3220448"/>
            </a:xfrm>
          </p:grpSpPr>
          <p:grpSp>
            <p:nvGrpSpPr>
              <p:cNvPr id="1575" name="Google Shape;1575;p37"/>
              <p:cNvGrpSpPr/>
              <p:nvPr/>
            </p:nvGrpSpPr>
            <p:grpSpPr>
              <a:xfrm>
                <a:off x="7173820" y="-1293869"/>
                <a:ext cx="3061683" cy="3220448"/>
                <a:chOff x="7173820" y="-1293869"/>
                <a:chExt cx="3061683" cy="3220448"/>
              </a:xfrm>
            </p:grpSpPr>
            <p:sp>
              <p:nvSpPr>
                <p:cNvPr id="1576" name="Google Shape;1576;p37"/>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7" name="Google Shape;1577;p37"/>
                <p:cNvGrpSpPr/>
                <p:nvPr/>
              </p:nvGrpSpPr>
              <p:grpSpPr>
                <a:xfrm rot="8100000">
                  <a:off x="8939114" y="1159920"/>
                  <a:ext cx="70212" cy="266577"/>
                  <a:chOff x="5735123" y="3863031"/>
                  <a:chExt cx="70213" cy="266579"/>
                </a:xfrm>
              </p:grpSpPr>
              <p:sp>
                <p:nvSpPr>
                  <p:cNvPr id="1578" name="Google Shape;1578;p37"/>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7"/>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80" name="Google Shape;1580;p37"/>
              <p:cNvSpPr/>
              <p:nvPr/>
            </p:nvSpPr>
            <p:spPr>
              <a:xfrm>
                <a:off x="7473594" y="-605030"/>
                <a:ext cx="2462130" cy="2355434"/>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1" name="Google Shape;1581;p37"/>
              <p:cNvGrpSpPr/>
              <p:nvPr/>
            </p:nvGrpSpPr>
            <p:grpSpPr>
              <a:xfrm rot="-3298310">
                <a:off x="8268470" y="-365522"/>
                <a:ext cx="781177" cy="840852"/>
                <a:chOff x="8604632" y="-457076"/>
                <a:chExt cx="781149" cy="840821"/>
              </a:xfrm>
            </p:grpSpPr>
            <p:sp>
              <p:nvSpPr>
                <p:cNvPr id="1582" name="Google Shape;1582;p37"/>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7"/>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7"/>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7"/>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7"/>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7"/>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7"/>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7"/>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90" name="Google Shape;1590;p37"/>
            <p:cNvGrpSpPr/>
            <p:nvPr/>
          </p:nvGrpSpPr>
          <p:grpSpPr>
            <a:xfrm rot="2996445">
              <a:off x="-403379" y="1748959"/>
              <a:ext cx="740371" cy="757532"/>
              <a:chOff x="4391775" y="4244400"/>
              <a:chExt cx="715125" cy="731700"/>
            </a:xfrm>
          </p:grpSpPr>
          <p:sp>
            <p:nvSpPr>
              <p:cNvPr id="1591" name="Google Shape;1591;p37"/>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7"/>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7"/>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4" name="Google Shape;1594;p37"/>
            <p:cNvGrpSpPr/>
            <p:nvPr/>
          </p:nvGrpSpPr>
          <p:grpSpPr>
            <a:xfrm>
              <a:off x="4497147" y="4696629"/>
              <a:ext cx="763146" cy="697824"/>
              <a:chOff x="3681125" y="1846650"/>
              <a:chExt cx="515500" cy="471375"/>
            </a:xfrm>
          </p:grpSpPr>
          <p:sp>
            <p:nvSpPr>
              <p:cNvPr id="1595" name="Google Shape;1595;p37"/>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7"/>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7"/>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8" name="Google Shape;1598;p37"/>
            <p:cNvSpPr/>
            <p:nvPr/>
          </p:nvSpPr>
          <p:spPr>
            <a:xfrm>
              <a:off x="8319395" y="2130837"/>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9" name="Google Shape;1599;p37"/>
            <p:cNvGrpSpPr/>
            <p:nvPr/>
          </p:nvGrpSpPr>
          <p:grpSpPr>
            <a:xfrm>
              <a:off x="-1090162" y="3673802"/>
              <a:ext cx="4341985" cy="2100795"/>
              <a:chOff x="-1013962" y="3673802"/>
              <a:chExt cx="4341985" cy="2100795"/>
            </a:xfrm>
          </p:grpSpPr>
          <p:grpSp>
            <p:nvGrpSpPr>
              <p:cNvPr id="1600" name="Google Shape;1600;p37"/>
              <p:cNvGrpSpPr/>
              <p:nvPr/>
            </p:nvGrpSpPr>
            <p:grpSpPr>
              <a:xfrm>
                <a:off x="-1013962" y="3673802"/>
                <a:ext cx="4341985" cy="2100795"/>
                <a:chOff x="-830187" y="4024390"/>
                <a:chExt cx="4341985" cy="2100795"/>
              </a:xfrm>
            </p:grpSpPr>
            <p:sp>
              <p:nvSpPr>
                <p:cNvPr id="1601" name="Google Shape;1601;p37"/>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7"/>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19050"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3" name="Google Shape;1603;p37"/>
                <p:cNvGrpSpPr/>
                <p:nvPr/>
              </p:nvGrpSpPr>
              <p:grpSpPr>
                <a:xfrm>
                  <a:off x="174564" y="4842646"/>
                  <a:ext cx="824338" cy="865398"/>
                  <a:chOff x="126952" y="4637346"/>
                  <a:chExt cx="824338" cy="865398"/>
                </a:xfrm>
              </p:grpSpPr>
              <p:sp>
                <p:nvSpPr>
                  <p:cNvPr id="1604" name="Google Shape;1604;p37"/>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7"/>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7"/>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7"/>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7"/>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7"/>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7"/>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7"/>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12" name="Google Shape;1612;p37"/>
              <p:cNvGrpSpPr/>
              <p:nvPr/>
            </p:nvGrpSpPr>
            <p:grpSpPr>
              <a:xfrm rot="-5189473">
                <a:off x="2083919" y="4411860"/>
                <a:ext cx="70211" cy="266572"/>
                <a:chOff x="5735123" y="3863031"/>
                <a:chExt cx="70213" cy="266579"/>
              </a:xfrm>
            </p:grpSpPr>
            <p:sp>
              <p:nvSpPr>
                <p:cNvPr id="1613" name="Google Shape;1613;p37"/>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7"/>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CUSTOM_6_1">
    <p:spTree>
      <p:nvGrpSpPr>
        <p:cNvPr id="1" name="Shape 1615"/>
        <p:cNvGrpSpPr/>
        <p:nvPr/>
      </p:nvGrpSpPr>
      <p:grpSpPr>
        <a:xfrm>
          <a:off x="0" y="0"/>
          <a:ext cx="0" cy="0"/>
          <a:chOff x="0" y="0"/>
          <a:chExt cx="0" cy="0"/>
        </a:xfrm>
      </p:grpSpPr>
      <p:grpSp>
        <p:nvGrpSpPr>
          <p:cNvPr id="1616" name="Google Shape;1616;p38"/>
          <p:cNvGrpSpPr/>
          <p:nvPr/>
        </p:nvGrpSpPr>
        <p:grpSpPr>
          <a:xfrm>
            <a:off x="-1318858" y="-1269678"/>
            <a:ext cx="11558539" cy="7424975"/>
            <a:chOff x="-1318858" y="-1269678"/>
            <a:chExt cx="11558539" cy="7424975"/>
          </a:xfrm>
        </p:grpSpPr>
        <p:sp>
          <p:nvSpPr>
            <p:cNvPr id="1617" name="Google Shape;1617;p38"/>
            <p:cNvSpPr/>
            <p:nvPr/>
          </p:nvSpPr>
          <p:spPr>
            <a:xfrm rot="-10530021" flipH="1">
              <a:off x="-543922" y="2181930"/>
              <a:ext cx="1508330" cy="1268336"/>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8"/>
            <p:cNvSpPr/>
            <p:nvPr/>
          </p:nvSpPr>
          <p:spPr>
            <a:xfrm flipH="1">
              <a:off x="8006050" y="623063"/>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9" name="Google Shape;1619;p38"/>
            <p:cNvGrpSpPr/>
            <p:nvPr/>
          </p:nvGrpSpPr>
          <p:grpSpPr>
            <a:xfrm rot="10800000" flipH="1">
              <a:off x="7373779" y="3289111"/>
              <a:ext cx="2865902" cy="2866186"/>
              <a:chOff x="7229917" y="-939609"/>
              <a:chExt cx="2865902" cy="2866186"/>
            </a:xfrm>
          </p:grpSpPr>
          <p:grpSp>
            <p:nvGrpSpPr>
              <p:cNvPr id="1620" name="Google Shape;1620;p38"/>
              <p:cNvGrpSpPr/>
              <p:nvPr/>
            </p:nvGrpSpPr>
            <p:grpSpPr>
              <a:xfrm>
                <a:off x="7229917" y="-938831"/>
                <a:ext cx="2865902" cy="2666882"/>
                <a:chOff x="7229917" y="-938831"/>
                <a:chExt cx="2865902" cy="2666882"/>
              </a:xfrm>
            </p:grpSpPr>
            <p:sp>
              <p:nvSpPr>
                <p:cNvPr id="1621" name="Google Shape;1621;p38"/>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2" name="Google Shape;1622;p38"/>
                <p:cNvGrpSpPr/>
                <p:nvPr/>
              </p:nvGrpSpPr>
              <p:grpSpPr>
                <a:xfrm rot="8100000">
                  <a:off x="8939114" y="1159920"/>
                  <a:ext cx="70212" cy="266577"/>
                  <a:chOff x="5735123" y="3863031"/>
                  <a:chExt cx="70213" cy="266579"/>
                </a:xfrm>
              </p:grpSpPr>
              <p:sp>
                <p:nvSpPr>
                  <p:cNvPr id="1623" name="Google Shape;1623;p38"/>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8"/>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25" name="Google Shape;1625;p38"/>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6" name="Google Shape;1626;p38"/>
              <p:cNvGrpSpPr/>
              <p:nvPr/>
            </p:nvGrpSpPr>
            <p:grpSpPr>
              <a:xfrm rot="-3298310">
                <a:off x="8268470" y="-365522"/>
                <a:ext cx="781177" cy="840852"/>
                <a:chOff x="8604632" y="-457076"/>
                <a:chExt cx="781149" cy="840821"/>
              </a:xfrm>
            </p:grpSpPr>
            <p:sp>
              <p:nvSpPr>
                <p:cNvPr id="1627" name="Google Shape;1627;p38"/>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8"/>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8"/>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8"/>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8"/>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8"/>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8"/>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8"/>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35" name="Google Shape;1635;p38"/>
            <p:cNvGrpSpPr/>
            <p:nvPr/>
          </p:nvGrpSpPr>
          <p:grpSpPr>
            <a:xfrm rot="7803555" flipH="1">
              <a:off x="1012096" y="4754323"/>
              <a:ext cx="740371" cy="757532"/>
              <a:chOff x="4391775" y="4244400"/>
              <a:chExt cx="715125" cy="731700"/>
            </a:xfrm>
          </p:grpSpPr>
          <p:sp>
            <p:nvSpPr>
              <p:cNvPr id="1636" name="Google Shape;1636;p38"/>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8"/>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8"/>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9" name="Google Shape;1639;p38"/>
            <p:cNvGrpSpPr/>
            <p:nvPr/>
          </p:nvGrpSpPr>
          <p:grpSpPr>
            <a:xfrm rot="10800000" flipH="1">
              <a:off x="6986872" y="-321564"/>
              <a:ext cx="763146" cy="697824"/>
              <a:chOff x="3681125" y="1846650"/>
              <a:chExt cx="515500" cy="471375"/>
            </a:xfrm>
          </p:grpSpPr>
          <p:sp>
            <p:nvSpPr>
              <p:cNvPr id="1640" name="Google Shape;1640;p38"/>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8"/>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8"/>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3" name="Google Shape;1643;p38"/>
            <p:cNvGrpSpPr/>
            <p:nvPr/>
          </p:nvGrpSpPr>
          <p:grpSpPr>
            <a:xfrm rot="10024369" flipH="1">
              <a:off x="-1138904" y="-810648"/>
              <a:ext cx="4341740" cy="2100676"/>
              <a:chOff x="-1013962" y="3673802"/>
              <a:chExt cx="4341985" cy="2100795"/>
            </a:xfrm>
          </p:grpSpPr>
          <p:grpSp>
            <p:nvGrpSpPr>
              <p:cNvPr id="1644" name="Google Shape;1644;p38"/>
              <p:cNvGrpSpPr/>
              <p:nvPr/>
            </p:nvGrpSpPr>
            <p:grpSpPr>
              <a:xfrm>
                <a:off x="-1013962" y="3673802"/>
                <a:ext cx="4341985" cy="2100795"/>
                <a:chOff x="-830187" y="4024390"/>
                <a:chExt cx="4341985" cy="2100795"/>
              </a:xfrm>
            </p:grpSpPr>
            <p:sp>
              <p:nvSpPr>
                <p:cNvPr id="1645" name="Google Shape;1645;p38"/>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8"/>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7" name="Google Shape;1647;p38"/>
                <p:cNvGrpSpPr/>
                <p:nvPr/>
              </p:nvGrpSpPr>
              <p:grpSpPr>
                <a:xfrm>
                  <a:off x="174564" y="4842646"/>
                  <a:ext cx="824338" cy="865398"/>
                  <a:chOff x="126952" y="4637346"/>
                  <a:chExt cx="824338" cy="865398"/>
                </a:xfrm>
              </p:grpSpPr>
              <p:sp>
                <p:nvSpPr>
                  <p:cNvPr id="1648" name="Google Shape;1648;p38"/>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8"/>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8"/>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8"/>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8"/>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8"/>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8"/>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8"/>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56" name="Google Shape;1656;p38"/>
              <p:cNvGrpSpPr/>
              <p:nvPr/>
            </p:nvGrpSpPr>
            <p:grpSpPr>
              <a:xfrm rot="-5189473">
                <a:off x="2083919" y="4411860"/>
                <a:ext cx="70211" cy="266572"/>
                <a:chOff x="5735123" y="3863031"/>
                <a:chExt cx="70213" cy="266579"/>
              </a:xfrm>
            </p:grpSpPr>
            <p:sp>
              <p:nvSpPr>
                <p:cNvPr id="1657" name="Google Shape;1657;p38"/>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8"/>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59" name="Google Shape;1659;p38"/>
            <p:cNvSpPr/>
            <p:nvPr/>
          </p:nvSpPr>
          <p:spPr>
            <a:xfrm>
              <a:off x="4520398" y="147587"/>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8"/>
            <p:cNvSpPr/>
            <p:nvPr/>
          </p:nvSpPr>
          <p:spPr>
            <a:xfrm>
              <a:off x="3255370" y="4534201"/>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8"/>
            <p:cNvSpPr/>
            <p:nvPr/>
          </p:nvSpPr>
          <p:spPr>
            <a:xfrm>
              <a:off x="308853" y="4189048"/>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575" y="461300"/>
            <a:ext cx="7714800" cy="653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4100"/>
              <a:buFont typeface="Chewy"/>
              <a:buNone/>
              <a:defRPr sz="4100">
                <a:solidFill>
                  <a:schemeClr val="dk1"/>
                </a:solidFill>
                <a:latin typeface="Chewy"/>
                <a:ea typeface="Chewy"/>
                <a:cs typeface="Chewy"/>
                <a:sym typeface="Chewy"/>
              </a:defRPr>
            </a:lvl1pPr>
            <a:lvl2pPr lvl="1">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2pPr>
            <a:lvl3pPr lvl="2">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3pPr>
            <a:lvl4pPr lvl="3">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4pPr>
            <a:lvl5pPr lvl="4">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5pPr>
            <a:lvl6pPr lvl="5">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6pPr>
            <a:lvl7pPr lvl="6">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7pPr>
            <a:lvl8pPr lvl="7">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8pPr>
            <a:lvl9pPr lvl="8">
              <a:spcBef>
                <a:spcPts val="0"/>
              </a:spcBef>
              <a:spcAft>
                <a:spcPts val="0"/>
              </a:spcAft>
              <a:buClr>
                <a:schemeClr val="dk1"/>
              </a:buClr>
              <a:buSzPts val="2800"/>
              <a:buFont typeface="Chewy"/>
              <a:buNone/>
              <a:defRPr sz="2800">
                <a:solidFill>
                  <a:schemeClr val="dk1"/>
                </a:solidFill>
                <a:latin typeface="Chewy"/>
                <a:ea typeface="Chewy"/>
                <a:cs typeface="Chewy"/>
                <a:sym typeface="Chewy"/>
              </a:defRPr>
            </a:lvl9pPr>
          </a:lstStyle>
          <a:p>
            <a:endParaRPr/>
          </a:p>
        </p:txBody>
      </p:sp>
      <p:sp>
        <p:nvSpPr>
          <p:cNvPr id="7" name="Google Shape;7;p1"/>
          <p:cNvSpPr txBox="1">
            <a:spLocks noGrp="1"/>
          </p:cNvSpPr>
          <p:nvPr>
            <p:ph type="body" idx="1"/>
          </p:nvPr>
        </p:nvSpPr>
        <p:spPr>
          <a:xfrm>
            <a:off x="714575" y="1235435"/>
            <a:ext cx="7714800" cy="3370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1pPr>
            <a:lvl2pPr marL="914400" lvl="1"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2pPr>
            <a:lvl3pPr marL="1371600" lvl="2"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3pPr>
            <a:lvl4pPr marL="1828800" lvl="3"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4pPr>
            <a:lvl5pPr marL="2286000" lvl="4"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5pPr>
            <a:lvl6pPr marL="2743200" lvl="5"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6pPr>
            <a:lvl7pPr marL="3200400" lvl="6"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7pPr>
            <a:lvl8pPr marL="3657600" lvl="7"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8pPr>
            <a:lvl9pPr marL="4114800" lvl="8" indent="-317500">
              <a:lnSpc>
                <a:spcPct val="100000"/>
              </a:lnSpc>
              <a:spcBef>
                <a:spcPts val="0"/>
              </a:spcBef>
              <a:spcAft>
                <a:spcPts val="0"/>
              </a:spcAft>
              <a:buClr>
                <a:schemeClr val="dk1"/>
              </a:buClr>
              <a:buSzPts val="1400"/>
              <a:buFont typeface="ABeeZee"/>
              <a:buChar char="■"/>
              <a:defRPr>
                <a:solidFill>
                  <a:schemeClr val="dk1"/>
                </a:solidFill>
                <a:latin typeface="ABeeZee"/>
                <a:ea typeface="ABeeZee"/>
                <a:cs typeface="ABeeZee"/>
                <a:sym typeface="ABeeZe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5" r:id="rId6"/>
    <p:sldLayoutId id="2147483658" r:id="rId7"/>
    <p:sldLayoutId id="2147483659" r:id="rId8"/>
    <p:sldLayoutId id="2147483660" r:id="rId9"/>
    <p:sldLayoutId id="2147483663" r:id="rId10"/>
    <p:sldLayoutId id="2147483664" r:id="rId11"/>
    <p:sldLayoutId id="2147483665" r:id="rId12"/>
    <p:sldLayoutId id="2147483667" r:id="rId13"/>
    <p:sldLayoutId id="2147483668" r:id="rId14"/>
    <p:sldLayoutId id="2147483670"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9.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8.xml"/><Relationship Id="rId1" Type="http://schemas.openxmlformats.org/officeDocument/2006/relationships/slideLayout" Target="../slideLayouts/slideLayout22.xml"/><Relationship Id="rId5" Type="http://schemas.openxmlformats.org/officeDocument/2006/relationships/image" Target="../media/image3.png"/><Relationship Id="rId4" Type="http://schemas.openxmlformats.org/officeDocument/2006/relationships/hyperlink" Target="https://docs.google.com/spreadsheets/d/1XWNfleIhPVK2Kt7sUI6D2NtIlCT1M6ZZL3ZeFKwptSY/copy"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1"/>
        <p:cNvGrpSpPr/>
        <p:nvPr/>
      </p:nvGrpSpPr>
      <p:grpSpPr>
        <a:xfrm>
          <a:off x="0" y="0"/>
          <a:ext cx="0" cy="0"/>
          <a:chOff x="0" y="0"/>
          <a:chExt cx="0" cy="0"/>
        </a:xfrm>
      </p:grpSpPr>
      <p:sp>
        <p:nvSpPr>
          <p:cNvPr id="1672" name="Google Shape;1672;p42"/>
          <p:cNvSpPr txBox="1">
            <a:spLocks noGrp="1"/>
          </p:cNvSpPr>
          <p:nvPr>
            <p:ph type="ctrTitle"/>
          </p:nvPr>
        </p:nvSpPr>
        <p:spPr>
          <a:xfrm flipH="1">
            <a:off x="715791" y="2268217"/>
            <a:ext cx="4271700" cy="1348200"/>
          </a:xfrm>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a:t>ENVIRONMENTAL EDUCATION DAY</a:t>
            </a:r>
            <a:endParaRPr/>
          </a:p>
        </p:txBody>
      </p:sp>
      <p:sp>
        <p:nvSpPr>
          <p:cNvPr id="1673" name="Google Shape;1673;p42"/>
          <p:cNvSpPr txBox="1">
            <a:spLocks noGrp="1"/>
          </p:cNvSpPr>
          <p:nvPr>
            <p:ph type="subTitle" idx="1"/>
          </p:nvPr>
        </p:nvSpPr>
        <p:spPr>
          <a:xfrm flipH="1">
            <a:off x="715788" y="3588400"/>
            <a:ext cx="4271700" cy="49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Here is where your presentation begins</a:t>
            </a:r>
            <a:endParaRPr/>
          </a:p>
        </p:txBody>
      </p:sp>
      <p:sp>
        <p:nvSpPr>
          <p:cNvPr id="1674" name="Google Shape;1674;p42"/>
          <p:cNvSpPr txBox="1">
            <a:spLocks noGrp="1"/>
          </p:cNvSpPr>
          <p:nvPr>
            <p:ph type="ctrTitle" idx="2"/>
          </p:nvPr>
        </p:nvSpPr>
        <p:spPr>
          <a:xfrm flipH="1">
            <a:off x="715791" y="942567"/>
            <a:ext cx="4271700" cy="1506000"/>
          </a:xfrm>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a:t>Elementary Awareness-raising Activities on</a:t>
            </a:r>
            <a:endParaRPr/>
          </a:p>
        </p:txBody>
      </p:sp>
      <p:sp>
        <p:nvSpPr>
          <p:cNvPr id="1675" name="Google Shape;1675;p42"/>
          <p:cNvSpPr/>
          <p:nvPr/>
        </p:nvSpPr>
        <p:spPr>
          <a:xfrm flipH="1">
            <a:off x="4757515" y="4422508"/>
            <a:ext cx="54636" cy="54456"/>
          </a:xfrm>
          <a:custGeom>
            <a:avLst/>
            <a:gdLst/>
            <a:ahLst/>
            <a:cxnLst/>
            <a:rect l="l" t="t" r="r" b="b"/>
            <a:pathLst>
              <a:path w="2122" h="2115" extrusionOk="0">
                <a:moveTo>
                  <a:pt x="928" y="1"/>
                </a:moveTo>
                <a:cubicBezTo>
                  <a:pt x="590" y="1"/>
                  <a:pt x="275" y="268"/>
                  <a:pt x="164" y="699"/>
                </a:cubicBezTo>
                <a:cubicBezTo>
                  <a:pt x="0" y="1205"/>
                  <a:pt x="224" y="1756"/>
                  <a:pt x="686" y="2025"/>
                </a:cubicBezTo>
                <a:cubicBezTo>
                  <a:pt x="808" y="2087"/>
                  <a:pt x="923" y="2114"/>
                  <a:pt x="1030" y="2114"/>
                </a:cubicBezTo>
                <a:cubicBezTo>
                  <a:pt x="1817" y="2114"/>
                  <a:pt x="2121" y="588"/>
                  <a:pt x="1282" y="103"/>
                </a:cubicBezTo>
                <a:cubicBezTo>
                  <a:pt x="1166" y="33"/>
                  <a:pt x="1045" y="1"/>
                  <a:pt x="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2"/>
          <p:cNvSpPr/>
          <p:nvPr/>
        </p:nvSpPr>
        <p:spPr>
          <a:xfrm flipH="1">
            <a:off x="5817328" y="3067328"/>
            <a:ext cx="322616" cy="427537"/>
          </a:xfrm>
          <a:custGeom>
            <a:avLst/>
            <a:gdLst/>
            <a:ahLst/>
            <a:cxnLst/>
            <a:rect l="l" t="t" r="r" b="b"/>
            <a:pathLst>
              <a:path w="12530" h="16605" extrusionOk="0">
                <a:moveTo>
                  <a:pt x="11097" y="1"/>
                </a:moveTo>
                <a:cubicBezTo>
                  <a:pt x="10961" y="1"/>
                  <a:pt x="10816" y="27"/>
                  <a:pt x="10667" y="83"/>
                </a:cubicBezTo>
                <a:cubicBezTo>
                  <a:pt x="10354" y="217"/>
                  <a:pt x="10056" y="426"/>
                  <a:pt x="9833" y="679"/>
                </a:cubicBezTo>
                <a:cubicBezTo>
                  <a:pt x="9356" y="1170"/>
                  <a:pt x="8939" y="1722"/>
                  <a:pt x="8626" y="2332"/>
                </a:cubicBezTo>
                <a:cubicBezTo>
                  <a:pt x="8551" y="2481"/>
                  <a:pt x="8447" y="2630"/>
                  <a:pt x="8298" y="2720"/>
                </a:cubicBezTo>
                <a:cubicBezTo>
                  <a:pt x="7643" y="3062"/>
                  <a:pt x="7017" y="3450"/>
                  <a:pt x="6406" y="3897"/>
                </a:cubicBezTo>
                <a:cubicBezTo>
                  <a:pt x="6302" y="3792"/>
                  <a:pt x="6242" y="3658"/>
                  <a:pt x="6257" y="3509"/>
                </a:cubicBezTo>
                <a:cubicBezTo>
                  <a:pt x="6242" y="3092"/>
                  <a:pt x="6093" y="2675"/>
                  <a:pt x="5810" y="2362"/>
                </a:cubicBezTo>
                <a:cubicBezTo>
                  <a:pt x="5619" y="2113"/>
                  <a:pt x="5338" y="1990"/>
                  <a:pt x="5056" y="1990"/>
                </a:cubicBezTo>
                <a:cubicBezTo>
                  <a:pt x="4765" y="1990"/>
                  <a:pt x="4472" y="2120"/>
                  <a:pt x="4276" y="2377"/>
                </a:cubicBezTo>
                <a:cubicBezTo>
                  <a:pt x="4067" y="2645"/>
                  <a:pt x="3918" y="2973"/>
                  <a:pt x="3874" y="3316"/>
                </a:cubicBezTo>
                <a:cubicBezTo>
                  <a:pt x="3740" y="4150"/>
                  <a:pt x="3769" y="4999"/>
                  <a:pt x="3978" y="5804"/>
                </a:cubicBezTo>
                <a:cubicBezTo>
                  <a:pt x="4037" y="6042"/>
                  <a:pt x="4097" y="6280"/>
                  <a:pt x="3933" y="6519"/>
                </a:cubicBezTo>
                <a:cubicBezTo>
                  <a:pt x="3471" y="7144"/>
                  <a:pt x="3054" y="7815"/>
                  <a:pt x="2682" y="8485"/>
                </a:cubicBezTo>
                <a:cubicBezTo>
                  <a:pt x="2607" y="8612"/>
                  <a:pt x="2540" y="8668"/>
                  <a:pt x="2473" y="8668"/>
                </a:cubicBezTo>
                <a:cubicBezTo>
                  <a:pt x="2406" y="8668"/>
                  <a:pt x="2339" y="8612"/>
                  <a:pt x="2265" y="8515"/>
                </a:cubicBezTo>
                <a:cubicBezTo>
                  <a:pt x="2086" y="8291"/>
                  <a:pt x="1848" y="8113"/>
                  <a:pt x="1594" y="7993"/>
                </a:cubicBezTo>
                <a:cubicBezTo>
                  <a:pt x="1432" y="7911"/>
                  <a:pt x="1264" y="7873"/>
                  <a:pt x="1100" y="7873"/>
                </a:cubicBezTo>
                <a:cubicBezTo>
                  <a:pt x="524" y="7873"/>
                  <a:pt x="4" y="8339"/>
                  <a:pt x="15" y="8977"/>
                </a:cubicBezTo>
                <a:cubicBezTo>
                  <a:pt x="0" y="9275"/>
                  <a:pt x="60" y="9588"/>
                  <a:pt x="164" y="9871"/>
                </a:cubicBezTo>
                <a:cubicBezTo>
                  <a:pt x="358" y="10392"/>
                  <a:pt x="686" y="10854"/>
                  <a:pt x="1088" y="11226"/>
                </a:cubicBezTo>
                <a:cubicBezTo>
                  <a:pt x="1326" y="11435"/>
                  <a:pt x="1401" y="11763"/>
                  <a:pt x="1281" y="12046"/>
                </a:cubicBezTo>
                <a:cubicBezTo>
                  <a:pt x="954" y="13178"/>
                  <a:pt x="760" y="14355"/>
                  <a:pt x="730" y="15532"/>
                </a:cubicBezTo>
                <a:cubicBezTo>
                  <a:pt x="715" y="15725"/>
                  <a:pt x="730" y="15904"/>
                  <a:pt x="760" y="16098"/>
                </a:cubicBezTo>
                <a:cubicBezTo>
                  <a:pt x="820" y="16381"/>
                  <a:pt x="1073" y="16589"/>
                  <a:pt x="1371" y="16604"/>
                </a:cubicBezTo>
                <a:cubicBezTo>
                  <a:pt x="1684" y="16604"/>
                  <a:pt x="1967" y="16396"/>
                  <a:pt x="2041" y="16083"/>
                </a:cubicBezTo>
                <a:cubicBezTo>
                  <a:pt x="2071" y="15904"/>
                  <a:pt x="2086" y="15710"/>
                  <a:pt x="2086" y="15532"/>
                </a:cubicBezTo>
                <a:cubicBezTo>
                  <a:pt x="2131" y="14772"/>
                  <a:pt x="2220" y="14012"/>
                  <a:pt x="2369" y="13267"/>
                </a:cubicBezTo>
                <a:cubicBezTo>
                  <a:pt x="2425" y="12972"/>
                  <a:pt x="2548" y="12849"/>
                  <a:pt x="2826" y="12849"/>
                </a:cubicBezTo>
                <a:cubicBezTo>
                  <a:pt x="2842" y="12849"/>
                  <a:pt x="2858" y="12849"/>
                  <a:pt x="2875" y="12850"/>
                </a:cubicBezTo>
                <a:cubicBezTo>
                  <a:pt x="2950" y="12858"/>
                  <a:pt x="3024" y="12861"/>
                  <a:pt x="3099" y="12861"/>
                </a:cubicBezTo>
                <a:cubicBezTo>
                  <a:pt x="3173" y="12861"/>
                  <a:pt x="3248" y="12858"/>
                  <a:pt x="3322" y="12850"/>
                </a:cubicBezTo>
                <a:cubicBezTo>
                  <a:pt x="3948" y="12790"/>
                  <a:pt x="4529" y="12627"/>
                  <a:pt x="5006" y="12195"/>
                </a:cubicBezTo>
                <a:cubicBezTo>
                  <a:pt x="5274" y="12001"/>
                  <a:pt x="5378" y="11643"/>
                  <a:pt x="5289" y="11331"/>
                </a:cubicBezTo>
                <a:cubicBezTo>
                  <a:pt x="5199" y="11003"/>
                  <a:pt x="4946" y="10764"/>
                  <a:pt x="4618" y="10690"/>
                </a:cubicBezTo>
                <a:cubicBezTo>
                  <a:pt x="4459" y="10648"/>
                  <a:pt x="4299" y="10630"/>
                  <a:pt x="4140" y="10630"/>
                </a:cubicBezTo>
                <a:cubicBezTo>
                  <a:pt x="4016" y="10630"/>
                  <a:pt x="3893" y="10641"/>
                  <a:pt x="3769" y="10660"/>
                </a:cubicBezTo>
                <a:cubicBezTo>
                  <a:pt x="3658" y="10680"/>
                  <a:pt x="3546" y="10735"/>
                  <a:pt x="3435" y="10735"/>
                </a:cubicBezTo>
                <a:cubicBezTo>
                  <a:pt x="3382" y="10735"/>
                  <a:pt x="3330" y="10723"/>
                  <a:pt x="3278" y="10690"/>
                </a:cubicBezTo>
                <a:cubicBezTo>
                  <a:pt x="3263" y="10645"/>
                  <a:pt x="3248" y="10615"/>
                  <a:pt x="3248" y="10586"/>
                </a:cubicBezTo>
                <a:cubicBezTo>
                  <a:pt x="3516" y="9781"/>
                  <a:pt x="3948" y="9066"/>
                  <a:pt x="4365" y="8351"/>
                </a:cubicBezTo>
                <a:cubicBezTo>
                  <a:pt x="4453" y="8215"/>
                  <a:pt x="4553" y="8168"/>
                  <a:pt x="4669" y="8168"/>
                </a:cubicBezTo>
                <a:cubicBezTo>
                  <a:pt x="4732" y="8168"/>
                  <a:pt x="4799" y="8181"/>
                  <a:pt x="4872" y="8202"/>
                </a:cubicBezTo>
                <a:cubicBezTo>
                  <a:pt x="5289" y="8321"/>
                  <a:pt x="5721" y="8411"/>
                  <a:pt x="6153" y="8440"/>
                </a:cubicBezTo>
                <a:cubicBezTo>
                  <a:pt x="6340" y="8473"/>
                  <a:pt x="6529" y="8488"/>
                  <a:pt x="6719" y="8488"/>
                </a:cubicBezTo>
                <a:cubicBezTo>
                  <a:pt x="6969" y="8488"/>
                  <a:pt x="7219" y="8461"/>
                  <a:pt x="7464" y="8411"/>
                </a:cubicBezTo>
                <a:cubicBezTo>
                  <a:pt x="7792" y="8351"/>
                  <a:pt x="8045" y="8098"/>
                  <a:pt x="8119" y="7770"/>
                </a:cubicBezTo>
                <a:cubicBezTo>
                  <a:pt x="8194" y="7457"/>
                  <a:pt x="8075" y="7115"/>
                  <a:pt x="7821" y="6906"/>
                </a:cubicBezTo>
                <a:cubicBezTo>
                  <a:pt x="7568" y="6668"/>
                  <a:pt x="7255" y="6504"/>
                  <a:pt x="6913" y="6444"/>
                </a:cubicBezTo>
                <a:cubicBezTo>
                  <a:pt x="6600" y="6399"/>
                  <a:pt x="6302" y="6340"/>
                  <a:pt x="5929" y="6280"/>
                </a:cubicBezTo>
                <a:cubicBezTo>
                  <a:pt x="6630" y="5461"/>
                  <a:pt x="7449" y="4776"/>
                  <a:pt x="8373" y="4224"/>
                </a:cubicBezTo>
                <a:cubicBezTo>
                  <a:pt x="8489" y="4128"/>
                  <a:pt x="8632" y="4081"/>
                  <a:pt x="8776" y="4081"/>
                </a:cubicBezTo>
                <a:cubicBezTo>
                  <a:pt x="8965" y="4081"/>
                  <a:pt x="9155" y="4162"/>
                  <a:pt x="9281" y="4314"/>
                </a:cubicBezTo>
                <a:cubicBezTo>
                  <a:pt x="9833" y="4805"/>
                  <a:pt x="10518" y="5088"/>
                  <a:pt x="11248" y="5133"/>
                </a:cubicBezTo>
                <a:cubicBezTo>
                  <a:pt x="11312" y="5140"/>
                  <a:pt x="11375" y="5144"/>
                  <a:pt x="11436" y="5144"/>
                </a:cubicBezTo>
                <a:cubicBezTo>
                  <a:pt x="11887" y="5144"/>
                  <a:pt x="12247" y="4954"/>
                  <a:pt x="12365" y="4627"/>
                </a:cubicBezTo>
                <a:cubicBezTo>
                  <a:pt x="12529" y="4180"/>
                  <a:pt x="12350" y="3807"/>
                  <a:pt x="12052" y="3480"/>
                </a:cubicBezTo>
                <a:cubicBezTo>
                  <a:pt x="11993" y="3405"/>
                  <a:pt x="11918" y="3345"/>
                  <a:pt x="11844" y="3286"/>
                </a:cubicBezTo>
                <a:cubicBezTo>
                  <a:pt x="11695" y="3167"/>
                  <a:pt x="11531" y="3062"/>
                  <a:pt x="11367" y="2973"/>
                </a:cubicBezTo>
                <a:cubicBezTo>
                  <a:pt x="11084" y="2839"/>
                  <a:pt x="11114" y="2690"/>
                  <a:pt x="11307" y="2496"/>
                </a:cubicBezTo>
                <a:cubicBezTo>
                  <a:pt x="11382" y="2422"/>
                  <a:pt x="11456" y="2332"/>
                  <a:pt x="11531" y="2243"/>
                </a:cubicBezTo>
                <a:cubicBezTo>
                  <a:pt x="11784" y="1915"/>
                  <a:pt x="11948" y="1513"/>
                  <a:pt x="12008" y="1096"/>
                </a:cubicBezTo>
                <a:cubicBezTo>
                  <a:pt x="12055" y="438"/>
                  <a:pt x="11652" y="1"/>
                  <a:pt x="11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7" name="Google Shape;1677;p42"/>
          <p:cNvGrpSpPr/>
          <p:nvPr/>
        </p:nvGrpSpPr>
        <p:grpSpPr>
          <a:xfrm flipH="1">
            <a:off x="4987497" y="861048"/>
            <a:ext cx="3438031" cy="3220556"/>
            <a:chOff x="3387775" y="2503040"/>
            <a:chExt cx="2551036" cy="2389668"/>
          </a:xfrm>
        </p:grpSpPr>
        <p:sp>
          <p:nvSpPr>
            <p:cNvPr id="1678" name="Google Shape;1678;p42"/>
            <p:cNvSpPr/>
            <p:nvPr/>
          </p:nvSpPr>
          <p:spPr>
            <a:xfrm>
              <a:off x="3387775" y="3016050"/>
              <a:ext cx="1136932" cy="1876658"/>
            </a:xfrm>
            <a:custGeom>
              <a:avLst/>
              <a:gdLst/>
              <a:ahLst/>
              <a:cxnLst/>
              <a:rect l="l" t="t" r="r" b="b"/>
              <a:pathLst>
                <a:path w="44157" h="74909" extrusionOk="0">
                  <a:moveTo>
                    <a:pt x="23470" y="0"/>
                  </a:moveTo>
                  <a:cubicBezTo>
                    <a:pt x="22211" y="0"/>
                    <a:pt x="20980" y="331"/>
                    <a:pt x="19754" y="931"/>
                  </a:cubicBezTo>
                  <a:cubicBezTo>
                    <a:pt x="18339" y="1631"/>
                    <a:pt x="17192" y="2704"/>
                    <a:pt x="16104" y="3821"/>
                  </a:cubicBezTo>
                  <a:cubicBezTo>
                    <a:pt x="15538" y="4402"/>
                    <a:pt x="15032" y="5028"/>
                    <a:pt x="14495" y="5624"/>
                  </a:cubicBezTo>
                  <a:cubicBezTo>
                    <a:pt x="12469" y="7948"/>
                    <a:pt x="10607" y="10391"/>
                    <a:pt x="8804" y="12894"/>
                  </a:cubicBezTo>
                  <a:cubicBezTo>
                    <a:pt x="7896" y="14145"/>
                    <a:pt x="1341" y="22339"/>
                    <a:pt x="909" y="32350"/>
                  </a:cubicBezTo>
                  <a:cubicBezTo>
                    <a:pt x="0" y="42853"/>
                    <a:pt x="3784" y="46845"/>
                    <a:pt x="5423" y="50584"/>
                  </a:cubicBezTo>
                  <a:cubicBezTo>
                    <a:pt x="6212" y="52372"/>
                    <a:pt x="6525" y="54249"/>
                    <a:pt x="6704" y="56171"/>
                  </a:cubicBezTo>
                  <a:cubicBezTo>
                    <a:pt x="7270" y="62160"/>
                    <a:pt x="8075" y="70651"/>
                    <a:pt x="8134" y="71992"/>
                  </a:cubicBezTo>
                  <a:cubicBezTo>
                    <a:pt x="8194" y="73601"/>
                    <a:pt x="8998" y="74450"/>
                    <a:pt x="10607" y="74689"/>
                  </a:cubicBezTo>
                  <a:cubicBezTo>
                    <a:pt x="11216" y="74772"/>
                    <a:pt x="15971" y="74908"/>
                    <a:pt x="19463" y="74908"/>
                  </a:cubicBezTo>
                  <a:cubicBezTo>
                    <a:pt x="20929" y="74908"/>
                    <a:pt x="22172" y="74884"/>
                    <a:pt x="22793" y="74823"/>
                  </a:cubicBezTo>
                  <a:cubicBezTo>
                    <a:pt x="23151" y="74808"/>
                    <a:pt x="23508" y="74703"/>
                    <a:pt x="23821" y="74540"/>
                  </a:cubicBezTo>
                  <a:cubicBezTo>
                    <a:pt x="24387" y="74212"/>
                    <a:pt x="24492" y="73690"/>
                    <a:pt x="24119" y="73154"/>
                  </a:cubicBezTo>
                  <a:cubicBezTo>
                    <a:pt x="23926" y="72886"/>
                    <a:pt x="23672" y="72662"/>
                    <a:pt x="23374" y="72499"/>
                  </a:cubicBezTo>
                  <a:cubicBezTo>
                    <a:pt x="22689" y="72052"/>
                    <a:pt x="21989" y="71605"/>
                    <a:pt x="21274" y="71188"/>
                  </a:cubicBezTo>
                  <a:cubicBezTo>
                    <a:pt x="20886" y="70994"/>
                    <a:pt x="20648" y="70592"/>
                    <a:pt x="20678" y="70175"/>
                  </a:cubicBezTo>
                  <a:cubicBezTo>
                    <a:pt x="20574" y="66122"/>
                    <a:pt x="20469" y="64573"/>
                    <a:pt x="20305" y="60521"/>
                  </a:cubicBezTo>
                  <a:cubicBezTo>
                    <a:pt x="20171" y="57378"/>
                    <a:pt x="20022" y="57035"/>
                    <a:pt x="19665" y="53906"/>
                  </a:cubicBezTo>
                  <a:cubicBezTo>
                    <a:pt x="19292" y="50584"/>
                    <a:pt x="15508" y="43553"/>
                    <a:pt x="14793" y="38651"/>
                  </a:cubicBezTo>
                  <a:cubicBezTo>
                    <a:pt x="14793" y="38117"/>
                    <a:pt x="14844" y="38024"/>
                    <a:pt x="15315" y="38024"/>
                  </a:cubicBezTo>
                  <a:cubicBezTo>
                    <a:pt x="15356" y="38024"/>
                    <a:pt x="15401" y="38025"/>
                    <a:pt x="15449" y="38026"/>
                  </a:cubicBezTo>
                  <a:cubicBezTo>
                    <a:pt x="16030" y="38048"/>
                    <a:pt x="16611" y="38059"/>
                    <a:pt x="17192" y="38059"/>
                  </a:cubicBezTo>
                  <a:cubicBezTo>
                    <a:pt x="17773" y="38059"/>
                    <a:pt x="18354" y="38048"/>
                    <a:pt x="18935" y="38026"/>
                  </a:cubicBezTo>
                  <a:cubicBezTo>
                    <a:pt x="18956" y="38024"/>
                    <a:pt x="18977" y="38023"/>
                    <a:pt x="18998" y="38023"/>
                  </a:cubicBezTo>
                  <a:cubicBezTo>
                    <a:pt x="19287" y="38023"/>
                    <a:pt x="19553" y="38210"/>
                    <a:pt x="19650" y="38488"/>
                  </a:cubicBezTo>
                  <a:cubicBezTo>
                    <a:pt x="21467" y="42212"/>
                    <a:pt x="23404" y="45877"/>
                    <a:pt x="25073" y="49676"/>
                  </a:cubicBezTo>
                  <a:cubicBezTo>
                    <a:pt x="25862" y="51463"/>
                    <a:pt x="26175" y="53340"/>
                    <a:pt x="26354" y="55262"/>
                  </a:cubicBezTo>
                  <a:cubicBezTo>
                    <a:pt x="26920" y="61251"/>
                    <a:pt x="27724" y="70651"/>
                    <a:pt x="27784" y="72007"/>
                  </a:cubicBezTo>
                  <a:cubicBezTo>
                    <a:pt x="27844" y="73601"/>
                    <a:pt x="28648" y="74465"/>
                    <a:pt x="30257" y="74689"/>
                  </a:cubicBezTo>
                  <a:cubicBezTo>
                    <a:pt x="30866" y="74772"/>
                    <a:pt x="35628" y="74908"/>
                    <a:pt x="39120" y="74908"/>
                  </a:cubicBezTo>
                  <a:cubicBezTo>
                    <a:pt x="40585" y="74908"/>
                    <a:pt x="41827" y="74884"/>
                    <a:pt x="42443" y="74823"/>
                  </a:cubicBezTo>
                  <a:cubicBezTo>
                    <a:pt x="42801" y="74808"/>
                    <a:pt x="43158" y="74703"/>
                    <a:pt x="43471" y="74540"/>
                  </a:cubicBezTo>
                  <a:cubicBezTo>
                    <a:pt x="44037" y="74212"/>
                    <a:pt x="44156" y="73705"/>
                    <a:pt x="43784" y="73169"/>
                  </a:cubicBezTo>
                  <a:cubicBezTo>
                    <a:pt x="43575" y="72901"/>
                    <a:pt x="43322" y="72677"/>
                    <a:pt x="43039" y="72513"/>
                  </a:cubicBezTo>
                  <a:cubicBezTo>
                    <a:pt x="42339" y="72067"/>
                    <a:pt x="41639" y="71605"/>
                    <a:pt x="40924" y="71188"/>
                  </a:cubicBezTo>
                  <a:cubicBezTo>
                    <a:pt x="40536" y="71009"/>
                    <a:pt x="40298" y="70607"/>
                    <a:pt x="40328" y="70175"/>
                  </a:cubicBezTo>
                  <a:cubicBezTo>
                    <a:pt x="40223" y="66122"/>
                    <a:pt x="40119" y="64573"/>
                    <a:pt x="39955" y="60521"/>
                  </a:cubicBezTo>
                  <a:cubicBezTo>
                    <a:pt x="39821" y="57378"/>
                    <a:pt x="39672" y="57050"/>
                    <a:pt x="39315" y="53906"/>
                  </a:cubicBezTo>
                  <a:cubicBezTo>
                    <a:pt x="38942" y="50599"/>
                    <a:pt x="33341" y="36610"/>
                    <a:pt x="33356" y="35016"/>
                  </a:cubicBezTo>
                  <a:cubicBezTo>
                    <a:pt x="33371" y="33273"/>
                    <a:pt x="37795" y="27732"/>
                    <a:pt x="39717" y="24767"/>
                  </a:cubicBezTo>
                  <a:cubicBezTo>
                    <a:pt x="40968" y="22815"/>
                    <a:pt x="42056" y="20760"/>
                    <a:pt x="42979" y="18629"/>
                  </a:cubicBezTo>
                  <a:cubicBezTo>
                    <a:pt x="43560" y="17288"/>
                    <a:pt x="43933" y="15903"/>
                    <a:pt x="43590" y="14413"/>
                  </a:cubicBezTo>
                  <a:cubicBezTo>
                    <a:pt x="43456" y="13758"/>
                    <a:pt x="43203" y="13132"/>
                    <a:pt x="42831" y="12581"/>
                  </a:cubicBezTo>
                  <a:cubicBezTo>
                    <a:pt x="41594" y="10778"/>
                    <a:pt x="37348" y="7903"/>
                    <a:pt x="35620" y="6607"/>
                  </a:cubicBezTo>
                  <a:cubicBezTo>
                    <a:pt x="34205" y="5549"/>
                    <a:pt x="32760" y="4566"/>
                    <a:pt x="31344" y="3538"/>
                  </a:cubicBezTo>
                  <a:cubicBezTo>
                    <a:pt x="29736" y="2376"/>
                    <a:pt x="28097" y="1274"/>
                    <a:pt x="26220" y="529"/>
                  </a:cubicBezTo>
                  <a:cubicBezTo>
                    <a:pt x="25283" y="169"/>
                    <a:pt x="24369" y="0"/>
                    <a:pt x="23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2"/>
            <p:cNvSpPr/>
            <p:nvPr/>
          </p:nvSpPr>
          <p:spPr>
            <a:xfrm rot="-678866">
              <a:off x="3455746" y="3847931"/>
              <a:ext cx="51052" cy="93503"/>
            </a:xfrm>
            <a:custGeom>
              <a:avLst/>
              <a:gdLst/>
              <a:ahLst/>
              <a:cxnLst/>
              <a:rect l="l" t="t" r="r" b="b"/>
              <a:pathLst>
                <a:path w="2042" h="3740" extrusionOk="0">
                  <a:moveTo>
                    <a:pt x="1184" y="1"/>
                  </a:moveTo>
                  <a:cubicBezTo>
                    <a:pt x="881" y="1"/>
                    <a:pt x="588" y="216"/>
                    <a:pt x="388" y="640"/>
                  </a:cubicBezTo>
                  <a:cubicBezTo>
                    <a:pt x="90" y="1265"/>
                    <a:pt x="0" y="1981"/>
                    <a:pt x="149" y="2651"/>
                  </a:cubicBezTo>
                  <a:cubicBezTo>
                    <a:pt x="194" y="2830"/>
                    <a:pt x="239" y="2994"/>
                    <a:pt x="298" y="3157"/>
                  </a:cubicBezTo>
                  <a:cubicBezTo>
                    <a:pt x="416" y="3471"/>
                    <a:pt x="603" y="3740"/>
                    <a:pt x="919" y="3740"/>
                  </a:cubicBezTo>
                  <a:cubicBezTo>
                    <a:pt x="963" y="3740"/>
                    <a:pt x="1009" y="3734"/>
                    <a:pt x="1058" y="3724"/>
                  </a:cubicBezTo>
                  <a:cubicBezTo>
                    <a:pt x="1401" y="3664"/>
                    <a:pt x="1550" y="3351"/>
                    <a:pt x="1535" y="3008"/>
                  </a:cubicBezTo>
                  <a:cubicBezTo>
                    <a:pt x="1505" y="2413"/>
                    <a:pt x="1728" y="1906"/>
                    <a:pt x="1877" y="1370"/>
                  </a:cubicBezTo>
                  <a:cubicBezTo>
                    <a:pt x="2041" y="729"/>
                    <a:pt x="1892" y="282"/>
                    <a:pt x="1490" y="74"/>
                  </a:cubicBezTo>
                  <a:cubicBezTo>
                    <a:pt x="1389" y="25"/>
                    <a:pt x="1286" y="1"/>
                    <a:pt x="11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2"/>
            <p:cNvSpPr/>
            <p:nvPr/>
          </p:nvSpPr>
          <p:spPr>
            <a:xfrm rot="-678866">
              <a:off x="3477018" y="3794079"/>
              <a:ext cx="31326" cy="32476"/>
            </a:xfrm>
            <a:custGeom>
              <a:avLst/>
              <a:gdLst/>
              <a:ahLst/>
              <a:cxnLst/>
              <a:rect l="l" t="t" r="r" b="b"/>
              <a:pathLst>
                <a:path w="1253" h="1299" extrusionOk="0">
                  <a:moveTo>
                    <a:pt x="796" y="1"/>
                  </a:moveTo>
                  <a:cubicBezTo>
                    <a:pt x="784" y="1"/>
                    <a:pt x="773" y="1"/>
                    <a:pt x="761" y="2"/>
                  </a:cubicBezTo>
                  <a:cubicBezTo>
                    <a:pt x="344" y="61"/>
                    <a:pt x="16" y="419"/>
                    <a:pt x="1" y="866"/>
                  </a:cubicBezTo>
                  <a:cubicBezTo>
                    <a:pt x="15" y="1110"/>
                    <a:pt x="223" y="1299"/>
                    <a:pt x="465" y="1299"/>
                  </a:cubicBezTo>
                  <a:cubicBezTo>
                    <a:pt x="474" y="1299"/>
                    <a:pt x="483" y="1299"/>
                    <a:pt x="493" y="1298"/>
                  </a:cubicBezTo>
                  <a:cubicBezTo>
                    <a:pt x="925" y="1253"/>
                    <a:pt x="1252" y="896"/>
                    <a:pt x="1252" y="464"/>
                  </a:cubicBezTo>
                  <a:cubicBezTo>
                    <a:pt x="1224" y="164"/>
                    <a:pt x="1059" y="1"/>
                    <a:pt x="7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2"/>
            <p:cNvSpPr/>
            <p:nvPr/>
          </p:nvSpPr>
          <p:spPr>
            <a:xfrm>
              <a:off x="4080465" y="3123240"/>
              <a:ext cx="1769445" cy="1769445"/>
            </a:xfrm>
            <a:custGeom>
              <a:avLst/>
              <a:gdLst/>
              <a:ahLst/>
              <a:cxnLst/>
              <a:rect l="l" t="t" r="r" b="b"/>
              <a:pathLst>
                <a:path w="68723" h="68723" extrusionOk="0">
                  <a:moveTo>
                    <a:pt x="34369" y="1"/>
                  </a:moveTo>
                  <a:cubicBezTo>
                    <a:pt x="15389" y="1"/>
                    <a:pt x="0" y="15390"/>
                    <a:pt x="0" y="34354"/>
                  </a:cubicBezTo>
                  <a:cubicBezTo>
                    <a:pt x="0" y="53334"/>
                    <a:pt x="15389" y="68723"/>
                    <a:pt x="34369" y="68723"/>
                  </a:cubicBezTo>
                  <a:cubicBezTo>
                    <a:pt x="53333" y="68723"/>
                    <a:pt x="68722" y="53334"/>
                    <a:pt x="68722" y="34354"/>
                  </a:cubicBezTo>
                  <a:cubicBezTo>
                    <a:pt x="68722" y="15390"/>
                    <a:pt x="53333" y="1"/>
                    <a:pt x="343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2"/>
            <p:cNvSpPr/>
            <p:nvPr/>
          </p:nvSpPr>
          <p:spPr>
            <a:xfrm>
              <a:off x="4109996" y="3154315"/>
              <a:ext cx="1387018" cy="1639652"/>
            </a:xfrm>
            <a:custGeom>
              <a:avLst/>
              <a:gdLst/>
              <a:ahLst/>
              <a:cxnLst/>
              <a:rect l="l" t="t" r="r" b="b"/>
              <a:pathLst>
                <a:path w="53870" h="63682" extrusionOk="0">
                  <a:moveTo>
                    <a:pt x="33337" y="6064"/>
                  </a:moveTo>
                  <a:cubicBezTo>
                    <a:pt x="33496" y="6064"/>
                    <a:pt x="33657" y="6107"/>
                    <a:pt x="33803" y="6198"/>
                  </a:cubicBezTo>
                  <a:cubicBezTo>
                    <a:pt x="34130" y="6362"/>
                    <a:pt x="34369" y="6674"/>
                    <a:pt x="34428" y="7032"/>
                  </a:cubicBezTo>
                  <a:cubicBezTo>
                    <a:pt x="34503" y="7345"/>
                    <a:pt x="34533" y="7673"/>
                    <a:pt x="34488" y="8000"/>
                  </a:cubicBezTo>
                  <a:cubicBezTo>
                    <a:pt x="34413" y="8939"/>
                    <a:pt x="34801" y="9624"/>
                    <a:pt x="35605" y="10071"/>
                  </a:cubicBezTo>
                  <a:cubicBezTo>
                    <a:pt x="35799" y="10175"/>
                    <a:pt x="35978" y="10280"/>
                    <a:pt x="36142" y="10414"/>
                  </a:cubicBezTo>
                  <a:cubicBezTo>
                    <a:pt x="36484" y="10652"/>
                    <a:pt x="36499" y="11159"/>
                    <a:pt x="36157" y="11412"/>
                  </a:cubicBezTo>
                  <a:cubicBezTo>
                    <a:pt x="36000" y="11568"/>
                    <a:pt x="35776" y="11656"/>
                    <a:pt x="35553" y="11656"/>
                  </a:cubicBezTo>
                  <a:cubicBezTo>
                    <a:pt x="35521" y="11656"/>
                    <a:pt x="35488" y="11654"/>
                    <a:pt x="35456" y="11650"/>
                  </a:cubicBezTo>
                  <a:cubicBezTo>
                    <a:pt x="35188" y="11635"/>
                    <a:pt x="34935" y="11486"/>
                    <a:pt x="34682" y="11442"/>
                  </a:cubicBezTo>
                  <a:cubicBezTo>
                    <a:pt x="33907" y="11308"/>
                    <a:pt x="33356" y="10935"/>
                    <a:pt x="33132" y="10160"/>
                  </a:cubicBezTo>
                  <a:cubicBezTo>
                    <a:pt x="33132" y="10146"/>
                    <a:pt x="33117" y="10131"/>
                    <a:pt x="33117" y="10116"/>
                  </a:cubicBezTo>
                  <a:cubicBezTo>
                    <a:pt x="32939" y="9773"/>
                    <a:pt x="32700" y="9535"/>
                    <a:pt x="32298" y="9505"/>
                  </a:cubicBezTo>
                  <a:cubicBezTo>
                    <a:pt x="32179" y="9490"/>
                    <a:pt x="32060" y="9460"/>
                    <a:pt x="31940" y="9416"/>
                  </a:cubicBezTo>
                  <a:cubicBezTo>
                    <a:pt x="31479" y="9252"/>
                    <a:pt x="31359" y="8835"/>
                    <a:pt x="31702" y="8447"/>
                  </a:cubicBezTo>
                  <a:cubicBezTo>
                    <a:pt x="31747" y="8373"/>
                    <a:pt x="31806" y="8313"/>
                    <a:pt x="31881" y="8254"/>
                  </a:cubicBezTo>
                  <a:cubicBezTo>
                    <a:pt x="32164" y="8060"/>
                    <a:pt x="32328" y="7717"/>
                    <a:pt x="32313" y="7375"/>
                  </a:cubicBezTo>
                  <a:cubicBezTo>
                    <a:pt x="32313" y="7077"/>
                    <a:pt x="32402" y="6779"/>
                    <a:pt x="32566" y="6525"/>
                  </a:cubicBezTo>
                  <a:cubicBezTo>
                    <a:pt x="32724" y="6229"/>
                    <a:pt x="33026" y="6064"/>
                    <a:pt x="33337" y="6064"/>
                  </a:cubicBezTo>
                  <a:close/>
                  <a:moveTo>
                    <a:pt x="24336" y="14120"/>
                  </a:moveTo>
                  <a:cubicBezTo>
                    <a:pt x="24551" y="14120"/>
                    <a:pt x="24767" y="14184"/>
                    <a:pt x="24954" y="14317"/>
                  </a:cubicBezTo>
                  <a:cubicBezTo>
                    <a:pt x="25147" y="14443"/>
                    <a:pt x="25379" y="14506"/>
                    <a:pt x="25611" y="14506"/>
                  </a:cubicBezTo>
                  <a:cubicBezTo>
                    <a:pt x="25736" y="14506"/>
                    <a:pt x="25862" y="14487"/>
                    <a:pt x="25981" y="14451"/>
                  </a:cubicBezTo>
                  <a:cubicBezTo>
                    <a:pt x="26183" y="14387"/>
                    <a:pt x="26390" y="14357"/>
                    <a:pt x="26599" y="14357"/>
                  </a:cubicBezTo>
                  <a:cubicBezTo>
                    <a:pt x="26731" y="14357"/>
                    <a:pt x="26863" y="14368"/>
                    <a:pt x="26994" y="14391"/>
                  </a:cubicBezTo>
                  <a:cubicBezTo>
                    <a:pt x="27292" y="14436"/>
                    <a:pt x="27516" y="14660"/>
                    <a:pt x="27561" y="14957"/>
                  </a:cubicBezTo>
                  <a:cubicBezTo>
                    <a:pt x="27620" y="15136"/>
                    <a:pt x="27605" y="15345"/>
                    <a:pt x="27546" y="15524"/>
                  </a:cubicBezTo>
                  <a:cubicBezTo>
                    <a:pt x="27382" y="16060"/>
                    <a:pt x="27263" y="16596"/>
                    <a:pt x="27188" y="17147"/>
                  </a:cubicBezTo>
                  <a:cubicBezTo>
                    <a:pt x="27143" y="17430"/>
                    <a:pt x="27009" y="17699"/>
                    <a:pt x="26711" y="17803"/>
                  </a:cubicBezTo>
                  <a:cubicBezTo>
                    <a:pt x="26660" y="17818"/>
                    <a:pt x="26611" y="17825"/>
                    <a:pt x="26565" y="17825"/>
                  </a:cubicBezTo>
                  <a:cubicBezTo>
                    <a:pt x="26342" y="17825"/>
                    <a:pt x="26171" y="17665"/>
                    <a:pt x="26011" y="17505"/>
                  </a:cubicBezTo>
                  <a:cubicBezTo>
                    <a:pt x="25937" y="17445"/>
                    <a:pt x="25877" y="17386"/>
                    <a:pt x="25818" y="17326"/>
                  </a:cubicBezTo>
                  <a:cubicBezTo>
                    <a:pt x="25579" y="17088"/>
                    <a:pt x="25311" y="16879"/>
                    <a:pt x="24998" y="16700"/>
                  </a:cubicBezTo>
                  <a:cubicBezTo>
                    <a:pt x="24855" y="16611"/>
                    <a:pt x="24689" y="16564"/>
                    <a:pt x="24522" y="16564"/>
                  </a:cubicBezTo>
                  <a:cubicBezTo>
                    <a:pt x="24412" y="16564"/>
                    <a:pt x="24300" y="16585"/>
                    <a:pt x="24194" y="16626"/>
                  </a:cubicBezTo>
                  <a:cubicBezTo>
                    <a:pt x="23926" y="16730"/>
                    <a:pt x="23672" y="16849"/>
                    <a:pt x="23404" y="16969"/>
                  </a:cubicBezTo>
                  <a:cubicBezTo>
                    <a:pt x="22957" y="17177"/>
                    <a:pt x="22466" y="17296"/>
                    <a:pt x="21959" y="17341"/>
                  </a:cubicBezTo>
                  <a:cubicBezTo>
                    <a:pt x="21468" y="17296"/>
                    <a:pt x="21095" y="17013"/>
                    <a:pt x="21006" y="16626"/>
                  </a:cubicBezTo>
                  <a:cubicBezTo>
                    <a:pt x="20901" y="16254"/>
                    <a:pt x="21050" y="15911"/>
                    <a:pt x="21468" y="15658"/>
                  </a:cubicBezTo>
                  <a:lnTo>
                    <a:pt x="21453" y="15658"/>
                  </a:lnTo>
                  <a:cubicBezTo>
                    <a:pt x="21646" y="15509"/>
                    <a:pt x="21870" y="15404"/>
                    <a:pt x="22093" y="15345"/>
                  </a:cubicBezTo>
                  <a:cubicBezTo>
                    <a:pt x="22644" y="15226"/>
                    <a:pt x="23136" y="14943"/>
                    <a:pt x="23494" y="14525"/>
                  </a:cubicBezTo>
                  <a:cubicBezTo>
                    <a:pt x="23706" y="14259"/>
                    <a:pt x="24020" y="14120"/>
                    <a:pt x="24336" y="14120"/>
                  </a:cubicBezTo>
                  <a:close/>
                  <a:moveTo>
                    <a:pt x="24060" y="0"/>
                  </a:moveTo>
                  <a:lnTo>
                    <a:pt x="24060" y="0"/>
                  </a:lnTo>
                  <a:cubicBezTo>
                    <a:pt x="12633" y="1833"/>
                    <a:pt x="2369" y="11740"/>
                    <a:pt x="0" y="24358"/>
                  </a:cubicBezTo>
                  <a:cubicBezTo>
                    <a:pt x="373" y="25058"/>
                    <a:pt x="402" y="25877"/>
                    <a:pt x="224" y="26786"/>
                  </a:cubicBezTo>
                  <a:cubicBezTo>
                    <a:pt x="75" y="27516"/>
                    <a:pt x="45" y="28261"/>
                    <a:pt x="104" y="29021"/>
                  </a:cubicBezTo>
                  <a:cubicBezTo>
                    <a:pt x="119" y="29289"/>
                    <a:pt x="194" y="29542"/>
                    <a:pt x="313" y="29795"/>
                  </a:cubicBezTo>
                  <a:cubicBezTo>
                    <a:pt x="472" y="30131"/>
                    <a:pt x="805" y="30321"/>
                    <a:pt x="1142" y="30321"/>
                  </a:cubicBezTo>
                  <a:cubicBezTo>
                    <a:pt x="1344" y="30321"/>
                    <a:pt x="1546" y="30253"/>
                    <a:pt x="1713" y="30108"/>
                  </a:cubicBezTo>
                  <a:cubicBezTo>
                    <a:pt x="2071" y="29810"/>
                    <a:pt x="2339" y="29408"/>
                    <a:pt x="2473" y="28961"/>
                  </a:cubicBezTo>
                  <a:cubicBezTo>
                    <a:pt x="2697" y="28291"/>
                    <a:pt x="2875" y="27605"/>
                    <a:pt x="2980" y="26920"/>
                  </a:cubicBezTo>
                  <a:cubicBezTo>
                    <a:pt x="3099" y="26339"/>
                    <a:pt x="3307" y="25788"/>
                    <a:pt x="3605" y="25296"/>
                  </a:cubicBezTo>
                  <a:cubicBezTo>
                    <a:pt x="4231" y="24209"/>
                    <a:pt x="5259" y="23792"/>
                    <a:pt x="6421" y="23628"/>
                  </a:cubicBezTo>
                  <a:cubicBezTo>
                    <a:pt x="7122" y="23563"/>
                    <a:pt x="7822" y="23521"/>
                    <a:pt x="8532" y="23521"/>
                  </a:cubicBezTo>
                  <a:cubicBezTo>
                    <a:pt x="8638" y="23521"/>
                    <a:pt x="8743" y="23522"/>
                    <a:pt x="8849" y="23524"/>
                  </a:cubicBezTo>
                  <a:cubicBezTo>
                    <a:pt x="10697" y="23509"/>
                    <a:pt x="12544" y="23479"/>
                    <a:pt x="14391" y="23419"/>
                  </a:cubicBezTo>
                  <a:cubicBezTo>
                    <a:pt x="14431" y="23419"/>
                    <a:pt x="14472" y="23418"/>
                    <a:pt x="14512" y="23418"/>
                  </a:cubicBezTo>
                  <a:cubicBezTo>
                    <a:pt x="15275" y="23418"/>
                    <a:pt x="16023" y="23552"/>
                    <a:pt x="16730" y="23807"/>
                  </a:cubicBezTo>
                  <a:cubicBezTo>
                    <a:pt x="17028" y="23911"/>
                    <a:pt x="17386" y="24000"/>
                    <a:pt x="17415" y="24417"/>
                  </a:cubicBezTo>
                  <a:cubicBezTo>
                    <a:pt x="17490" y="24849"/>
                    <a:pt x="17311" y="25296"/>
                    <a:pt x="16954" y="25565"/>
                  </a:cubicBezTo>
                  <a:cubicBezTo>
                    <a:pt x="16670" y="25758"/>
                    <a:pt x="16328" y="25907"/>
                    <a:pt x="15970" y="25967"/>
                  </a:cubicBezTo>
                  <a:cubicBezTo>
                    <a:pt x="15479" y="26067"/>
                    <a:pt x="14979" y="26118"/>
                    <a:pt x="14470" y="26118"/>
                  </a:cubicBezTo>
                  <a:cubicBezTo>
                    <a:pt x="14301" y="26118"/>
                    <a:pt x="14130" y="26112"/>
                    <a:pt x="13959" y="26101"/>
                  </a:cubicBezTo>
                  <a:cubicBezTo>
                    <a:pt x="13021" y="26041"/>
                    <a:pt x="12052" y="25967"/>
                    <a:pt x="11114" y="25892"/>
                  </a:cubicBezTo>
                  <a:cubicBezTo>
                    <a:pt x="10998" y="25885"/>
                    <a:pt x="10882" y="25881"/>
                    <a:pt x="10765" y="25881"/>
                  </a:cubicBezTo>
                  <a:cubicBezTo>
                    <a:pt x="10430" y="25881"/>
                    <a:pt x="10093" y="25911"/>
                    <a:pt x="9773" y="25967"/>
                  </a:cubicBezTo>
                  <a:cubicBezTo>
                    <a:pt x="9103" y="26071"/>
                    <a:pt x="8536" y="26518"/>
                    <a:pt x="8283" y="27144"/>
                  </a:cubicBezTo>
                  <a:cubicBezTo>
                    <a:pt x="7941" y="27889"/>
                    <a:pt x="7851" y="28738"/>
                    <a:pt x="8030" y="29542"/>
                  </a:cubicBezTo>
                  <a:cubicBezTo>
                    <a:pt x="8227" y="30445"/>
                    <a:pt x="8866" y="30947"/>
                    <a:pt x="9768" y="30947"/>
                  </a:cubicBezTo>
                  <a:cubicBezTo>
                    <a:pt x="9819" y="30947"/>
                    <a:pt x="9870" y="30946"/>
                    <a:pt x="9922" y="30943"/>
                  </a:cubicBezTo>
                  <a:cubicBezTo>
                    <a:pt x="10831" y="30883"/>
                    <a:pt x="11486" y="30391"/>
                    <a:pt x="12052" y="29751"/>
                  </a:cubicBezTo>
                  <a:cubicBezTo>
                    <a:pt x="12306" y="29438"/>
                    <a:pt x="12529" y="29095"/>
                    <a:pt x="12723" y="28738"/>
                  </a:cubicBezTo>
                  <a:cubicBezTo>
                    <a:pt x="12832" y="28470"/>
                    <a:pt x="13101" y="28311"/>
                    <a:pt x="13383" y="28311"/>
                  </a:cubicBezTo>
                  <a:cubicBezTo>
                    <a:pt x="13446" y="28311"/>
                    <a:pt x="13509" y="28319"/>
                    <a:pt x="13572" y="28335"/>
                  </a:cubicBezTo>
                  <a:cubicBezTo>
                    <a:pt x="13885" y="28380"/>
                    <a:pt x="14183" y="28484"/>
                    <a:pt x="14466" y="28619"/>
                  </a:cubicBezTo>
                  <a:cubicBezTo>
                    <a:pt x="15657" y="29214"/>
                    <a:pt x="16909" y="29721"/>
                    <a:pt x="18190" y="30153"/>
                  </a:cubicBezTo>
                  <a:cubicBezTo>
                    <a:pt x="18488" y="30242"/>
                    <a:pt x="18771" y="30362"/>
                    <a:pt x="19054" y="30510"/>
                  </a:cubicBezTo>
                  <a:cubicBezTo>
                    <a:pt x="19590" y="30779"/>
                    <a:pt x="19695" y="31136"/>
                    <a:pt x="19337" y="31628"/>
                  </a:cubicBezTo>
                  <a:cubicBezTo>
                    <a:pt x="19054" y="32045"/>
                    <a:pt x="18697" y="32402"/>
                    <a:pt x="18279" y="32715"/>
                  </a:cubicBezTo>
                  <a:cubicBezTo>
                    <a:pt x="16924" y="33788"/>
                    <a:pt x="15300" y="34518"/>
                    <a:pt x="13587" y="34816"/>
                  </a:cubicBezTo>
                  <a:cubicBezTo>
                    <a:pt x="13319" y="34861"/>
                    <a:pt x="13065" y="34920"/>
                    <a:pt x="12812" y="35010"/>
                  </a:cubicBezTo>
                  <a:cubicBezTo>
                    <a:pt x="12097" y="35278"/>
                    <a:pt x="11754" y="35829"/>
                    <a:pt x="11844" y="36589"/>
                  </a:cubicBezTo>
                  <a:cubicBezTo>
                    <a:pt x="11918" y="37110"/>
                    <a:pt x="12097" y="37632"/>
                    <a:pt x="12365" y="38093"/>
                  </a:cubicBezTo>
                  <a:cubicBezTo>
                    <a:pt x="12797" y="38942"/>
                    <a:pt x="13304" y="39732"/>
                    <a:pt x="13721" y="40581"/>
                  </a:cubicBezTo>
                  <a:cubicBezTo>
                    <a:pt x="14525" y="42175"/>
                    <a:pt x="14987" y="43933"/>
                    <a:pt x="15076" y="45736"/>
                  </a:cubicBezTo>
                  <a:cubicBezTo>
                    <a:pt x="15076" y="45959"/>
                    <a:pt x="15106" y="46183"/>
                    <a:pt x="15136" y="46406"/>
                  </a:cubicBezTo>
                  <a:cubicBezTo>
                    <a:pt x="15240" y="47687"/>
                    <a:pt x="15866" y="48864"/>
                    <a:pt x="16864" y="49684"/>
                  </a:cubicBezTo>
                  <a:cubicBezTo>
                    <a:pt x="17132" y="49922"/>
                    <a:pt x="17400" y="50160"/>
                    <a:pt x="17654" y="50414"/>
                  </a:cubicBezTo>
                  <a:cubicBezTo>
                    <a:pt x="18011" y="50741"/>
                    <a:pt x="18220" y="51188"/>
                    <a:pt x="18250" y="51680"/>
                  </a:cubicBezTo>
                  <a:cubicBezTo>
                    <a:pt x="18294" y="52157"/>
                    <a:pt x="18265" y="52633"/>
                    <a:pt x="18175" y="53110"/>
                  </a:cubicBezTo>
                  <a:cubicBezTo>
                    <a:pt x="18101" y="53512"/>
                    <a:pt x="18056" y="53929"/>
                    <a:pt x="18056" y="54347"/>
                  </a:cubicBezTo>
                  <a:cubicBezTo>
                    <a:pt x="18041" y="55285"/>
                    <a:pt x="18428" y="55836"/>
                    <a:pt x="19322" y="56119"/>
                  </a:cubicBezTo>
                  <a:cubicBezTo>
                    <a:pt x="19590" y="56209"/>
                    <a:pt x="19873" y="56268"/>
                    <a:pt x="20142" y="56328"/>
                  </a:cubicBezTo>
                  <a:cubicBezTo>
                    <a:pt x="20440" y="56358"/>
                    <a:pt x="20663" y="56596"/>
                    <a:pt x="20708" y="56879"/>
                  </a:cubicBezTo>
                  <a:cubicBezTo>
                    <a:pt x="20767" y="57177"/>
                    <a:pt x="20782" y="57475"/>
                    <a:pt x="20767" y="57773"/>
                  </a:cubicBezTo>
                  <a:cubicBezTo>
                    <a:pt x="20723" y="58235"/>
                    <a:pt x="20693" y="58712"/>
                    <a:pt x="20678" y="59158"/>
                  </a:cubicBezTo>
                  <a:cubicBezTo>
                    <a:pt x="20648" y="59933"/>
                    <a:pt x="20857" y="60678"/>
                    <a:pt x="21304" y="61319"/>
                  </a:cubicBezTo>
                  <a:cubicBezTo>
                    <a:pt x="21482" y="61557"/>
                    <a:pt x="21691" y="61765"/>
                    <a:pt x="21944" y="61929"/>
                  </a:cubicBezTo>
                  <a:cubicBezTo>
                    <a:pt x="22156" y="62091"/>
                    <a:pt x="22403" y="62170"/>
                    <a:pt x="22648" y="62170"/>
                  </a:cubicBezTo>
                  <a:cubicBezTo>
                    <a:pt x="22990" y="62170"/>
                    <a:pt x="23327" y="62016"/>
                    <a:pt x="23553" y="61721"/>
                  </a:cubicBezTo>
                  <a:cubicBezTo>
                    <a:pt x="23881" y="61319"/>
                    <a:pt x="24089" y="60812"/>
                    <a:pt x="24119" y="60291"/>
                  </a:cubicBezTo>
                  <a:cubicBezTo>
                    <a:pt x="24134" y="60097"/>
                    <a:pt x="24134" y="59888"/>
                    <a:pt x="24164" y="59710"/>
                  </a:cubicBezTo>
                  <a:cubicBezTo>
                    <a:pt x="24209" y="59427"/>
                    <a:pt x="24313" y="59337"/>
                    <a:pt x="24581" y="59337"/>
                  </a:cubicBezTo>
                  <a:cubicBezTo>
                    <a:pt x="25311" y="59337"/>
                    <a:pt x="26041" y="59233"/>
                    <a:pt x="26741" y="59009"/>
                  </a:cubicBezTo>
                  <a:cubicBezTo>
                    <a:pt x="26831" y="58980"/>
                    <a:pt x="26920" y="58965"/>
                    <a:pt x="27009" y="58965"/>
                  </a:cubicBezTo>
                  <a:cubicBezTo>
                    <a:pt x="27054" y="58962"/>
                    <a:pt x="27096" y="58960"/>
                    <a:pt x="27134" y="58960"/>
                  </a:cubicBezTo>
                  <a:cubicBezTo>
                    <a:pt x="27505" y="58960"/>
                    <a:pt x="27588" y="59099"/>
                    <a:pt x="27561" y="59531"/>
                  </a:cubicBezTo>
                  <a:cubicBezTo>
                    <a:pt x="27546" y="60142"/>
                    <a:pt x="27471" y="60752"/>
                    <a:pt x="27382" y="61348"/>
                  </a:cubicBezTo>
                  <a:cubicBezTo>
                    <a:pt x="27322" y="61736"/>
                    <a:pt x="27337" y="62123"/>
                    <a:pt x="27412" y="62510"/>
                  </a:cubicBezTo>
                  <a:cubicBezTo>
                    <a:pt x="27569" y="63257"/>
                    <a:pt x="28049" y="63682"/>
                    <a:pt x="28750" y="63682"/>
                  </a:cubicBezTo>
                  <a:cubicBezTo>
                    <a:pt x="28846" y="63682"/>
                    <a:pt x="28946" y="63674"/>
                    <a:pt x="29050" y="63657"/>
                  </a:cubicBezTo>
                  <a:cubicBezTo>
                    <a:pt x="29602" y="63598"/>
                    <a:pt x="30093" y="63270"/>
                    <a:pt x="30376" y="62779"/>
                  </a:cubicBezTo>
                  <a:cubicBezTo>
                    <a:pt x="30600" y="62376"/>
                    <a:pt x="30749" y="61959"/>
                    <a:pt x="30823" y="61512"/>
                  </a:cubicBezTo>
                  <a:cubicBezTo>
                    <a:pt x="31062" y="60350"/>
                    <a:pt x="31494" y="59248"/>
                    <a:pt x="32134" y="58250"/>
                  </a:cubicBezTo>
                  <a:cubicBezTo>
                    <a:pt x="32805" y="57147"/>
                    <a:pt x="33147" y="55941"/>
                    <a:pt x="33356" y="54674"/>
                  </a:cubicBezTo>
                  <a:cubicBezTo>
                    <a:pt x="33579" y="53289"/>
                    <a:pt x="33505" y="51903"/>
                    <a:pt x="33490" y="50518"/>
                  </a:cubicBezTo>
                  <a:cubicBezTo>
                    <a:pt x="33475" y="49877"/>
                    <a:pt x="33400" y="49222"/>
                    <a:pt x="33445" y="48596"/>
                  </a:cubicBezTo>
                  <a:cubicBezTo>
                    <a:pt x="33520" y="47464"/>
                    <a:pt x="33758" y="46376"/>
                    <a:pt x="34518" y="45468"/>
                  </a:cubicBezTo>
                  <a:cubicBezTo>
                    <a:pt x="34890" y="45006"/>
                    <a:pt x="35233" y="44514"/>
                    <a:pt x="35575" y="44023"/>
                  </a:cubicBezTo>
                  <a:cubicBezTo>
                    <a:pt x="36305" y="43010"/>
                    <a:pt x="37259" y="42190"/>
                    <a:pt x="38361" y="41609"/>
                  </a:cubicBezTo>
                  <a:cubicBezTo>
                    <a:pt x="38953" y="41293"/>
                    <a:pt x="39607" y="41129"/>
                    <a:pt x="40267" y="41129"/>
                  </a:cubicBezTo>
                  <a:cubicBezTo>
                    <a:pt x="40322" y="41129"/>
                    <a:pt x="40377" y="41130"/>
                    <a:pt x="40432" y="41132"/>
                  </a:cubicBezTo>
                  <a:cubicBezTo>
                    <a:pt x="41162" y="41192"/>
                    <a:pt x="41892" y="41296"/>
                    <a:pt x="42607" y="41430"/>
                  </a:cubicBezTo>
                  <a:cubicBezTo>
                    <a:pt x="43150" y="41512"/>
                    <a:pt x="43693" y="41643"/>
                    <a:pt x="44259" y="41643"/>
                  </a:cubicBezTo>
                  <a:cubicBezTo>
                    <a:pt x="44314" y="41643"/>
                    <a:pt x="44369" y="41642"/>
                    <a:pt x="44425" y="41639"/>
                  </a:cubicBezTo>
                  <a:cubicBezTo>
                    <a:pt x="45065" y="41624"/>
                    <a:pt x="45706" y="41505"/>
                    <a:pt x="46302" y="41267"/>
                  </a:cubicBezTo>
                  <a:cubicBezTo>
                    <a:pt x="46417" y="41219"/>
                    <a:pt x="46500" y="41192"/>
                    <a:pt x="46560" y="41192"/>
                  </a:cubicBezTo>
                  <a:cubicBezTo>
                    <a:pt x="46672" y="41192"/>
                    <a:pt x="46710" y="41283"/>
                    <a:pt x="46749" y="41505"/>
                  </a:cubicBezTo>
                  <a:cubicBezTo>
                    <a:pt x="46823" y="41892"/>
                    <a:pt x="46868" y="42280"/>
                    <a:pt x="46913" y="42667"/>
                  </a:cubicBezTo>
                  <a:cubicBezTo>
                    <a:pt x="46942" y="43010"/>
                    <a:pt x="47047" y="43337"/>
                    <a:pt x="47210" y="43635"/>
                  </a:cubicBezTo>
                  <a:cubicBezTo>
                    <a:pt x="47417" y="44022"/>
                    <a:pt x="47824" y="44264"/>
                    <a:pt x="48249" y="44264"/>
                  </a:cubicBezTo>
                  <a:cubicBezTo>
                    <a:pt x="48315" y="44264"/>
                    <a:pt x="48381" y="44258"/>
                    <a:pt x="48447" y="44246"/>
                  </a:cubicBezTo>
                  <a:cubicBezTo>
                    <a:pt x="49564" y="44097"/>
                    <a:pt x="50399" y="43039"/>
                    <a:pt x="50309" y="41833"/>
                  </a:cubicBezTo>
                  <a:cubicBezTo>
                    <a:pt x="50294" y="41490"/>
                    <a:pt x="50220" y="41147"/>
                    <a:pt x="50175" y="40820"/>
                  </a:cubicBezTo>
                  <a:cubicBezTo>
                    <a:pt x="50145" y="40671"/>
                    <a:pt x="50116" y="40522"/>
                    <a:pt x="50101" y="40373"/>
                  </a:cubicBezTo>
                  <a:cubicBezTo>
                    <a:pt x="50071" y="39881"/>
                    <a:pt x="50175" y="39717"/>
                    <a:pt x="50637" y="39583"/>
                  </a:cubicBezTo>
                  <a:cubicBezTo>
                    <a:pt x="50935" y="39494"/>
                    <a:pt x="51248" y="39434"/>
                    <a:pt x="51546" y="39345"/>
                  </a:cubicBezTo>
                  <a:cubicBezTo>
                    <a:pt x="53229" y="38823"/>
                    <a:pt x="53840" y="37632"/>
                    <a:pt x="53289" y="35978"/>
                  </a:cubicBezTo>
                  <a:cubicBezTo>
                    <a:pt x="53289" y="35963"/>
                    <a:pt x="53274" y="35948"/>
                    <a:pt x="53274" y="35933"/>
                  </a:cubicBezTo>
                  <a:cubicBezTo>
                    <a:pt x="52842" y="34726"/>
                    <a:pt x="52797" y="34816"/>
                    <a:pt x="53289" y="33430"/>
                  </a:cubicBezTo>
                  <a:cubicBezTo>
                    <a:pt x="53438" y="33013"/>
                    <a:pt x="53572" y="32581"/>
                    <a:pt x="53661" y="32149"/>
                  </a:cubicBezTo>
                  <a:cubicBezTo>
                    <a:pt x="53870" y="30957"/>
                    <a:pt x="53587" y="29870"/>
                    <a:pt x="52961" y="28857"/>
                  </a:cubicBezTo>
                  <a:cubicBezTo>
                    <a:pt x="52484" y="28112"/>
                    <a:pt x="51888" y="27442"/>
                    <a:pt x="51203" y="26890"/>
                  </a:cubicBezTo>
                  <a:cubicBezTo>
                    <a:pt x="49996" y="25907"/>
                    <a:pt x="48834" y="24894"/>
                    <a:pt x="47717" y="23807"/>
                  </a:cubicBezTo>
                  <a:cubicBezTo>
                    <a:pt x="47464" y="23568"/>
                    <a:pt x="47225" y="23315"/>
                    <a:pt x="47002" y="23062"/>
                  </a:cubicBezTo>
                  <a:cubicBezTo>
                    <a:pt x="46257" y="22213"/>
                    <a:pt x="45616" y="21274"/>
                    <a:pt x="44678" y="20604"/>
                  </a:cubicBezTo>
                  <a:lnTo>
                    <a:pt x="44663" y="20604"/>
                  </a:lnTo>
                  <a:cubicBezTo>
                    <a:pt x="44499" y="20559"/>
                    <a:pt x="44350" y="20499"/>
                    <a:pt x="44216" y="20425"/>
                  </a:cubicBezTo>
                  <a:cubicBezTo>
                    <a:pt x="43635" y="20172"/>
                    <a:pt x="43024" y="20008"/>
                    <a:pt x="42399" y="19963"/>
                  </a:cubicBezTo>
                  <a:cubicBezTo>
                    <a:pt x="42257" y="19955"/>
                    <a:pt x="42116" y="19950"/>
                    <a:pt x="41975" y="19950"/>
                  </a:cubicBezTo>
                  <a:cubicBezTo>
                    <a:pt x="41119" y="19950"/>
                    <a:pt x="40270" y="20107"/>
                    <a:pt x="39464" y="20440"/>
                  </a:cubicBezTo>
                  <a:cubicBezTo>
                    <a:pt x="38629" y="20782"/>
                    <a:pt x="37810" y="21125"/>
                    <a:pt x="36976" y="21468"/>
                  </a:cubicBezTo>
                  <a:cubicBezTo>
                    <a:pt x="35590" y="22019"/>
                    <a:pt x="34205" y="22540"/>
                    <a:pt x="32715" y="22808"/>
                  </a:cubicBezTo>
                  <a:cubicBezTo>
                    <a:pt x="31723" y="22993"/>
                    <a:pt x="30730" y="23125"/>
                    <a:pt x="29737" y="23125"/>
                  </a:cubicBezTo>
                  <a:cubicBezTo>
                    <a:pt x="28883" y="23125"/>
                    <a:pt x="28028" y="23027"/>
                    <a:pt x="27173" y="22779"/>
                  </a:cubicBezTo>
                  <a:cubicBezTo>
                    <a:pt x="26697" y="22630"/>
                    <a:pt x="26190" y="22555"/>
                    <a:pt x="25684" y="22540"/>
                  </a:cubicBezTo>
                  <a:cubicBezTo>
                    <a:pt x="24656" y="22540"/>
                    <a:pt x="23821" y="22868"/>
                    <a:pt x="23211" y="23747"/>
                  </a:cubicBezTo>
                  <a:cubicBezTo>
                    <a:pt x="23002" y="24045"/>
                    <a:pt x="22808" y="24373"/>
                    <a:pt x="22630" y="24700"/>
                  </a:cubicBezTo>
                  <a:cubicBezTo>
                    <a:pt x="22421" y="25118"/>
                    <a:pt x="22242" y="25535"/>
                    <a:pt x="22034" y="25952"/>
                  </a:cubicBezTo>
                  <a:cubicBezTo>
                    <a:pt x="21885" y="26324"/>
                    <a:pt x="21631" y="26652"/>
                    <a:pt x="21289" y="26890"/>
                  </a:cubicBezTo>
                  <a:cubicBezTo>
                    <a:pt x="21123" y="27000"/>
                    <a:pt x="20959" y="27051"/>
                    <a:pt x="20811" y="27051"/>
                  </a:cubicBezTo>
                  <a:cubicBezTo>
                    <a:pt x="20493" y="27051"/>
                    <a:pt x="20242" y="26815"/>
                    <a:pt x="20171" y="26399"/>
                  </a:cubicBezTo>
                  <a:cubicBezTo>
                    <a:pt x="20127" y="26160"/>
                    <a:pt x="20142" y="25922"/>
                    <a:pt x="20216" y="25684"/>
                  </a:cubicBezTo>
                  <a:cubicBezTo>
                    <a:pt x="20425" y="24984"/>
                    <a:pt x="20812" y="24388"/>
                    <a:pt x="21199" y="23777"/>
                  </a:cubicBezTo>
                  <a:cubicBezTo>
                    <a:pt x="21706" y="22972"/>
                    <a:pt x="22138" y="22123"/>
                    <a:pt x="22466" y="21214"/>
                  </a:cubicBezTo>
                  <a:cubicBezTo>
                    <a:pt x="22630" y="20753"/>
                    <a:pt x="22868" y="20321"/>
                    <a:pt x="23196" y="19948"/>
                  </a:cubicBezTo>
                  <a:cubicBezTo>
                    <a:pt x="23349" y="19753"/>
                    <a:pt x="23581" y="19649"/>
                    <a:pt x="23818" y="19649"/>
                  </a:cubicBezTo>
                  <a:cubicBezTo>
                    <a:pt x="23834" y="19649"/>
                    <a:pt x="23850" y="19649"/>
                    <a:pt x="23866" y="19650"/>
                  </a:cubicBezTo>
                  <a:cubicBezTo>
                    <a:pt x="24268" y="19680"/>
                    <a:pt x="24656" y="19769"/>
                    <a:pt x="25028" y="19933"/>
                  </a:cubicBezTo>
                  <a:cubicBezTo>
                    <a:pt x="25419" y="20106"/>
                    <a:pt x="25799" y="20187"/>
                    <a:pt x="26169" y="20187"/>
                  </a:cubicBezTo>
                  <a:cubicBezTo>
                    <a:pt x="26788" y="20187"/>
                    <a:pt x="27380" y="19961"/>
                    <a:pt x="27948" y="19561"/>
                  </a:cubicBezTo>
                  <a:cubicBezTo>
                    <a:pt x="28335" y="19293"/>
                    <a:pt x="28663" y="18935"/>
                    <a:pt x="29035" y="18637"/>
                  </a:cubicBezTo>
                  <a:cubicBezTo>
                    <a:pt x="29199" y="18518"/>
                    <a:pt x="29333" y="18354"/>
                    <a:pt x="29557" y="18339"/>
                  </a:cubicBezTo>
                  <a:lnTo>
                    <a:pt x="29557" y="18339"/>
                  </a:lnTo>
                  <a:cubicBezTo>
                    <a:pt x="29587" y="18458"/>
                    <a:pt x="29587" y="18592"/>
                    <a:pt x="29542" y="18712"/>
                  </a:cubicBezTo>
                  <a:cubicBezTo>
                    <a:pt x="29497" y="18965"/>
                    <a:pt x="29512" y="19218"/>
                    <a:pt x="29542" y="19471"/>
                  </a:cubicBezTo>
                  <a:cubicBezTo>
                    <a:pt x="29603" y="19984"/>
                    <a:pt x="30034" y="20346"/>
                    <a:pt x="30515" y="20346"/>
                  </a:cubicBezTo>
                  <a:cubicBezTo>
                    <a:pt x="30621" y="20346"/>
                    <a:pt x="30730" y="20329"/>
                    <a:pt x="30838" y="20291"/>
                  </a:cubicBezTo>
                  <a:cubicBezTo>
                    <a:pt x="31076" y="20216"/>
                    <a:pt x="31300" y="20097"/>
                    <a:pt x="31494" y="19933"/>
                  </a:cubicBezTo>
                  <a:cubicBezTo>
                    <a:pt x="32373" y="19248"/>
                    <a:pt x="32879" y="18324"/>
                    <a:pt x="33177" y="17296"/>
                  </a:cubicBezTo>
                  <a:cubicBezTo>
                    <a:pt x="33505" y="16134"/>
                    <a:pt x="34324" y="15524"/>
                    <a:pt x="35367" y="15106"/>
                  </a:cubicBezTo>
                  <a:cubicBezTo>
                    <a:pt x="35536" y="15042"/>
                    <a:pt x="35716" y="14999"/>
                    <a:pt x="35897" y="14999"/>
                  </a:cubicBezTo>
                  <a:cubicBezTo>
                    <a:pt x="35924" y="14999"/>
                    <a:pt x="35951" y="15000"/>
                    <a:pt x="35978" y="15002"/>
                  </a:cubicBezTo>
                  <a:cubicBezTo>
                    <a:pt x="36261" y="15017"/>
                    <a:pt x="36350" y="15136"/>
                    <a:pt x="36305" y="15419"/>
                  </a:cubicBezTo>
                  <a:cubicBezTo>
                    <a:pt x="36246" y="15673"/>
                    <a:pt x="36127" y="15926"/>
                    <a:pt x="35978" y="16134"/>
                  </a:cubicBezTo>
                  <a:cubicBezTo>
                    <a:pt x="35680" y="16566"/>
                    <a:pt x="35382" y="16969"/>
                    <a:pt x="35039" y="17341"/>
                  </a:cubicBezTo>
                  <a:cubicBezTo>
                    <a:pt x="34741" y="17699"/>
                    <a:pt x="34503" y="18101"/>
                    <a:pt x="34354" y="18533"/>
                  </a:cubicBezTo>
                  <a:cubicBezTo>
                    <a:pt x="34160" y="19054"/>
                    <a:pt x="34443" y="19635"/>
                    <a:pt x="34965" y="19814"/>
                  </a:cubicBezTo>
                  <a:cubicBezTo>
                    <a:pt x="35153" y="19885"/>
                    <a:pt x="35351" y="19928"/>
                    <a:pt x="35551" y="19928"/>
                  </a:cubicBezTo>
                  <a:cubicBezTo>
                    <a:pt x="35604" y="19928"/>
                    <a:pt x="35657" y="19925"/>
                    <a:pt x="35710" y="19918"/>
                  </a:cubicBezTo>
                  <a:cubicBezTo>
                    <a:pt x="36112" y="19889"/>
                    <a:pt x="36499" y="19799"/>
                    <a:pt x="36886" y="19665"/>
                  </a:cubicBezTo>
                  <a:cubicBezTo>
                    <a:pt x="37512" y="19442"/>
                    <a:pt x="38138" y="19188"/>
                    <a:pt x="38749" y="18890"/>
                  </a:cubicBezTo>
                  <a:cubicBezTo>
                    <a:pt x="39223" y="18676"/>
                    <a:pt x="39733" y="18568"/>
                    <a:pt x="40244" y="18568"/>
                  </a:cubicBezTo>
                  <a:cubicBezTo>
                    <a:pt x="40727" y="18568"/>
                    <a:pt x="41212" y="18665"/>
                    <a:pt x="41669" y="18861"/>
                  </a:cubicBezTo>
                  <a:cubicBezTo>
                    <a:pt x="42741" y="19308"/>
                    <a:pt x="43739" y="19889"/>
                    <a:pt x="44678" y="20604"/>
                  </a:cubicBezTo>
                  <a:lnTo>
                    <a:pt x="44693" y="20604"/>
                  </a:lnTo>
                  <a:cubicBezTo>
                    <a:pt x="44976" y="20738"/>
                    <a:pt x="45259" y="20872"/>
                    <a:pt x="45527" y="20991"/>
                  </a:cubicBezTo>
                  <a:cubicBezTo>
                    <a:pt x="45784" y="21114"/>
                    <a:pt x="46070" y="21181"/>
                    <a:pt x="46359" y="21181"/>
                  </a:cubicBezTo>
                  <a:cubicBezTo>
                    <a:pt x="46489" y="21181"/>
                    <a:pt x="46620" y="21168"/>
                    <a:pt x="46749" y="21140"/>
                  </a:cubicBezTo>
                  <a:cubicBezTo>
                    <a:pt x="47479" y="21021"/>
                    <a:pt x="47926" y="20276"/>
                    <a:pt x="47687" y="19576"/>
                  </a:cubicBezTo>
                  <a:cubicBezTo>
                    <a:pt x="47657" y="19516"/>
                    <a:pt x="47643" y="19442"/>
                    <a:pt x="47598" y="19367"/>
                  </a:cubicBezTo>
                  <a:cubicBezTo>
                    <a:pt x="47404" y="18995"/>
                    <a:pt x="47359" y="18563"/>
                    <a:pt x="47464" y="18160"/>
                  </a:cubicBezTo>
                  <a:cubicBezTo>
                    <a:pt x="47628" y="17490"/>
                    <a:pt x="47374" y="16939"/>
                    <a:pt x="46838" y="16507"/>
                  </a:cubicBezTo>
                  <a:cubicBezTo>
                    <a:pt x="46376" y="16134"/>
                    <a:pt x="45840" y="15881"/>
                    <a:pt x="45274" y="15762"/>
                  </a:cubicBezTo>
                  <a:cubicBezTo>
                    <a:pt x="44886" y="15673"/>
                    <a:pt x="44514" y="15553"/>
                    <a:pt x="44156" y="15404"/>
                  </a:cubicBezTo>
                  <a:cubicBezTo>
                    <a:pt x="43799" y="15270"/>
                    <a:pt x="43561" y="14898"/>
                    <a:pt x="43605" y="14511"/>
                  </a:cubicBezTo>
                  <a:cubicBezTo>
                    <a:pt x="43605" y="14332"/>
                    <a:pt x="43635" y="14123"/>
                    <a:pt x="43650" y="13930"/>
                  </a:cubicBezTo>
                  <a:cubicBezTo>
                    <a:pt x="43695" y="13080"/>
                    <a:pt x="43307" y="12470"/>
                    <a:pt x="42562" y="12067"/>
                  </a:cubicBezTo>
                  <a:cubicBezTo>
                    <a:pt x="42220" y="11889"/>
                    <a:pt x="41847" y="11769"/>
                    <a:pt x="41460" y="11695"/>
                  </a:cubicBezTo>
                  <a:cubicBezTo>
                    <a:pt x="41400" y="11695"/>
                    <a:pt x="41341" y="11680"/>
                    <a:pt x="41281" y="11680"/>
                  </a:cubicBezTo>
                  <a:cubicBezTo>
                    <a:pt x="40030" y="11397"/>
                    <a:pt x="40000" y="11442"/>
                    <a:pt x="39479" y="10309"/>
                  </a:cubicBezTo>
                  <a:cubicBezTo>
                    <a:pt x="39255" y="9788"/>
                    <a:pt x="38853" y="9356"/>
                    <a:pt x="38361" y="9073"/>
                  </a:cubicBezTo>
                  <a:cubicBezTo>
                    <a:pt x="38019" y="8894"/>
                    <a:pt x="37676" y="8701"/>
                    <a:pt x="37348" y="8492"/>
                  </a:cubicBezTo>
                  <a:cubicBezTo>
                    <a:pt x="36991" y="8268"/>
                    <a:pt x="36961" y="8120"/>
                    <a:pt x="37184" y="7762"/>
                  </a:cubicBezTo>
                  <a:cubicBezTo>
                    <a:pt x="37319" y="7568"/>
                    <a:pt x="37453" y="7375"/>
                    <a:pt x="37572" y="7166"/>
                  </a:cubicBezTo>
                  <a:cubicBezTo>
                    <a:pt x="38063" y="6257"/>
                    <a:pt x="37840" y="5349"/>
                    <a:pt x="36991" y="4768"/>
                  </a:cubicBezTo>
                  <a:cubicBezTo>
                    <a:pt x="36648" y="4544"/>
                    <a:pt x="36291" y="4365"/>
                    <a:pt x="35903" y="4246"/>
                  </a:cubicBezTo>
                  <a:cubicBezTo>
                    <a:pt x="34741" y="3859"/>
                    <a:pt x="33594" y="3412"/>
                    <a:pt x="32477" y="2905"/>
                  </a:cubicBezTo>
                  <a:cubicBezTo>
                    <a:pt x="32104" y="2712"/>
                    <a:pt x="31702" y="2607"/>
                    <a:pt x="31270" y="2607"/>
                  </a:cubicBezTo>
                  <a:cubicBezTo>
                    <a:pt x="31249" y="2607"/>
                    <a:pt x="31229" y="2607"/>
                    <a:pt x="31208" y="2607"/>
                  </a:cubicBezTo>
                  <a:cubicBezTo>
                    <a:pt x="30082" y="2607"/>
                    <a:pt x="29365" y="3403"/>
                    <a:pt x="29467" y="4544"/>
                  </a:cubicBezTo>
                  <a:cubicBezTo>
                    <a:pt x="29467" y="4604"/>
                    <a:pt x="29497" y="4663"/>
                    <a:pt x="29497" y="4708"/>
                  </a:cubicBezTo>
                  <a:cubicBezTo>
                    <a:pt x="29509" y="4962"/>
                    <a:pt x="29463" y="5049"/>
                    <a:pt x="29278" y="5049"/>
                  </a:cubicBezTo>
                  <a:cubicBezTo>
                    <a:pt x="29234" y="5049"/>
                    <a:pt x="29184" y="5044"/>
                    <a:pt x="29125" y="5036"/>
                  </a:cubicBezTo>
                  <a:cubicBezTo>
                    <a:pt x="28574" y="4946"/>
                    <a:pt x="28067" y="4663"/>
                    <a:pt x="27710" y="4231"/>
                  </a:cubicBezTo>
                  <a:cubicBezTo>
                    <a:pt x="27427" y="3904"/>
                    <a:pt x="27129" y="3591"/>
                    <a:pt x="26816" y="3293"/>
                  </a:cubicBezTo>
                  <a:cubicBezTo>
                    <a:pt x="26171" y="2688"/>
                    <a:pt x="25411" y="2478"/>
                    <a:pt x="24575" y="2478"/>
                  </a:cubicBezTo>
                  <a:cubicBezTo>
                    <a:pt x="24464" y="2478"/>
                    <a:pt x="24352" y="2481"/>
                    <a:pt x="24238" y="2488"/>
                  </a:cubicBezTo>
                  <a:cubicBezTo>
                    <a:pt x="24158" y="2494"/>
                    <a:pt x="24090" y="2498"/>
                    <a:pt x="24035" y="2498"/>
                  </a:cubicBezTo>
                  <a:cubicBezTo>
                    <a:pt x="23793" y="2498"/>
                    <a:pt x="23773" y="2422"/>
                    <a:pt x="23821" y="2071"/>
                  </a:cubicBezTo>
                  <a:cubicBezTo>
                    <a:pt x="23866" y="1669"/>
                    <a:pt x="23940" y="1267"/>
                    <a:pt x="24030" y="879"/>
                  </a:cubicBezTo>
                  <a:cubicBezTo>
                    <a:pt x="24089" y="581"/>
                    <a:pt x="24104" y="283"/>
                    <a:pt x="240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2"/>
            <p:cNvSpPr/>
            <p:nvPr/>
          </p:nvSpPr>
          <p:spPr>
            <a:xfrm>
              <a:off x="5410231" y="4171393"/>
              <a:ext cx="423495" cy="556687"/>
            </a:xfrm>
            <a:custGeom>
              <a:avLst/>
              <a:gdLst/>
              <a:ahLst/>
              <a:cxnLst/>
              <a:rect l="l" t="t" r="r" b="b"/>
              <a:pathLst>
                <a:path w="16448" h="21621" extrusionOk="0">
                  <a:moveTo>
                    <a:pt x="15413" y="0"/>
                  </a:moveTo>
                  <a:cubicBezTo>
                    <a:pt x="14727" y="0"/>
                    <a:pt x="14231" y="312"/>
                    <a:pt x="13826" y="898"/>
                  </a:cubicBezTo>
                  <a:cubicBezTo>
                    <a:pt x="13394" y="1539"/>
                    <a:pt x="13215" y="2254"/>
                    <a:pt x="13036" y="2984"/>
                  </a:cubicBezTo>
                  <a:cubicBezTo>
                    <a:pt x="12947" y="3401"/>
                    <a:pt x="12857" y="3803"/>
                    <a:pt x="12768" y="4206"/>
                  </a:cubicBezTo>
                  <a:cubicBezTo>
                    <a:pt x="12396" y="5725"/>
                    <a:pt x="11472" y="6738"/>
                    <a:pt x="10072" y="7349"/>
                  </a:cubicBezTo>
                  <a:cubicBezTo>
                    <a:pt x="9178" y="7722"/>
                    <a:pt x="8269" y="8064"/>
                    <a:pt x="7360" y="8437"/>
                  </a:cubicBezTo>
                  <a:cubicBezTo>
                    <a:pt x="5722" y="9107"/>
                    <a:pt x="4127" y="9926"/>
                    <a:pt x="2519" y="10671"/>
                  </a:cubicBezTo>
                  <a:cubicBezTo>
                    <a:pt x="2206" y="10805"/>
                    <a:pt x="1923" y="10984"/>
                    <a:pt x="1654" y="11208"/>
                  </a:cubicBezTo>
                  <a:cubicBezTo>
                    <a:pt x="1148" y="11595"/>
                    <a:pt x="969" y="12265"/>
                    <a:pt x="1193" y="12861"/>
                  </a:cubicBezTo>
                  <a:cubicBezTo>
                    <a:pt x="1371" y="13353"/>
                    <a:pt x="1640" y="13815"/>
                    <a:pt x="1997" y="14202"/>
                  </a:cubicBezTo>
                  <a:cubicBezTo>
                    <a:pt x="2206" y="14455"/>
                    <a:pt x="2429" y="14694"/>
                    <a:pt x="2623" y="14962"/>
                  </a:cubicBezTo>
                  <a:cubicBezTo>
                    <a:pt x="2951" y="15349"/>
                    <a:pt x="3010" y="15885"/>
                    <a:pt x="2772" y="16347"/>
                  </a:cubicBezTo>
                  <a:cubicBezTo>
                    <a:pt x="2519" y="16869"/>
                    <a:pt x="2131" y="17316"/>
                    <a:pt x="1654" y="17658"/>
                  </a:cubicBezTo>
                  <a:cubicBezTo>
                    <a:pt x="1416" y="17822"/>
                    <a:pt x="1163" y="17986"/>
                    <a:pt x="924" y="18180"/>
                  </a:cubicBezTo>
                  <a:cubicBezTo>
                    <a:pt x="16" y="18820"/>
                    <a:pt x="1" y="20161"/>
                    <a:pt x="895" y="20831"/>
                  </a:cubicBezTo>
                  <a:cubicBezTo>
                    <a:pt x="1133" y="21010"/>
                    <a:pt x="1386" y="21159"/>
                    <a:pt x="1684" y="21248"/>
                  </a:cubicBezTo>
                  <a:cubicBezTo>
                    <a:pt x="1863" y="21323"/>
                    <a:pt x="2042" y="21368"/>
                    <a:pt x="2235" y="21442"/>
                  </a:cubicBezTo>
                  <a:cubicBezTo>
                    <a:pt x="2399" y="21487"/>
                    <a:pt x="2548" y="21546"/>
                    <a:pt x="2682" y="21621"/>
                  </a:cubicBezTo>
                  <a:cubicBezTo>
                    <a:pt x="10116" y="17345"/>
                    <a:pt x="15852" y="8645"/>
                    <a:pt x="16448" y="243"/>
                  </a:cubicBezTo>
                  <a:lnTo>
                    <a:pt x="16388" y="213"/>
                  </a:lnTo>
                  <a:cubicBezTo>
                    <a:pt x="16120" y="109"/>
                    <a:pt x="15837" y="34"/>
                    <a:pt x="15554" y="5"/>
                  </a:cubicBezTo>
                  <a:cubicBezTo>
                    <a:pt x="15506" y="2"/>
                    <a:pt x="15459" y="0"/>
                    <a:pt x="154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2"/>
            <p:cNvSpPr/>
            <p:nvPr/>
          </p:nvSpPr>
          <p:spPr>
            <a:xfrm>
              <a:off x="5440535" y="3317701"/>
              <a:ext cx="406630" cy="616884"/>
            </a:xfrm>
            <a:custGeom>
              <a:avLst/>
              <a:gdLst/>
              <a:ahLst/>
              <a:cxnLst/>
              <a:rect l="l" t="t" r="r" b="b"/>
              <a:pathLst>
                <a:path w="15793" h="23959" extrusionOk="0">
                  <a:moveTo>
                    <a:pt x="3025" y="1"/>
                  </a:moveTo>
                  <a:cubicBezTo>
                    <a:pt x="2950" y="16"/>
                    <a:pt x="2876" y="30"/>
                    <a:pt x="2801" y="60"/>
                  </a:cubicBezTo>
                  <a:cubicBezTo>
                    <a:pt x="2310" y="209"/>
                    <a:pt x="1833" y="388"/>
                    <a:pt x="1386" y="612"/>
                  </a:cubicBezTo>
                  <a:cubicBezTo>
                    <a:pt x="954" y="835"/>
                    <a:pt x="597" y="1178"/>
                    <a:pt x="358" y="1595"/>
                  </a:cubicBezTo>
                  <a:cubicBezTo>
                    <a:pt x="1" y="2250"/>
                    <a:pt x="75" y="3040"/>
                    <a:pt x="552" y="3621"/>
                  </a:cubicBezTo>
                  <a:cubicBezTo>
                    <a:pt x="790" y="3919"/>
                    <a:pt x="1088" y="4172"/>
                    <a:pt x="1431" y="4366"/>
                  </a:cubicBezTo>
                  <a:cubicBezTo>
                    <a:pt x="2191" y="4828"/>
                    <a:pt x="3010" y="5140"/>
                    <a:pt x="3829" y="5498"/>
                  </a:cubicBezTo>
                  <a:cubicBezTo>
                    <a:pt x="5528" y="6258"/>
                    <a:pt x="7092" y="7315"/>
                    <a:pt x="8448" y="8611"/>
                  </a:cubicBezTo>
                  <a:cubicBezTo>
                    <a:pt x="8790" y="8924"/>
                    <a:pt x="9088" y="9282"/>
                    <a:pt x="9327" y="9669"/>
                  </a:cubicBezTo>
                  <a:cubicBezTo>
                    <a:pt x="9461" y="9878"/>
                    <a:pt x="9550" y="10101"/>
                    <a:pt x="9595" y="10340"/>
                  </a:cubicBezTo>
                  <a:cubicBezTo>
                    <a:pt x="9610" y="10444"/>
                    <a:pt x="9625" y="10593"/>
                    <a:pt x="9505" y="10652"/>
                  </a:cubicBezTo>
                  <a:cubicBezTo>
                    <a:pt x="9481" y="10665"/>
                    <a:pt x="9458" y="10670"/>
                    <a:pt x="9437" y="10670"/>
                  </a:cubicBezTo>
                  <a:cubicBezTo>
                    <a:pt x="9355" y="10670"/>
                    <a:pt x="9296" y="10592"/>
                    <a:pt x="9237" y="10533"/>
                  </a:cubicBezTo>
                  <a:cubicBezTo>
                    <a:pt x="9014" y="10325"/>
                    <a:pt x="8820" y="10071"/>
                    <a:pt x="8656" y="9788"/>
                  </a:cubicBezTo>
                  <a:cubicBezTo>
                    <a:pt x="8507" y="9520"/>
                    <a:pt x="8358" y="9237"/>
                    <a:pt x="8194" y="8969"/>
                  </a:cubicBezTo>
                  <a:cubicBezTo>
                    <a:pt x="7941" y="8537"/>
                    <a:pt x="7584" y="8194"/>
                    <a:pt x="7137" y="7971"/>
                  </a:cubicBezTo>
                  <a:cubicBezTo>
                    <a:pt x="6881" y="7849"/>
                    <a:pt x="6609" y="7784"/>
                    <a:pt x="6333" y="7784"/>
                  </a:cubicBezTo>
                  <a:cubicBezTo>
                    <a:pt x="6238" y="7784"/>
                    <a:pt x="6144" y="7792"/>
                    <a:pt x="6049" y="7807"/>
                  </a:cubicBezTo>
                  <a:cubicBezTo>
                    <a:pt x="5558" y="7867"/>
                    <a:pt x="5230" y="8358"/>
                    <a:pt x="5364" y="8835"/>
                  </a:cubicBezTo>
                  <a:cubicBezTo>
                    <a:pt x="5438" y="9163"/>
                    <a:pt x="5558" y="9461"/>
                    <a:pt x="5736" y="9744"/>
                  </a:cubicBezTo>
                  <a:cubicBezTo>
                    <a:pt x="6109" y="10354"/>
                    <a:pt x="6317" y="11055"/>
                    <a:pt x="6362" y="11785"/>
                  </a:cubicBezTo>
                  <a:cubicBezTo>
                    <a:pt x="6407" y="12366"/>
                    <a:pt x="6526" y="12932"/>
                    <a:pt x="6690" y="13498"/>
                  </a:cubicBezTo>
                  <a:cubicBezTo>
                    <a:pt x="6839" y="14034"/>
                    <a:pt x="7107" y="14526"/>
                    <a:pt x="7479" y="14928"/>
                  </a:cubicBezTo>
                  <a:cubicBezTo>
                    <a:pt x="7554" y="15017"/>
                    <a:pt x="7643" y="15107"/>
                    <a:pt x="7733" y="15181"/>
                  </a:cubicBezTo>
                  <a:cubicBezTo>
                    <a:pt x="7895" y="15300"/>
                    <a:pt x="8050" y="15358"/>
                    <a:pt x="8188" y="15358"/>
                  </a:cubicBezTo>
                  <a:cubicBezTo>
                    <a:pt x="8430" y="15358"/>
                    <a:pt x="8621" y="15180"/>
                    <a:pt x="8716" y="14839"/>
                  </a:cubicBezTo>
                  <a:cubicBezTo>
                    <a:pt x="8775" y="14570"/>
                    <a:pt x="8790" y="14287"/>
                    <a:pt x="8775" y="14004"/>
                  </a:cubicBezTo>
                  <a:cubicBezTo>
                    <a:pt x="8775" y="13726"/>
                    <a:pt x="8822" y="13600"/>
                    <a:pt x="8963" y="13600"/>
                  </a:cubicBezTo>
                  <a:cubicBezTo>
                    <a:pt x="9034" y="13600"/>
                    <a:pt x="9128" y="13632"/>
                    <a:pt x="9252" y="13692"/>
                  </a:cubicBezTo>
                  <a:cubicBezTo>
                    <a:pt x="9952" y="14019"/>
                    <a:pt x="10265" y="14630"/>
                    <a:pt x="10086" y="15375"/>
                  </a:cubicBezTo>
                  <a:cubicBezTo>
                    <a:pt x="10012" y="15747"/>
                    <a:pt x="9923" y="16135"/>
                    <a:pt x="9833" y="16507"/>
                  </a:cubicBezTo>
                  <a:cubicBezTo>
                    <a:pt x="9744" y="16835"/>
                    <a:pt x="9744" y="17192"/>
                    <a:pt x="9803" y="17535"/>
                  </a:cubicBezTo>
                  <a:cubicBezTo>
                    <a:pt x="9848" y="17699"/>
                    <a:pt x="9908" y="17878"/>
                    <a:pt x="10012" y="18027"/>
                  </a:cubicBezTo>
                  <a:cubicBezTo>
                    <a:pt x="10156" y="18243"/>
                    <a:pt x="10393" y="18361"/>
                    <a:pt x="10634" y="18361"/>
                  </a:cubicBezTo>
                  <a:cubicBezTo>
                    <a:pt x="10791" y="18361"/>
                    <a:pt x="10949" y="18311"/>
                    <a:pt x="11085" y="18205"/>
                  </a:cubicBezTo>
                  <a:cubicBezTo>
                    <a:pt x="11219" y="18101"/>
                    <a:pt x="11353" y="17967"/>
                    <a:pt x="11472" y="17848"/>
                  </a:cubicBezTo>
                  <a:cubicBezTo>
                    <a:pt x="11561" y="17744"/>
                    <a:pt x="11651" y="17639"/>
                    <a:pt x="11755" y="17550"/>
                  </a:cubicBezTo>
                  <a:cubicBezTo>
                    <a:pt x="11887" y="17444"/>
                    <a:pt x="12018" y="17393"/>
                    <a:pt x="12134" y="17393"/>
                  </a:cubicBezTo>
                  <a:cubicBezTo>
                    <a:pt x="12344" y="17393"/>
                    <a:pt x="12506" y="17561"/>
                    <a:pt x="12544" y="17878"/>
                  </a:cubicBezTo>
                  <a:cubicBezTo>
                    <a:pt x="12559" y="18235"/>
                    <a:pt x="12544" y="18593"/>
                    <a:pt x="12500" y="18965"/>
                  </a:cubicBezTo>
                  <a:cubicBezTo>
                    <a:pt x="12410" y="19829"/>
                    <a:pt x="12455" y="20708"/>
                    <a:pt x="12649" y="21572"/>
                  </a:cubicBezTo>
                  <a:cubicBezTo>
                    <a:pt x="12857" y="22615"/>
                    <a:pt x="13632" y="23464"/>
                    <a:pt x="14660" y="23792"/>
                  </a:cubicBezTo>
                  <a:cubicBezTo>
                    <a:pt x="14981" y="23899"/>
                    <a:pt x="15327" y="23958"/>
                    <a:pt x="15675" y="23958"/>
                  </a:cubicBezTo>
                  <a:cubicBezTo>
                    <a:pt x="15714" y="23958"/>
                    <a:pt x="15753" y="23957"/>
                    <a:pt x="15792" y="23956"/>
                  </a:cubicBezTo>
                  <a:cubicBezTo>
                    <a:pt x="15777" y="14794"/>
                    <a:pt x="11263" y="5274"/>
                    <a:pt x="3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2"/>
            <p:cNvSpPr/>
            <p:nvPr/>
          </p:nvSpPr>
          <p:spPr>
            <a:xfrm>
              <a:off x="5186239" y="4026133"/>
              <a:ext cx="227093" cy="201011"/>
            </a:xfrm>
            <a:custGeom>
              <a:avLst/>
              <a:gdLst/>
              <a:ahLst/>
              <a:cxnLst/>
              <a:rect l="l" t="t" r="r" b="b"/>
              <a:pathLst>
                <a:path w="8820" h="7807" extrusionOk="0">
                  <a:moveTo>
                    <a:pt x="418" y="7017"/>
                  </a:moveTo>
                  <a:cubicBezTo>
                    <a:pt x="1505" y="7807"/>
                    <a:pt x="2146" y="5334"/>
                    <a:pt x="2533" y="4455"/>
                  </a:cubicBezTo>
                  <a:cubicBezTo>
                    <a:pt x="2831" y="3770"/>
                    <a:pt x="3531" y="2026"/>
                    <a:pt x="4276" y="1922"/>
                  </a:cubicBezTo>
                  <a:cubicBezTo>
                    <a:pt x="5557" y="1729"/>
                    <a:pt x="6094" y="3293"/>
                    <a:pt x="6481" y="4321"/>
                  </a:cubicBezTo>
                  <a:cubicBezTo>
                    <a:pt x="6705" y="4872"/>
                    <a:pt x="7047" y="7017"/>
                    <a:pt x="7792" y="7002"/>
                  </a:cubicBezTo>
                  <a:cubicBezTo>
                    <a:pt x="8820" y="6987"/>
                    <a:pt x="8165" y="3993"/>
                    <a:pt x="7986" y="3397"/>
                  </a:cubicBezTo>
                  <a:cubicBezTo>
                    <a:pt x="7613" y="2190"/>
                    <a:pt x="6541" y="567"/>
                    <a:pt x="5096" y="239"/>
                  </a:cubicBezTo>
                  <a:cubicBezTo>
                    <a:pt x="4172" y="0"/>
                    <a:pt x="3204" y="224"/>
                    <a:pt x="2489" y="850"/>
                  </a:cubicBezTo>
                  <a:cubicBezTo>
                    <a:pt x="1431" y="1699"/>
                    <a:pt x="746" y="3233"/>
                    <a:pt x="358" y="5244"/>
                  </a:cubicBezTo>
                  <a:cubicBezTo>
                    <a:pt x="224" y="5885"/>
                    <a:pt x="1" y="6719"/>
                    <a:pt x="418" y="70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2"/>
            <p:cNvSpPr/>
            <p:nvPr/>
          </p:nvSpPr>
          <p:spPr>
            <a:xfrm>
              <a:off x="4530354" y="3942896"/>
              <a:ext cx="227865" cy="217901"/>
            </a:xfrm>
            <a:custGeom>
              <a:avLst/>
              <a:gdLst/>
              <a:ahLst/>
              <a:cxnLst/>
              <a:rect l="l" t="t" r="r" b="b"/>
              <a:pathLst>
                <a:path w="8850" h="8463" extrusionOk="0">
                  <a:moveTo>
                    <a:pt x="7971" y="8075"/>
                  </a:moveTo>
                  <a:cubicBezTo>
                    <a:pt x="6690" y="8462"/>
                    <a:pt x="6854" y="5915"/>
                    <a:pt x="6764" y="4962"/>
                  </a:cubicBezTo>
                  <a:cubicBezTo>
                    <a:pt x="6690" y="4217"/>
                    <a:pt x="6571" y="2340"/>
                    <a:pt x="5915" y="2012"/>
                  </a:cubicBezTo>
                  <a:cubicBezTo>
                    <a:pt x="4753" y="1431"/>
                    <a:pt x="3755" y="2742"/>
                    <a:pt x="3055" y="3591"/>
                  </a:cubicBezTo>
                  <a:cubicBezTo>
                    <a:pt x="2682" y="4053"/>
                    <a:pt x="1684" y="5975"/>
                    <a:pt x="984" y="5736"/>
                  </a:cubicBezTo>
                  <a:cubicBezTo>
                    <a:pt x="1" y="5394"/>
                    <a:pt x="1565" y="2757"/>
                    <a:pt x="1923" y="2250"/>
                  </a:cubicBezTo>
                  <a:cubicBezTo>
                    <a:pt x="2668" y="1207"/>
                    <a:pt x="4172" y="1"/>
                    <a:pt x="5662" y="150"/>
                  </a:cubicBezTo>
                  <a:cubicBezTo>
                    <a:pt x="6600" y="209"/>
                    <a:pt x="7450" y="731"/>
                    <a:pt x="7956" y="1535"/>
                  </a:cubicBezTo>
                  <a:cubicBezTo>
                    <a:pt x="8671" y="2682"/>
                    <a:pt x="8850" y="4351"/>
                    <a:pt x="8582" y="6377"/>
                  </a:cubicBezTo>
                  <a:cubicBezTo>
                    <a:pt x="8507" y="7032"/>
                    <a:pt x="8463" y="7896"/>
                    <a:pt x="7971" y="80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2"/>
            <p:cNvSpPr/>
            <p:nvPr/>
          </p:nvSpPr>
          <p:spPr>
            <a:xfrm>
              <a:off x="4837198" y="4190291"/>
              <a:ext cx="275447" cy="139654"/>
            </a:xfrm>
            <a:custGeom>
              <a:avLst/>
              <a:gdLst/>
              <a:ahLst/>
              <a:cxnLst/>
              <a:rect l="l" t="t" r="r" b="b"/>
              <a:pathLst>
                <a:path w="10698" h="5424" extrusionOk="0">
                  <a:moveTo>
                    <a:pt x="10444" y="403"/>
                  </a:moveTo>
                  <a:cubicBezTo>
                    <a:pt x="10697" y="1222"/>
                    <a:pt x="10146" y="2027"/>
                    <a:pt x="9774" y="2667"/>
                  </a:cubicBezTo>
                  <a:cubicBezTo>
                    <a:pt x="8895" y="4202"/>
                    <a:pt x="7211" y="5423"/>
                    <a:pt x="5200" y="5334"/>
                  </a:cubicBezTo>
                  <a:cubicBezTo>
                    <a:pt x="2966" y="5244"/>
                    <a:pt x="1297" y="3621"/>
                    <a:pt x="612" y="2071"/>
                  </a:cubicBezTo>
                  <a:cubicBezTo>
                    <a:pt x="373" y="1580"/>
                    <a:pt x="1" y="760"/>
                    <a:pt x="567" y="209"/>
                  </a:cubicBezTo>
                  <a:cubicBezTo>
                    <a:pt x="1148" y="1"/>
                    <a:pt x="1431" y="582"/>
                    <a:pt x="1684" y="894"/>
                  </a:cubicBezTo>
                  <a:cubicBezTo>
                    <a:pt x="2548" y="1982"/>
                    <a:pt x="3904" y="4172"/>
                    <a:pt x="6183" y="3636"/>
                  </a:cubicBezTo>
                  <a:cubicBezTo>
                    <a:pt x="7852" y="3233"/>
                    <a:pt x="8761" y="1669"/>
                    <a:pt x="9878" y="373"/>
                  </a:cubicBezTo>
                  <a:cubicBezTo>
                    <a:pt x="9982" y="209"/>
                    <a:pt x="10295" y="328"/>
                    <a:pt x="10444" y="4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2"/>
            <p:cNvSpPr/>
            <p:nvPr/>
          </p:nvSpPr>
          <p:spPr>
            <a:xfrm>
              <a:off x="5194298" y="4262792"/>
              <a:ext cx="166123" cy="199105"/>
            </a:xfrm>
            <a:custGeom>
              <a:avLst/>
              <a:gdLst/>
              <a:ahLst/>
              <a:cxnLst/>
              <a:rect l="l" t="t" r="r" b="b"/>
              <a:pathLst>
                <a:path w="6452" h="7733" extrusionOk="0">
                  <a:moveTo>
                    <a:pt x="2593" y="2592"/>
                  </a:moveTo>
                  <a:cubicBezTo>
                    <a:pt x="3308" y="2220"/>
                    <a:pt x="4321" y="849"/>
                    <a:pt x="5602" y="1326"/>
                  </a:cubicBezTo>
                  <a:cubicBezTo>
                    <a:pt x="6272" y="1579"/>
                    <a:pt x="6451" y="2518"/>
                    <a:pt x="6109" y="3382"/>
                  </a:cubicBezTo>
                  <a:cubicBezTo>
                    <a:pt x="5662" y="4514"/>
                    <a:pt x="3933" y="6347"/>
                    <a:pt x="3084" y="6823"/>
                  </a:cubicBezTo>
                  <a:cubicBezTo>
                    <a:pt x="1475" y="7732"/>
                    <a:pt x="865" y="6421"/>
                    <a:pt x="477" y="4693"/>
                  </a:cubicBezTo>
                  <a:cubicBezTo>
                    <a:pt x="224" y="3605"/>
                    <a:pt x="1" y="2503"/>
                    <a:pt x="60" y="1624"/>
                  </a:cubicBezTo>
                  <a:cubicBezTo>
                    <a:pt x="135" y="685"/>
                    <a:pt x="447" y="0"/>
                    <a:pt x="1133" y="60"/>
                  </a:cubicBezTo>
                  <a:cubicBezTo>
                    <a:pt x="2027" y="149"/>
                    <a:pt x="2459" y="1624"/>
                    <a:pt x="2593" y="259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2"/>
            <p:cNvSpPr/>
            <p:nvPr/>
          </p:nvSpPr>
          <p:spPr>
            <a:xfrm>
              <a:off x="4584447" y="4192582"/>
              <a:ext cx="178379" cy="215996"/>
            </a:xfrm>
            <a:custGeom>
              <a:avLst/>
              <a:gdLst/>
              <a:ahLst/>
              <a:cxnLst/>
              <a:rect l="l" t="t" r="r" b="b"/>
              <a:pathLst>
                <a:path w="6928" h="8389" extrusionOk="0">
                  <a:moveTo>
                    <a:pt x="3084" y="3338"/>
                  </a:moveTo>
                  <a:cubicBezTo>
                    <a:pt x="3710" y="2295"/>
                    <a:pt x="4380" y="731"/>
                    <a:pt x="5408" y="373"/>
                  </a:cubicBezTo>
                  <a:cubicBezTo>
                    <a:pt x="6540" y="1"/>
                    <a:pt x="6928" y="1580"/>
                    <a:pt x="6898" y="2325"/>
                  </a:cubicBezTo>
                  <a:cubicBezTo>
                    <a:pt x="6823" y="3725"/>
                    <a:pt x="6123" y="5185"/>
                    <a:pt x="5617" y="5960"/>
                  </a:cubicBezTo>
                  <a:cubicBezTo>
                    <a:pt x="4917" y="7077"/>
                    <a:pt x="3695" y="8388"/>
                    <a:pt x="2146" y="7345"/>
                  </a:cubicBezTo>
                  <a:cubicBezTo>
                    <a:pt x="984" y="6556"/>
                    <a:pt x="0" y="4440"/>
                    <a:pt x="0" y="2727"/>
                  </a:cubicBezTo>
                  <a:cubicBezTo>
                    <a:pt x="0" y="1982"/>
                    <a:pt x="134" y="1223"/>
                    <a:pt x="745" y="1193"/>
                  </a:cubicBezTo>
                  <a:cubicBezTo>
                    <a:pt x="1386" y="1133"/>
                    <a:pt x="1892" y="1699"/>
                    <a:pt x="2205" y="2057"/>
                  </a:cubicBezTo>
                  <a:cubicBezTo>
                    <a:pt x="2578" y="2474"/>
                    <a:pt x="2756" y="2980"/>
                    <a:pt x="3084" y="333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0" name="Google Shape;1690;p42"/>
            <p:cNvGrpSpPr/>
            <p:nvPr/>
          </p:nvGrpSpPr>
          <p:grpSpPr>
            <a:xfrm>
              <a:off x="5735123" y="3863031"/>
              <a:ext cx="70213" cy="266579"/>
              <a:chOff x="5735123" y="3863031"/>
              <a:chExt cx="70213" cy="266579"/>
            </a:xfrm>
          </p:grpSpPr>
          <p:sp>
            <p:nvSpPr>
              <p:cNvPr id="1691" name="Google Shape;1691;p42"/>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2"/>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3" name="Google Shape;1693;p42"/>
            <p:cNvSpPr/>
            <p:nvPr/>
          </p:nvSpPr>
          <p:spPr>
            <a:xfrm>
              <a:off x="5113377" y="4728129"/>
              <a:ext cx="158424" cy="88546"/>
            </a:xfrm>
            <a:custGeom>
              <a:avLst/>
              <a:gdLst/>
              <a:ahLst/>
              <a:cxnLst/>
              <a:rect l="l" t="t" r="r" b="b"/>
              <a:pathLst>
                <a:path w="6153" h="3439" extrusionOk="0">
                  <a:moveTo>
                    <a:pt x="4646" y="1"/>
                  </a:moveTo>
                  <a:cubicBezTo>
                    <a:pt x="4320" y="1"/>
                    <a:pt x="3950" y="96"/>
                    <a:pt x="3546" y="295"/>
                  </a:cubicBezTo>
                  <a:cubicBezTo>
                    <a:pt x="2726" y="682"/>
                    <a:pt x="1982" y="1189"/>
                    <a:pt x="1028" y="1323"/>
                  </a:cubicBezTo>
                  <a:cubicBezTo>
                    <a:pt x="447" y="1397"/>
                    <a:pt x="0" y="1725"/>
                    <a:pt x="0" y="2306"/>
                  </a:cubicBezTo>
                  <a:cubicBezTo>
                    <a:pt x="0" y="2976"/>
                    <a:pt x="522" y="3245"/>
                    <a:pt x="1147" y="3364"/>
                  </a:cubicBezTo>
                  <a:cubicBezTo>
                    <a:pt x="1415" y="3408"/>
                    <a:pt x="1698" y="3438"/>
                    <a:pt x="1982" y="3438"/>
                  </a:cubicBezTo>
                  <a:cubicBezTo>
                    <a:pt x="3248" y="3423"/>
                    <a:pt x="4276" y="3125"/>
                    <a:pt x="5140" y="2470"/>
                  </a:cubicBezTo>
                  <a:cubicBezTo>
                    <a:pt x="5959" y="1859"/>
                    <a:pt x="6153" y="1129"/>
                    <a:pt x="5721" y="533"/>
                  </a:cubicBezTo>
                  <a:cubicBezTo>
                    <a:pt x="5469" y="186"/>
                    <a:pt x="5101" y="1"/>
                    <a:pt x="4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2"/>
            <p:cNvSpPr/>
            <p:nvPr/>
          </p:nvSpPr>
          <p:spPr>
            <a:xfrm>
              <a:off x="5285980" y="4676508"/>
              <a:ext cx="56773" cy="55589"/>
            </a:xfrm>
            <a:custGeom>
              <a:avLst/>
              <a:gdLst/>
              <a:ahLst/>
              <a:cxnLst/>
              <a:rect l="l" t="t" r="r" b="b"/>
              <a:pathLst>
                <a:path w="2205" h="2159" extrusionOk="0">
                  <a:moveTo>
                    <a:pt x="1342" y="0"/>
                  </a:moveTo>
                  <a:cubicBezTo>
                    <a:pt x="1303" y="0"/>
                    <a:pt x="1263" y="2"/>
                    <a:pt x="1222" y="6"/>
                  </a:cubicBezTo>
                  <a:cubicBezTo>
                    <a:pt x="581" y="80"/>
                    <a:pt x="0" y="855"/>
                    <a:pt x="104" y="1466"/>
                  </a:cubicBezTo>
                  <a:cubicBezTo>
                    <a:pt x="145" y="1862"/>
                    <a:pt x="475" y="2158"/>
                    <a:pt x="851" y="2158"/>
                  </a:cubicBezTo>
                  <a:cubicBezTo>
                    <a:pt x="885" y="2158"/>
                    <a:pt x="919" y="2156"/>
                    <a:pt x="953" y="2151"/>
                  </a:cubicBezTo>
                  <a:cubicBezTo>
                    <a:pt x="1594" y="2076"/>
                    <a:pt x="2205" y="1272"/>
                    <a:pt x="2115" y="661"/>
                  </a:cubicBezTo>
                  <a:cubicBezTo>
                    <a:pt x="2047" y="236"/>
                    <a:pt x="1789" y="0"/>
                    <a:pt x="13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2"/>
            <p:cNvSpPr/>
            <p:nvPr/>
          </p:nvSpPr>
          <p:spPr>
            <a:xfrm>
              <a:off x="4063961" y="2635040"/>
              <a:ext cx="696985" cy="660655"/>
            </a:xfrm>
            <a:custGeom>
              <a:avLst/>
              <a:gdLst/>
              <a:ahLst/>
              <a:cxnLst/>
              <a:rect l="l" t="t" r="r" b="b"/>
              <a:pathLst>
                <a:path w="27070" h="25659" extrusionOk="0">
                  <a:moveTo>
                    <a:pt x="13880" y="0"/>
                  </a:moveTo>
                  <a:cubicBezTo>
                    <a:pt x="9133" y="0"/>
                    <a:pt x="4708" y="2634"/>
                    <a:pt x="2488" y="6940"/>
                  </a:cubicBezTo>
                  <a:cubicBezTo>
                    <a:pt x="0" y="11767"/>
                    <a:pt x="820" y="17637"/>
                    <a:pt x="4529" y="21600"/>
                  </a:cubicBezTo>
                  <a:cubicBezTo>
                    <a:pt x="7008" y="24248"/>
                    <a:pt x="10425" y="25658"/>
                    <a:pt x="13904" y="25658"/>
                  </a:cubicBezTo>
                  <a:cubicBezTo>
                    <a:pt x="15631" y="25658"/>
                    <a:pt x="17374" y="25311"/>
                    <a:pt x="19025" y="24594"/>
                  </a:cubicBezTo>
                  <a:cubicBezTo>
                    <a:pt x="24000" y="22419"/>
                    <a:pt x="27069" y="17354"/>
                    <a:pt x="26697" y="11946"/>
                  </a:cubicBezTo>
                  <a:cubicBezTo>
                    <a:pt x="26280" y="5898"/>
                    <a:pt x="21706" y="966"/>
                    <a:pt x="15702" y="117"/>
                  </a:cubicBezTo>
                  <a:lnTo>
                    <a:pt x="15613" y="117"/>
                  </a:lnTo>
                  <a:cubicBezTo>
                    <a:pt x="15033" y="39"/>
                    <a:pt x="14454" y="0"/>
                    <a:pt x="138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2"/>
            <p:cNvSpPr/>
            <p:nvPr/>
          </p:nvSpPr>
          <p:spPr>
            <a:xfrm>
              <a:off x="4613206" y="3079909"/>
              <a:ext cx="188369" cy="185665"/>
            </a:xfrm>
            <a:custGeom>
              <a:avLst/>
              <a:gdLst/>
              <a:ahLst/>
              <a:cxnLst/>
              <a:rect l="l" t="t" r="r" b="b"/>
              <a:pathLst>
                <a:path w="7316" h="7211" extrusionOk="0">
                  <a:moveTo>
                    <a:pt x="6451" y="4574"/>
                  </a:moveTo>
                  <a:cubicBezTo>
                    <a:pt x="5558" y="5706"/>
                    <a:pt x="2131" y="7211"/>
                    <a:pt x="924" y="5989"/>
                  </a:cubicBezTo>
                  <a:cubicBezTo>
                    <a:pt x="1" y="5065"/>
                    <a:pt x="1863" y="2801"/>
                    <a:pt x="2772" y="1669"/>
                  </a:cubicBezTo>
                  <a:cubicBezTo>
                    <a:pt x="3248" y="1043"/>
                    <a:pt x="3800" y="477"/>
                    <a:pt x="4410" y="0"/>
                  </a:cubicBezTo>
                  <a:cubicBezTo>
                    <a:pt x="5781" y="581"/>
                    <a:pt x="6436" y="1341"/>
                    <a:pt x="6749" y="1862"/>
                  </a:cubicBezTo>
                  <a:cubicBezTo>
                    <a:pt x="7315" y="2816"/>
                    <a:pt x="7077" y="3784"/>
                    <a:pt x="6451" y="457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2"/>
            <p:cNvSpPr/>
            <p:nvPr/>
          </p:nvSpPr>
          <p:spPr>
            <a:xfrm>
              <a:off x="4645054" y="3128054"/>
              <a:ext cx="113160" cy="81439"/>
            </a:xfrm>
            <a:custGeom>
              <a:avLst/>
              <a:gdLst/>
              <a:ahLst/>
              <a:cxnLst/>
              <a:rect l="l" t="t" r="r" b="b"/>
              <a:pathLst>
                <a:path w="4395" h="3163" extrusionOk="0">
                  <a:moveTo>
                    <a:pt x="2744" y="0"/>
                  </a:moveTo>
                  <a:cubicBezTo>
                    <a:pt x="1867" y="0"/>
                    <a:pt x="991" y="315"/>
                    <a:pt x="179" y="931"/>
                  </a:cubicBezTo>
                  <a:cubicBezTo>
                    <a:pt x="15" y="1050"/>
                    <a:pt x="0" y="1274"/>
                    <a:pt x="119" y="1423"/>
                  </a:cubicBezTo>
                  <a:cubicBezTo>
                    <a:pt x="134" y="1452"/>
                    <a:pt x="164" y="1467"/>
                    <a:pt x="179" y="1497"/>
                  </a:cubicBezTo>
                  <a:cubicBezTo>
                    <a:pt x="249" y="1551"/>
                    <a:pt x="334" y="1577"/>
                    <a:pt x="419" y="1577"/>
                  </a:cubicBezTo>
                  <a:cubicBezTo>
                    <a:pt x="498" y="1577"/>
                    <a:pt x="576" y="1555"/>
                    <a:pt x="641" y="1512"/>
                  </a:cubicBezTo>
                  <a:cubicBezTo>
                    <a:pt x="1058" y="1184"/>
                    <a:pt x="1535" y="946"/>
                    <a:pt x="2056" y="827"/>
                  </a:cubicBezTo>
                  <a:lnTo>
                    <a:pt x="2056" y="827"/>
                  </a:lnTo>
                  <a:cubicBezTo>
                    <a:pt x="2324" y="1482"/>
                    <a:pt x="2324" y="2108"/>
                    <a:pt x="2026" y="2599"/>
                  </a:cubicBezTo>
                  <a:cubicBezTo>
                    <a:pt x="1937" y="2763"/>
                    <a:pt x="1982" y="2957"/>
                    <a:pt x="2116" y="3076"/>
                  </a:cubicBezTo>
                  <a:lnTo>
                    <a:pt x="2160" y="3106"/>
                  </a:lnTo>
                  <a:cubicBezTo>
                    <a:pt x="2220" y="3144"/>
                    <a:pt x="2287" y="3162"/>
                    <a:pt x="2354" y="3162"/>
                  </a:cubicBezTo>
                  <a:cubicBezTo>
                    <a:pt x="2471" y="3162"/>
                    <a:pt x="2586" y="3106"/>
                    <a:pt x="2652" y="3002"/>
                  </a:cubicBezTo>
                  <a:cubicBezTo>
                    <a:pt x="3054" y="2331"/>
                    <a:pt x="3099" y="1542"/>
                    <a:pt x="2786" y="737"/>
                  </a:cubicBezTo>
                  <a:cubicBezTo>
                    <a:pt x="2818" y="736"/>
                    <a:pt x="2849" y="735"/>
                    <a:pt x="2880" y="735"/>
                  </a:cubicBezTo>
                  <a:cubicBezTo>
                    <a:pt x="3221" y="735"/>
                    <a:pt x="3560" y="808"/>
                    <a:pt x="3874" y="931"/>
                  </a:cubicBezTo>
                  <a:cubicBezTo>
                    <a:pt x="3916" y="949"/>
                    <a:pt x="3960" y="957"/>
                    <a:pt x="4004" y="957"/>
                  </a:cubicBezTo>
                  <a:cubicBezTo>
                    <a:pt x="4144" y="957"/>
                    <a:pt x="4279" y="870"/>
                    <a:pt x="4335" y="722"/>
                  </a:cubicBezTo>
                  <a:cubicBezTo>
                    <a:pt x="4395" y="544"/>
                    <a:pt x="4306" y="335"/>
                    <a:pt x="4112" y="261"/>
                  </a:cubicBezTo>
                  <a:cubicBezTo>
                    <a:pt x="3662" y="87"/>
                    <a:pt x="3202" y="0"/>
                    <a:pt x="2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2"/>
            <p:cNvSpPr/>
            <p:nvPr/>
          </p:nvSpPr>
          <p:spPr>
            <a:xfrm>
              <a:off x="4066253" y="2649561"/>
              <a:ext cx="163059" cy="196788"/>
            </a:xfrm>
            <a:custGeom>
              <a:avLst/>
              <a:gdLst/>
              <a:ahLst/>
              <a:cxnLst/>
              <a:rect l="l" t="t" r="r" b="b"/>
              <a:pathLst>
                <a:path w="6333" h="7643" extrusionOk="0">
                  <a:moveTo>
                    <a:pt x="1386" y="1296"/>
                  </a:moveTo>
                  <a:cubicBezTo>
                    <a:pt x="537" y="2473"/>
                    <a:pt x="1" y="6168"/>
                    <a:pt x="1505" y="7002"/>
                  </a:cubicBezTo>
                  <a:cubicBezTo>
                    <a:pt x="2638" y="7643"/>
                    <a:pt x="4321" y="5244"/>
                    <a:pt x="5170" y="4067"/>
                  </a:cubicBezTo>
                  <a:cubicBezTo>
                    <a:pt x="5647" y="3442"/>
                    <a:pt x="6034" y="2771"/>
                    <a:pt x="6332" y="2041"/>
                  </a:cubicBezTo>
                  <a:cubicBezTo>
                    <a:pt x="5409" y="879"/>
                    <a:pt x="4500" y="447"/>
                    <a:pt x="3919" y="298"/>
                  </a:cubicBezTo>
                  <a:cubicBezTo>
                    <a:pt x="2861" y="0"/>
                    <a:pt x="1982" y="477"/>
                    <a:pt x="1386" y="129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2"/>
            <p:cNvSpPr/>
            <p:nvPr/>
          </p:nvSpPr>
          <p:spPr>
            <a:xfrm>
              <a:off x="4108837" y="2689622"/>
              <a:ext cx="86331" cy="111821"/>
            </a:xfrm>
            <a:custGeom>
              <a:avLst/>
              <a:gdLst/>
              <a:ahLst/>
              <a:cxnLst/>
              <a:rect l="l" t="t" r="r" b="b"/>
              <a:pathLst>
                <a:path w="3353" h="4343" extrusionOk="0">
                  <a:moveTo>
                    <a:pt x="2073" y="1"/>
                  </a:moveTo>
                  <a:cubicBezTo>
                    <a:pt x="1999" y="1"/>
                    <a:pt x="1926" y="22"/>
                    <a:pt x="1863" y="68"/>
                  </a:cubicBezTo>
                  <a:cubicBezTo>
                    <a:pt x="1699" y="187"/>
                    <a:pt x="1669" y="411"/>
                    <a:pt x="1803" y="560"/>
                  </a:cubicBezTo>
                  <a:cubicBezTo>
                    <a:pt x="2027" y="858"/>
                    <a:pt x="2175" y="1200"/>
                    <a:pt x="2280" y="1558"/>
                  </a:cubicBezTo>
                  <a:cubicBezTo>
                    <a:pt x="2181" y="1549"/>
                    <a:pt x="2084" y="1545"/>
                    <a:pt x="1988" y="1545"/>
                  </a:cubicBezTo>
                  <a:cubicBezTo>
                    <a:pt x="1245" y="1545"/>
                    <a:pt x="596" y="1800"/>
                    <a:pt x="135" y="2288"/>
                  </a:cubicBezTo>
                  <a:cubicBezTo>
                    <a:pt x="0" y="2437"/>
                    <a:pt x="15" y="2675"/>
                    <a:pt x="164" y="2794"/>
                  </a:cubicBezTo>
                  <a:cubicBezTo>
                    <a:pt x="179" y="2809"/>
                    <a:pt x="194" y="2824"/>
                    <a:pt x="194" y="2824"/>
                  </a:cubicBezTo>
                  <a:cubicBezTo>
                    <a:pt x="262" y="2878"/>
                    <a:pt x="342" y="2905"/>
                    <a:pt x="422" y="2905"/>
                  </a:cubicBezTo>
                  <a:cubicBezTo>
                    <a:pt x="518" y="2905"/>
                    <a:pt x="613" y="2867"/>
                    <a:pt x="686" y="2794"/>
                  </a:cubicBezTo>
                  <a:cubicBezTo>
                    <a:pt x="1017" y="2438"/>
                    <a:pt x="1481" y="2264"/>
                    <a:pt x="2025" y="2264"/>
                  </a:cubicBezTo>
                  <a:cubicBezTo>
                    <a:pt x="2141" y="2264"/>
                    <a:pt x="2261" y="2272"/>
                    <a:pt x="2384" y="2288"/>
                  </a:cubicBezTo>
                  <a:cubicBezTo>
                    <a:pt x="2399" y="2824"/>
                    <a:pt x="2310" y="3345"/>
                    <a:pt x="2116" y="3837"/>
                  </a:cubicBezTo>
                  <a:cubicBezTo>
                    <a:pt x="2056" y="3986"/>
                    <a:pt x="2101" y="4165"/>
                    <a:pt x="2250" y="4269"/>
                  </a:cubicBezTo>
                  <a:cubicBezTo>
                    <a:pt x="2265" y="4284"/>
                    <a:pt x="2295" y="4299"/>
                    <a:pt x="2324" y="4314"/>
                  </a:cubicBezTo>
                  <a:cubicBezTo>
                    <a:pt x="2370" y="4333"/>
                    <a:pt x="2418" y="4342"/>
                    <a:pt x="2465" y="4342"/>
                  </a:cubicBezTo>
                  <a:cubicBezTo>
                    <a:pt x="2601" y="4342"/>
                    <a:pt x="2731" y="4264"/>
                    <a:pt x="2786" y="4120"/>
                  </a:cubicBezTo>
                  <a:cubicBezTo>
                    <a:pt x="3352" y="2675"/>
                    <a:pt x="3203" y="1275"/>
                    <a:pt x="2384" y="157"/>
                  </a:cubicBezTo>
                  <a:cubicBezTo>
                    <a:pt x="2311" y="56"/>
                    <a:pt x="2192" y="1"/>
                    <a:pt x="2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2"/>
            <p:cNvSpPr/>
            <p:nvPr/>
          </p:nvSpPr>
          <p:spPr>
            <a:xfrm>
              <a:off x="4298303" y="2561792"/>
              <a:ext cx="455731" cy="380085"/>
            </a:xfrm>
            <a:custGeom>
              <a:avLst/>
              <a:gdLst/>
              <a:ahLst/>
              <a:cxnLst/>
              <a:rect l="l" t="t" r="r" b="b"/>
              <a:pathLst>
                <a:path w="17700" h="14762" extrusionOk="0">
                  <a:moveTo>
                    <a:pt x="8008" y="0"/>
                  </a:moveTo>
                  <a:cubicBezTo>
                    <a:pt x="7755" y="0"/>
                    <a:pt x="7221" y="709"/>
                    <a:pt x="6764" y="1636"/>
                  </a:cubicBezTo>
                  <a:cubicBezTo>
                    <a:pt x="6660" y="1026"/>
                    <a:pt x="6511" y="608"/>
                    <a:pt x="6332" y="608"/>
                  </a:cubicBezTo>
                  <a:cubicBezTo>
                    <a:pt x="6079" y="623"/>
                    <a:pt x="5915" y="1547"/>
                    <a:pt x="5960" y="2679"/>
                  </a:cubicBezTo>
                  <a:lnTo>
                    <a:pt x="5960" y="2813"/>
                  </a:lnTo>
                  <a:cubicBezTo>
                    <a:pt x="5510" y="2724"/>
                    <a:pt x="5029" y="2681"/>
                    <a:pt x="4532" y="2681"/>
                  </a:cubicBezTo>
                  <a:cubicBezTo>
                    <a:pt x="3035" y="2681"/>
                    <a:pt x="1388" y="3070"/>
                    <a:pt x="1" y="3752"/>
                  </a:cubicBezTo>
                  <a:cubicBezTo>
                    <a:pt x="120" y="3856"/>
                    <a:pt x="224" y="3960"/>
                    <a:pt x="358" y="4065"/>
                  </a:cubicBezTo>
                  <a:cubicBezTo>
                    <a:pt x="1361" y="4894"/>
                    <a:pt x="2535" y="5313"/>
                    <a:pt x="3593" y="5313"/>
                  </a:cubicBezTo>
                  <a:cubicBezTo>
                    <a:pt x="4531" y="5313"/>
                    <a:pt x="5377" y="4983"/>
                    <a:pt x="5930" y="4318"/>
                  </a:cubicBezTo>
                  <a:cubicBezTo>
                    <a:pt x="6243" y="3931"/>
                    <a:pt x="6437" y="3469"/>
                    <a:pt x="6496" y="2977"/>
                  </a:cubicBezTo>
                  <a:lnTo>
                    <a:pt x="6600" y="2977"/>
                  </a:lnTo>
                  <a:cubicBezTo>
                    <a:pt x="7018" y="5793"/>
                    <a:pt x="8999" y="9055"/>
                    <a:pt x="12142" y="11648"/>
                  </a:cubicBezTo>
                  <a:cubicBezTo>
                    <a:pt x="13766" y="13003"/>
                    <a:pt x="15599" y="14061"/>
                    <a:pt x="17580" y="14761"/>
                  </a:cubicBezTo>
                  <a:cubicBezTo>
                    <a:pt x="17699" y="11484"/>
                    <a:pt x="15926" y="8042"/>
                    <a:pt x="13096" y="5703"/>
                  </a:cubicBezTo>
                  <a:cubicBezTo>
                    <a:pt x="11383" y="4273"/>
                    <a:pt x="9327" y="3290"/>
                    <a:pt x="7122" y="2888"/>
                  </a:cubicBezTo>
                  <a:cubicBezTo>
                    <a:pt x="7301" y="2620"/>
                    <a:pt x="7450" y="2337"/>
                    <a:pt x="7584" y="2054"/>
                  </a:cubicBezTo>
                  <a:cubicBezTo>
                    <a:pt x="8075" y="1041"/>
                    <a:pt x="8284" y="117"/>
                    <a:pt x="8060" y="13"/>
                  </a:cubicBezTo>
                  <a:cubicBezTo>
                    <a:pt x="8045" y="4"/>
                    <a:pt x="8027" y="0"/>
                    <a:pt x="80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2"/>
            <p:cNvSpPr/>
            <p:nvPr/>
          </p:nvSpPr>
          <p:spPr>
            <a:xfrm>
              <a:off x="4636609" y="2768818"/>
              <a:ext cx="56413" cy="54507"/>
            </a:xfrm>
            <a:custGeom>
              <a:avLst/>
              <a:gdLst/>
              <a:ahLst/>
              <a:cxnLst/>
              <a:rect l="l" t="t" r="r" b="b"/>
              <a:pathLst>
                <a:path w="2191" h="2117" extrusionOk="0">
                  <a:moveTo>
                    <a:pt x="460" y="1"/>
                  </a:moveTo>
                  <a:cubicBezTo>
                    <a:pt x="319" y="1"/>
                    <a:pt x="194" y="53"/>
                    <a:pt x="105" y="195"/>
                  </a:cubicBezTo>
                  <a:cubicBezTo>
                    <a:pt x="0" y="404"/>
                    <a:pt x="75" y="657"/>
                    <a:pt x="269" y="776"/>
                  </a:cubicBezTo>
                  <a:cubicBezTo>
                    <a:pt x="596" y="1029"/>
                    <a:pt x="760" y="1372"/>
                    <a:pt x="969" y="1700"/>
                  </a:cubicBezTo>
                  <a:cubicBezTo>
                    <a:pt x="1159" y="1980"/>
                    <a:pt x="1383" y="2117"/>
                    <a:pt x="1603" y="2117"/>
                  </a:cubicBezTo>
                  <a:cubicBezTo>
                    <a:pt x="1676" y="2117"/>
                    <a:pt x="1748" y="2102"/>
                    <a:pt x="1818" y="2072"/>
                  </a:cubicBezTo>
                  <a:cubicBezTo>
                    <a:pt x="2101" y="1938"/>
                    <a:pt x="2190" y="1625"/>
                    <a:pt x="2027" y="1238"/>
                  </a:cubicBezTo>
                  <a:cubicBezTo>
                    <a:pt x="1833" y="791"/>
                    <a:pt x="1490" y="433"/>
                    <a:pt x="1073" y="195"/>
                  </a:cubicBezTo>
                  <a:cubicBezTo>
                    <a:pt x="969" y="150"/>
                    <a:pt x="865" y="91"/>
                    <a:pt x="760" y="61"/>
                  </a:cubicBezTo>
                  <a:cubicBezTo>
                    <a:pt x="658" y="25"/>
                    <a:pt x="556" y="1"/>
                    <a:pt x="4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2"/>
            <p:cNvSpPr/>
            <p:nvPr/>
          </p:nvSpPr>
          <p:spPr>
            <a:xfrm>
              <a:off x="4683390" y="2834445"/>
              <a:ext cx="22658" cy="25619"/>
            </a:xfrm>
            <a:custGeom>
              <a:avLst/>
              <a:gdLst/>
              <a:ahLst/>
              <a:cxnLst/>
              <a:rect l="l" t="t" r="r" b="b"/>
              <a:pathLst>
                <a:path w="880" h="995" extrusionOk="0">
                  <a:moveTo>
                    <a:pt x="421" y="1"/>
                  </a:moveTo>
                  <a:cubicBezTo>
                    <a:pt x="322" y="1"/>
                    <a:pt x="226" y="47"/>
                    <a:pt x="165" y="134"/>
                  </a:cubicBezTo>
                  <a:cubicBezTo>
                    <a:pt x="1" y="372"/>
                    <a:pt x="46" y="715"/>
                    <a:pt x="254" y="909"/>
                  </a:cubicBezTo>
                  <a:cubicBezTo>
                    <a:pt x="313" y="967"/>
                    <a:pt x="388" y="994"/>
                    <a:pt x="464" y="994"/>
                  </a:cubicBezTo>
                  <a:cubicBezTo>
                    <a:pt x="563" y="994"/>
                    <a:pt x="664" y="948"/>
                    <a:pt x="731" y="864"/>
                  </a:cubicBezTo>
                  <a:cubicBezTo>
                    <a:pt x="880" y="611"/>
                    <a:pt x="835" y="283"/>
                    <a:pt x="627" y="74"/>
                  </a:cubicBezTo>
                  <a:cubicBezTo>
                    <a:pt x="564" y="25"/>
                    <a:pt x="492" y="1"/>
                    <a:pt x="4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2"/>
            <p:cNvSpPr/>
            <p:nvPr/>
          </p:nvSpPr>
          <p:spPr>
            <a:xfrm>
              <a:off x="4350311" y="2735064"/>
              <a:ext cx="139577" cy="93669"/>
            </a:xfrm>
            <a:custGeom>
              <a:avLst/>
              <a:gdLst/>
              <a:ahLst/>
              <a:cxnLst/>
              <a:rect l="l" t="t" r="r" b="b"/>
              <a:pathLst>
                <a:path w="5421" h="3638" extrusionOk="0">
                  <a:moveTo>
                    <a:pt x="497" y="0"/>
                  </a:moveTo>
                  <a:cubicBezTo>
                    <a:pt x="160" y="0"/>
                    <a:pt x="1" y="455"/>
                    <a:pt x="290" y="672"/>
                  </a:cubicBezTo>
                  <a:lnTo>
                    <a:pt x="305" y="672"/>
                  </a:lnTo>
                  <a:lnTo>
                    <a:pt x="4744" y="3577"/>
                  </a:lnTo>
                  <a:cubicBezTo>
                    <a:pt x="4810" y="3619"/>
                    <a:pt x="4879" y="3637"/>
                    <a:pt x="4944" y="3637"/>
                  </a:cubicBezTo>
                  <a:cubicBezTo>
                    <a:pt x="5204" y="3637"/>
                    <a:pt x="5420" y="3347"/>
                    <a:pt x="5266" y="3085"/>
                  </a:cubicBezTo>
                  <a:cubicBezTo>
                    <a:pt x="4774" y="2325"/>
                    <a:pt x="4163" y="1670"/>
                    <a:pt x="3448" y="1134"/>
                  </a:cubicBezTo>
                  <a:cubicBezTo>
                    <a:pt x="2599" y="493"/>
                    <a:pt x="1586" y="91"/>
                    <a:pt x="528" y="1"/>
                  </a:cubicBezTo>
                  <a:cubicBezTo>
                    <a:pt x="518" y="0"/>
                    <a:pt x="507" y="0"/>
                    <a:pt x="4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2"/>
            <p:cNvSpPr/>
            <p:nvPr/>
          </p:nvSpPr>
          <p:spPr>
            <a:xfrm>
              <a:off x="4549715" y="2876797"/>
              <a:ext cx="129587" cy="106517"/>
            </a:xfrm>
            <a:custGeom>
              <a:avLst/>
              <a:gdLst/>
              <a:ahLst/>
              <a:cxnLst/>
              <a:rect l="l" t="t" r="r" b="b"/>
              <a:pathLst>
                <a:path w="5033" h="4137" extrusionOk="0">
                  <a:moveTo>
                    <a:pt x="527" y="1"/>
                  </a:moveTo>
                  <a:cubicBezTo>
                    <a:pt x="199" y="1"/>
                    <a:pt x="0" y="429"/>
                    <a:pt x="277" y="664"/>
                  </a:cubicBezTo>
                  <a:lnTo>
                    <a:pt x="4344" y="4061"/>
                  </a:lnTo>
                  <a:lnTo>
                    <a:pt x="4374" y="4075"/>
                  </a:lnTo>
                  <a:cubicBezTo>
                    <a:pt x="4439" y="4118"/>
                    <a:pt x="4509" y="4137"/>
                    <a:pt x="4577" y="4137"/>
                  </a:cubicBezTo>
                  <a:cubicBezTo>
                    <a:pt x="4817" y="4137"/>
                    <a:pt x="5033" y="3899"/>
                    <a:pt x="4940" y="3643"/>
                  </a:cubicBezTo>
                  <a:cubicBezTo>
                    <a:pt x="4537" y="2645"/>
                    <a:pt x="3852" y="1796"/>
                    <a:pt x="2988" y="1185"/>
                  </a:cubicBezTo>
                  <a:cubicBezTo>
                    <a:pt x="2273" y="649"/>
                    <a:pt x="1469" y="262"/>
                    <a:pt x="605" y="8"/>
                  </a:cubicBezTo>
                  <a:cubicBezTo>
                    <a:pt x="578" y="3"/>
                    <a:pt x="552" y="1"/>
                    <a:pt x="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2"/>
            <p:cNvSpPr/>
            <p:nvPr/>
          </p:nvSpPr>
          <p:spPr>
            <a:xfrm>
              <a:off x="4368874" y="2898424"/>
              <a:ext cx="129227" cy="162184"/>
            </a:xfrm>
            <a:custGeom>
              <a:avLst/>
              <a:gdLst/>
              <a:ahLst/>
              <a:cxnLst/>
              <a:rect l="l" t="t" r="r" b="b"/>
              <a:pathLst>
                <a:path w="5019" h="6299" extrusionOk="0">
                  <a:moveTo>
                    <a:pt x="4061" y="0"/>
                  </a:moveTo>
                  <a:cubicBezTo>
                    <a:pt x="3922" y="0"/>
                    <a:pt x="3774" y="29"/>
                    <a:pt x="3621" y="92"/>
                  </a:cubicBezTo>
                  <a:cubicBezTo>
                    <a:pt x="3025" y="345"/>
                    <a:pt x="2474" y="718"/>
                    <a:pt x="2012" y="1180"/>
                  </a:cubicBezTo>
                  <a:cubicBezTo>
                    <a:pt x="1461" y="1686"/>
                    <a:pt x="969" y="2282"/>
                    <a:pt x="582" y="2923"/>
                  </a:cubicBezTo>
                  <a:cubicBezTo>
                    <a:pt x="463" y="3131"/>
                    <a:pt x="359" y="3340"/>
                    <a:pt x="284" y="3563"/>
                  </a:cubicBezTo>
                  <a:cubicBezTo>
                    <a:pt x="1" y="4204"/>
                    <a:pt x="224" y="4949"/>
                    <a:pt x="805" y="5336"/>
                  </a:cubicBezTo>
                  <a:cubicBezTo>
                    <a:pt x="1446" y="5783"/>
                    <a:pt x="2176" y="6096"/>
                    <a:pt x="2936" y="6260"/>
                  </a:cubicBezTo>
                  <a:cubicBezTo>
                    <a:pt x="3040" y="6288"/>
                    <a:pt x="3144" y="6298"/>
                    <a:pt x="3244" y="6298"/>
                  </a:cubicBezTo>
                  <a:cubicBezTo>
                    <a:pt x="3301" y="6298"/>
                    <a:pt x="3358" y="6295"/>
                    <a:pt x="3413" y="6289"/>
                  </a:cubicBezTo>
                  <a:cubicBezTo>
                    <a:pt x="4038" y="6230"/>
                    <a:pt x="4306" y="5813"/>
                    <a:pt x="4128" y="5217"/>
                  </a:cubicBezTo>
                  <a:cubicBezTo>
                    <a:pt x="4098" y="5113"/>
                    <a:pt x="4068" y="5023"/>
                    <a:pt x="4023" y="4919"/>
                  </a:cubicBezTo>
                  <a:cubicBezTo>
                    <a:pt x="3696" y="4144"/>
                    <a:pt x="3845" y="3429"/>
                    <a:pt x="4232" y="2744"/>
                  </a:cubicBezTo>
                  <a:cubicBezTo>
                    <a:pt x="4381" y="2476"/>
                    <a:pt x="4530" y="2208"/>
                    <a:pt x="4679" y="1939"/>
                  </a:cubicBezTo>
                  <a:cubicBezTo>
                    <a:pt x="4813" y="1686"/>
                    <a:pt x="4902" y="1403"/>
                    <a:pt x="4947" y="1105"/>
                  </a:cubicBezTo>
                  <a:cubicBezTo>
                    <a:pt x="5018" y="462"/>
                    <a:pt x="4614" y="0"/>
                    <a:pt x="40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2"/>
            <p:cNvSpPr/>
            <p:nvPr/>
          </p:nvSpPr>
          <p:spPr>
            <a:xfrm>
              <a:off x="4297917" y="3029987"/>
              <a:ext cx="123253" cy="99411"/>
            </a:xfrm>
            <a:custGeom>
              <a:avLst/>
              <a:gdLst/>
              <a:ahLst/>
              <a:cxnLst/>
              <a:rect l="l" t="t" r="r" b="b"/>
              <a:pathLst>
                <a:path w="4787" h="3861" extrusionOk="0">
                  <a:moveTo>
                    <a:pt x="962" y="1"/>
                  </a:moveTo>
                  <a:cubicBezTo>
                    <a:pt x="832" y="1"/>
                    <a:pt x="703" y="63"/>
                    <a:pt x="627" y="211"/>
                  </a:cubicBezTo>
                  <a:cubicBezTo>
                    <a:pt x="1" y="1641"/>
                    <a:pt x="433" y="2699"/>
                    <a:pt x="1088" y="3280"/>
                  </a:cubicBezTo>
                  <a:cubicBezTo>
                    <a:pt x="1193" y="3369"/>
                    <a:pt x="1297" y="3444"/>
                    <a:pt x="1401" y="3518"/>
                  </a:cubicBezTo>
                  <a:cubicBezTo>
                    <a:pt x="1787" y="3750"/>
                    <a:pt x="2215" y="3861"/>
                    <a:pt x="2640" y="3861"/>
                  </a:cubicBezTo>
                  <a:cubicBezTo>
                    <a:pt x="3363" y="3861"/>
                    <a:pt x="4075" y="3538"/>
                    <a:pt x="4545" y="2937"/>
                  </a:cubicBezTo>
                  <a:cubicBezTo>
                    <a:pt x="4786" y="2641"/>
                    <a:pt x="4518" y="2296"/>
                    <a:pt x="4229" y="2296"/>
                  </a:cubicBezTo>
                  <a:cubicBezTo>
                    <a:pt x="4126" y="2296"/>
                    <a:pt x="4020" y="2340"/>
                    <a:pt x="3934" y="2446"/>
                  </a:cubicBezTo>
                  <a:cubicBezTo>
                    <a:pt x="3623" y="2860"/>
                    <a:pt x="3141" y="3083"/>
                    <a:pt x="2651" y="3083"/>
                  </a:cubicBezTo>
                  <a:cubicBezTo>
                    <a:pt x="2365" y="3083"/>
                    <a:pt x="2076" y="3007"/>
                    <a:pt x="1818" y="2848"/>
                  </a:cubicBezTo>
                  <a:cubicBezTo>
                    <a:pt x="1252" y="2505"/>
                    <a:pt x="820" y="1716"/>
                    <a:pt x="1342" y="524"/>
                  </a:cubicBezTo>
                  <a:cubicBezTo>
                    <a:pt x="1459" y="230"/>
                    <a:pt x="1210" y="1"/>
                    <a:pt x="9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2"/>
            <p:cNvSpPr/>
            <p:nvPr/>
          </p:nvSpPr>
          <p:spPr>
            <a:xfrm>
              <a:off x="4440294" y="3102282"/>
              <a:ext cx="162982" cy="122738"/>
            </a:xfrm>
            <a:custGeom>
              <a:avLst/>
              <a:gdLst/>
              <a:ahLst/>
              <a:cxnLst/>
              <a:rect l="l" t="t" r="r" b="b"/>
              <a:pathLst>
                <a:path w="6330" h="4767" extrusionOk="0">
                  <a:moveTo>
                    <a:pt x="3152" y="1"/>
                  </a:moveTo>
                  <a:cubicBezTo>
                    <a:pt x="2495" y="1"/>
                    <a:pt x="1841" y="271"/>
                    <a:pt x="1368" y="800"/>
                  </a:cubicBezTo>
                  <a:cubicBezTo>
                    <a:pt x="1" y="2357"/>
                    <a:pt x="1120" y="4767"/>
                    <a:pt x="3144" y="4767"/>
                  </a:cubicBezTo>
                  <a:cubicBezTo>
                    <a:pt x="3193" y="4767"/>
                    <a:pt x="3241" y="4765"/>
                    <a:pt x="3290" y="4763"/>
                  </a:cubicBezTo>
                  <a:cubicBezTo>
                    <a:pt x="5421" y="4628"/>
                    <a:pt x="6329" y="2006"/>
                    <a:pt x="4735" y="606"/>
                  </a:cubicBezTo>
                  <a:cubicBezTo>
                    <a:pt x="4281" y="200"/>
                    <a:pt x="3715" y="1"/>
                    <a:pt x="3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2"/>
            <p:cNvSpPr/>
            <p:nvPr/>
          </p:nvSpPr>
          <p:spPr>
            <a:xfrm>
              <a:off x="4158373" y="2883646"/>
              <a:ext cx="162982" cy="122764"/>
            </a:xfrm>
            <a:custGeom>
              <a:avLst/>
              <a:gdLst/>
              <a:ahLst/>
              <a:cxnLst/>
              <a:rect l="l" t="t" r="r" b="b"/>
              <a:pathLst>
                <a:path w="6330" h="4768" extrusionOk="0">
                  <a:moveTo>
                    <a:pt x="3152" y="1"/>
                  </a:moveTo>
                  <a:cubicBezTo>
                    <a:pt x="2496" y="1"/>
                    <a:pt x="1842" y="271"/>
                    <a:pt x="1369" y="800"/>
                  </a:cubicBezTo>
                  <a:cubicBezTo>
                    <a:pt x="1" y="2357"/>
                    <a:pt x="1120" y="4767"/>
                    <a:pt x="3159" y="4767"/>
                  </a:cubicBezTo>
                  <a:cubicBezTo>
                    <a:pt x="3207" y="4767"/>
                    <a:pt x="3256" y="4766"/>
                    <a:pt x="3305" y="4763"/>
                  </a:cubicBezTo>
                  <a:cubicBezTo>
                    <a:pt x="5421" y="4629"/>
                    <a:pt x="6330" y="2007"/>
                    <a:pt x="4736" y="607"/>
                  </a:cubicBezTo>
                  <a:cubicBezTo>
                    <a:pt x="4281" y="200"/>
                    <a:pt x="3716" y="1"/>
                    <a:pt x="3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2"/>
            <p:cNvSpPr/>
            <p:nvPr/>
          </p:nvSpPr>
          <p:spPr>
            <a:xfrm>
              <a:off x="4310971" y="2824738"/>
              <a:ext cx="88031" cy="69158"/>
            </a:xfrm>
            <a:custGeom>
              <a:avLst/>
              <a:gdLst/>
              <a:ahLst/>
              <a:cxnLst/>
              <a:rect l="l" t="t" r="r" b="b"/>
              <a:pathLst>
                <a:path w="3419" h="2686" extrusionOk="0">
                  <a:moveTo>
                    <a:pt x="739" y="1"/>
                  </a:moveTo>
                  <a:cubicBezTo>
                    <a:pt x="627" y="1"/>
                    <a:pt x="516" y="59"/>
                    <a:pt x="462" y="198"/>
                  </a:cubicBezTo>
                  <a:cubicBezTo>
                    <a:pt x="0" y="1300"/>
                    <a:pt x="462" y="2075"/>
                    <a:pt x="1043" y="2433"/>
                  </a:cubicBezTo>
                  <a:cubicBezTo>
                    <a:pt x="1311" y="2597"/>
                    <a:pt x="1639" y="2686"/>
                    <a:pt x="1967" y="2686"/>
                  </a:cubicBezTo>
                  <a:cubicBezTo>
                    <a:pt x="2444" y="2686"/>
                    <a:pt x="2905" y="2477"/>
                    <a:pt x="3218" y="2120"/>
                  </a:cubicBezTo>
                  <a:cubicBezTo>
                    <a:pt x="3419" y="1886"/>
                    <a:pt x="3203" y="1611"/>
                    <a:pt x="2976" y="1611"/>
                  </a:cubicBezTo>
                  <a:cubicBezTo>
                    <a:pt x="2899" y="1611"/>
                    <a:pt x="2821" y="1642"/>
                    <a:pt x="2756" y="1718"/>
                  </a:cubicBezTo>
                  <a:cubicBezTo>
                    <a:pt x="2551" y="1965"/>
                    <a:pt x="2253" y="2071"/>
                    <a:pt x="1960" y="2071"/>
                  </a:cubicBezTo>
                  <a:cubicBezTo>
                    <a:pt x="1742" y="2071"/>
                    <a:pt x="1528" y="2013"/>
                    <a:pt x="1356" y="1911"/>
                  </a:cubicBezTo>
                  <a:cubicBezTo>
                    <a:pt x="1133" y="1777"/>
                    <a:pt x="641" y="1345"/>
                    <a:pt x="1028" y="436"/>
                  </a:cubicBezTo>
                  <a:cubicBezTo>
                    <a:pt x="1143" y="188"/>
                    <a:pt x="939" y="1"/>
                    <a:pt x="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2"/>
            <p:cNvSpPr/>
            <p:nvPr/>
          </p:nvSpPr>
          <p:spPr>
            <a:xfrm>
              <a:off x="4511559" y="2975302"/>
              <a:ext cx="87207" cy="68952"/>
            </a:xfrm>
            <a:custGeom>
              <a:avLst/>
              <a:gdLst/>
              <a:ahLst/>
              <a:cxnLst/>
              <a:rect l="l" t="t" r="r" b="b"/>
              <a:pathLst>
                <a:path w="3387" h="2678" extrusionOk="0">
                  <a:moveTo>
                    <a:pt x="749" y="1"/>
                  </a:moveTo>
                  <a:cubicBezTo>
                    <a:pt x="639" y="1"/>
                    <a:pt x="531" y="61"/>
                    <a:pt x="478" y="205"/>
                  </a:cubicBezTo>
                  <a:cubicBezTo>
                    <a:pt x="1" y="1307"/>
                    <a:pt x="478" y="2067"/>
                    <a:pt x="1044" y="2439"/>
                  </a:cubicBezTo>
                  <a:cubicBezTo>
                    <a:pt x="1327" y="2603"/>
                    <a:pt x="1640" y="2678"/>
                    <a:pt x="1967" y="2678"/>
                  </a:cubicBezTo>
                  <a:cubicBezTo>
                    <a:pt x="2444" y="2678"/>
                    <a:pt x="2906" y="2484"/>
                    <a:pt x="3219" y="2112"/>
                  </a:cubicBezTo>
                  <a:cubicBezTo>
                    <a:pt x="3387" y="1888"/>
                    <a:pt x="3193" y="1630"/>
                    <a:pt x="2972" y="1630"/>
                  </a:cubicBezTo>
                  <a:cubicBezTo>
                    <a:pt x="2899" y="1630"/>
                    <a:pt x="2823" y="1658"/>
                    <a:pt x="2757" y="1724"/>
                  </a:cubicBezTo>
                  <a:cubicBezTo>
                    <a:pt x="2554" y="1969"/>
                    <a:pt x="2261" y="2075"/>
                    <a:pt x="1972" y="2075"/>
                  </a:cubicBezTo>
                  <a:cubicBezTo>
                    <a:pt x="1750" y="2075"/>
                    <a:pt x="1531" y="2013"/>
                    <a:pt x="1357" y="1903"/>
                  </a:cubicBezTo>
                  <a:cubicBezTo>
                    <a:pt x="1133" y="1769"/>
                    <a:pt x="641" y="1352"/>
                    <a:pt x="1029" y="443"/>
                  </a:cubicBezTo>
                  <a:cubicBezTo>
                    <a:pt x="1144" y="194"/>
                    <a:pt x="945" y="1"/>
                    <a:pt x="7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2"/>
            <p:cNvSpPr/>
            <p:nvPr/>
          </p:nvSpPr>
          <p:spPr>
            <a:xfrm>
              <a:off x="4564107" y="2503040"/>
              <a:ext cx="194110" cy="203328"/>
            </a:xfrm>
            <a:custGeom>
              <a:avLst/>
              <a:gdLst/>
              <a:ahLst/>
              <a:cxnLst/>
              <a:rect l="l" t="t" r="r" b="b"/>
              <a:pathLst>
                <a:path w="7539" h="7897" extrusionOk="0">
                  <a:moveTo>
                    <a:pt x="3934" y="3293"/>
                  </a:moveTo>
                  <a:cubicBezTo>
                    <a:pt x="4336" y="3039"/>
                    <a:pt x="4768" y="2846"/>
                    <a:pt x="5230" y="2742"/>
                  </a:cubicBezTo>
                  <a:cubicBezTo>
                    <a:pt x="5677" y="2652"/>
                    <a:pt x="6228" y="2622"/>
                    <a:pt x="6660" y="2831"/>
                  </a:cubicBezTo>
                  <a:cubicBezTo>
                    <a:pt x="7435" y="3203"/>
                    <a:pt x="7539" y="4082"/>
                    <a:pt x="6809" y="4559"/>
                  </a:cubicBezTo>
                  <a:cubicBezTo>
                    <a:pt x="6586" y="4693"/>
                    <a:pt x="6347" y="4768"/>
                    <a:pt x="6094" y="4812"/>
                  </a:cubicBezTo>
                  <a:cubicBezTo>
                    <a:pt x="5140" y="4961"/>
                    <a:pt x="3934" y="4633"/>
                    <a:pt x="3010" y="4440"/>
                  </a:cubicBezTo>
                  <a:cubicBezTo>
                    <a:pt x="2116" y="5289"/>
                    <a:pt x="1357" y="6257"/>
                    <a:pt x="731" y="7315"/>
                  </a:cubicBezTo>
                  <a:cubicBezTo>
                    <a:pt x="627" y="7494"/>
                    <a:pt x="478" y="7896"/>
                    <a:pt x="239" y="7747"/>
                  </a:cubicBezTo>
                  <a:cubicBezTo>
                    <a:pt x="1" y="7613"/>
                    <a:pt x="403" y="7047"/>
                    <a:pt x="612" y="6734"/>
                  </a:cubicBezTo>
                  <a:cubicBezTo>
                    <a:pt x="1237" y="5795"/>
                    <a:pt x="1982" y="4931"/>
                    <a:pt x="2802" y="4172"/>
                  </a:cubicBezTo>
                  <a:cubicBezTo>
                    <a:pt x="2295" y="3635"/>
                    <a:pt x="1952" y="2965"/>
                    <a:pt x="1803" y="2250"/>
                  </a:cubicBezTo>
                  <a:cubicBezTo>
                    <a:pt x="1684" y="1714"/>
                    <a:pt x="1595" y="1013"/>
                    <a:pt x="1967" y="477"/>
                  </a:cubicBezTo>
                  <a:cubicBezTo>
                    <a:pt x="2235" y="105"/>
                    <a:pt x="2742" y="0"/>
                    <a:pt x="3129" y="239"/>
                  </a:cubicBezTo>
                  <a:cubicBezTo>
                    <a:pt x="4217" y="850"/>
                    <a:pt x="4381" y="2295"/>
                    <a:pt x="3934" y="329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2"/>
            <p:cNvSpPr/>
            <p:nvPr/>
          </p:nvSpPr>
          <p:spPr>
            <a:xfrm>
              <a:off x="3840355" y="3006635"/>
              <a:ext cx="922507" cy="1017644"/>
            </a:xfrm>
            <a:custGeom>
              <a:avLst/>
              <a:gdLst/>
              <a:ahLst/>
              <a:cxnLst/>
              <a:rect l="l" t="t" r="r" b="b"/>
              <a:pathLst>
                <a:path w="35829" h="39524" extrusionOk="0">
                  <a:moveTo>
                    <a:pt x="23732" y="35442"/>
                  </a:moveTo>
                  <a:cubicBezTo>
                    <a:pt x="23002" y="35338"/>
                    <a:pt x="22272" y="35219"/>
                    <a:pt x="21542" y="35070"/>
                  </a:cubicBezTo>
                  <a:cubicBezTo>
                    <a:pt x="15628" y="33788"/>
                    <a:pt x="10816" y="30630"/>
                    <a:pt x="6793" y="26191"/>
                  </a:cubicBezTo>
                  <a:cubicBezTo>
                    <a:pt x="6317" y="25639"/>
                    <a:pt x="5855" y="25058"/>
                    <a:pt x="5438" y="24463"/>
                  </a:cubicBezTo>
                  <a:cubicBezTo>
                    <a:pt x="3129" y="21453"/>
                    <a:pt x="1520" y="17967"/>
                    <a:pt x="730" y="14258"/>
                  </a:cubicBezTo>
                  <a:cubicBezTo>
                    <a:pt x="0" y="10787"/>
                    <a:pt x="104" y="7360"/>
                    <a:pt x="1177" y="3978"/>
                  </a:cubicBezTo>
                  <a:cubicBezTo>
                    <a:pt x="1490" y="3010"/>
                    <a:pt x="1967" y="2131"/>
                    <a:pt x="2756" y="1520"/>
                  </a:cubicBezTo>
                  <a:cubicBezTo>
                    <a:pt x="4365" y="284"/>
                    <a:pt x="6138" y="1"/>
                    <a:pt x="7970" y="910"/>
                  </a:cubicBezTo>
                  <a:cubicBezTo>
                    <a:pt x="9833" y="1848"/>
                    <a:pt x="10697" y="3427"/>
                    <a:pt x="10622" y="5498"/>
                  </a:cubicBezTo>
                  <a:cubicBezTo>
                    <a:pt x="10592" y="6258"/>
                    <a:pt x="10577" y="7018"/>
                    <a:pt x="10577" y="7762"/>
                  </a:cubicBezTo>
                  <a:cubicBezTo>
                    <a:pt x="10652" y="13319"/>
                    <a:pt x="13170" y="17699"/>
                    <a:pt x="17103" y="21409"/>
                  </a:cubicBezTo>
                  <a:cubicBezTo>
                    <a:pt x="18205" y="22436"/>
                    <a:pt x="19456" y="23286"/>
                    <a:pt x="20842" y="23941"/>
                  </a:cubicBezTo>
                  <a:cubicBezTo>
                    <a:pt x="22242" y="24612"/>
                    <a:pt x="23687" y="25267"/>
                    <a:pt x="25222" y="25476"/>
                  </a:cubicBezTo>
                  <a:cubicBezTo>
                    <a:pt x="26116" y="25610"/>
                    <a:pt x="27412" y="25058"/>
                    <a:pt x="28320" y="24895"/>
                  </a:cubicBezTo>
                  <a:cubicBezTo>
                    <a:pt x="29408" y="24686"/>
                    <a:pt x="31121" y="24507"/>
                    <a:pt x="31360" y="25207"/>
                  </a:cubicBezTo>
                  <a:cubicBezTo>
                    <a:pt x="31553" y="25774"/>
                    <a:pt x="30227" y="26444"/>
                    <a:pt x="29393" y="26861"/>
                  </a:cubicBezTo>
                  <a:cubicBezTo>
                    <a:pt x="31285" y="28619"/>
                    <a:pt x="33356" y="30332"/>
                    <a:pt x="34652" y="32418"/>
                  </a:cubicBezTo>
                  <a:cubicBezTo>
                    <a:pt x="35054" y="33058"/>
                    <a:pt x="35829" y="34280"/>
                    <a:pt x="35352" y="34682"/>
                  </a:cubicBezTo>
                  <a:cubicBezTo>
                    <a:pt x="34503" y="35412"/>
                    <a:pt x="32790" y="33237"/>
                    <a:pt x="31538" y="32626"/>
                  </a:cubicBezTo>
                  <a:cubicBezTo>
                    <a:pt x="32104" y="33967"/>
                    <a:pt x="34384" y="36217"/>
                    <a:pt x="33460" y="37260"/>
                  </a:cubicBezTo>
                  <a:cubicBezTo>
                    <a:pt x="32566" y="37900"/>
                    <a:pt x="31687" y="36232"/>
                    <a:pt x="30376" y="35531"/>
                  </a:cubicBezTo>
                  <a:cubicBezTo>
                    <a:pt x="30883" y="36172"/>
                    <a:pt x="32268" y="38079"/>
                    <a:pt x="31598" y="38645"/>
                  </a:cubicBezTo>
                  <a:cubicBezTo>
                    <a:pt x="31106" y="39062"/>
                    <a:pt x="30272" y="38109"/>
                    <a:pt x="29825" y="37751"/>
                  </a:cubicBezTo>
                  <a:cubicBezTo>
                    <a:pt x="29289" y="37349"/>
                    <a:pt x="28767" y="36813"/>
                    <a:pt x="28097" y="36440"/>
                  </a:cubicBezTo>
                  <a:cubicBezTo>
                    <a:pt x="28171" y="37006"/>
                    <a:pt x="28574" y="39047"/>
                    <a:pt x="27978" y="39256"/>
                  </a:cubicBezTo>
                  <a:cubicBezTo>
                    <a:pt x="27233" y="39524"/>
                    <a:pt x="26771" y="38392"/>
                    <a:pt x="26443" y="37811"/>
                  </a:cubicBezTo>
                  <a:cubicBezTo>
                    <a:pt x="26130" y="37230"/>
                    <a:pt x="25877" y="36336"/>
                    <a:pt x="25475" y="36053"/>
                  </a:cubicBezTo>
                  <a:cubicBezTo>
                    <a:pt x="25117" y="35785"/>
                    <a:pt x="24432" y="35591"/>
                    <a:pt x="23732" y="3544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2"/>
            <p:cNvSpPr/>
            <p:nvPr/>
          </p:nvSpPr>
          <p:spPr>
            <a:xfrm>
              <a:off x="5060829" y="3062633"/>
              <a:ext cx="286158" cy="260101"/>
            </a:xfrm>
            <a:custGeom>
              <a:avLst/>
              <a:gdLst/>
              <a:ahLst/>
              <a:cxnLst/>
              <a:rect l="l" t="t" r="r" b="b"/>
              <a:pathLst>
                <a:path w="11114" h="10102" extrusionOk="0">
                  <a:moveTo>
                    <a:pt x="3486" y="2742"/>
                  </a:moveTo>
                  <a:cubicBezTo>
                    <a:pt x="4618" y="2384"/>
                    <a:pt x="5855" y="2727"/>
                    <a:pt x="6644" y="3606"/>
                  </a:cubicBezTo>
                  <a:cubicBezTo>
                    <a:pt x="7777" y="3442"/>
                    <a:pt x="8805" y="4038"/>
                    <a:pt x="9043" y="4708"/>
                  </a:cubicBezTo>
                  <a:cubicBezTo>
                    <a:pt x="9147" y="4589"/>
                    <a:pt x="9415" y="4649"/>
                    <a:pt x="9535" y="4708"/>
                  </a:cubicBezTo>
                  <a:cubicBezTo>
                    <a:pt x="10324" y="5081"/>
                    <a:pt x="11054" y="5304"/>
                    <a:pt x="11084" y="6496"/>
                  </a:cubicBezTo>
                  <a:cubicBezTo>
                    <a:pt x="11114" y="7465"/>
                    <a:pt x="9535" y="10101"/>
                    <a:pt x="8432" y="9416"/>
                  </a:cubicBezTo>
                  <a:cubicBezTo>
                    <a:pt x="8164" y="9222"/>
                    <a:pt x="8075" y="8880"/>
                    <a:pt x="8194" y="8567"/>
                  </a:cubicBezTo>
                  <a:cubicBezTo>
                    <a:pt x="7747" y="9252"/>
                    <a:pt x="6093" y="9535"/>
                    <a:pt x="6183" y="7911"/>
                  </a:cubicBezTo>
                  <a:cubicBezTo>
                    <a:pt x="6019" y="8239"/>
                    <a:pt x="5751" y="8507"/>
                    <a:pt x="5408" y="8641"/>
                  </a:cubicBezTo>
                  <a:cubicBezTo>
                    <a:pt x="4320" y="8999"/>
                    <a:pt x="3695" y="7897"/>
                    <a:pt x="3814" y="6645"/>
                  </a:cubicBezTo>
                  <a:cubicBezTo>
                    <a:pt x="3576" y="6615"/>
                    <a:pt x="3337" y="6556"/>
                    <a:pt x="3114" y="6466"/>
                  </a:cubicBezTo>
                  <a:cubicBezTo>
                    <a:pt x="2026" y="5960"/>
                    <a:pt x="119" y="3964"/>
                    <a:pt x="45" y="2206"/>
                  </a:cubicBezTo>
                  <a:cubicBezTo>
                    <a:pt x="0" y="1208"/>
                    <a:pt x="805" y="1"/>
                    <a:pt x="2011" y="701"/>
                  </a:cubicBezTo>
                  <a:cubicBezTo>
                    <a:pt x="2652" y="1073"/>
                    <a:pt x="3069" y="2087"/>
                    <a:pt x="3471" y="2742"/>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2"/>
            <p:cNvSpPr/>
            <p:nvPr/>
          </p:nvSpPr>
          <p:spPr>
            <a:xfrm>
              <a:off x="5057740" y="3077592"/>
              <a:ext cx="85585" cy="152322"/>
            </a:xfrm>
            <a:custGeom>
              <a:avLst/>
              <a:gdLst/>
              <a:ahLst/>
              <a:cxnLst/>
              <a:rect l="l" t="t" r="r" b="b"/>
              <a:pathLst>
                <a:path w="3324" h="5916" extrusionOk="0">
                  <a:moveTo>
                    <a:pt x="1044" y="1"/>
                  </a:moveTo>
                  <a:cubicBezTo>
                    <a:pt x="433" y="2235"/>
                    <a:pt x="2012" y="4962"/>
                    <a:pt x="3323" y="5915"/>
                  </a:cubicBezTo>
                  <a:cubicBezTo>
                    <a:pt x="2131" y="5513"/>
                    <a:pt x="373" y="3740"/>
                    <a:pt x="135" y="1967"/>
                  </a:cubicBezTo>
                  <a:cubicBezTo>
                    <a:pt x="1" y="1029"/>
                    <a:pt x="299" y="299"/>
                    <a:pt x="10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2"/>
            <p:cNvSpPr/>
            <p:nvPr/>
          </p:nvSpPr>
          <p:spPr>
            <a:xfrm>
              <a:off x="5150581" y="3132843"/>
              <a:ext cx="51804" cy="166870"/>
            </a:xfrm>
            <a:custGeom>
              <a:avLst/>
              <a:gdLst/>
              <a:ahLst/>
              <a:cxnLst/>
              <a:rect l="l" t="t" r="r" b="b"/>
              <a:pathLst>
                <a:path w="2012" h="6481" extrusionOk="0">
                  <a:moveTo>
                    <a:pt x="0" y="15"/>
                  </a:moveTo>
                  <a:cubicBezTo>
                    <a:pt x="671" y="134"/>
                    <a:pt x="1281" y="998"/>
                    <a:pt x="1371" y="2309"/>
                  </a:cubicBezTo>
                  <a:cubicBezTo>
                    <a:pt x="1445" y="3412"/>
                    <a:pt x="775" y="4648"/>
                    <a:pt x="1043" y="5408"/>
                  </a:cubicBezTo>
                  <a:cubicBezTo>
                    <a:pt x="1162" y="5825"/>
                    <a:pt x="1609" y="6048"/>
                    <a:pt x="2011" y="5885"/>
                  </a:cubicBezTo>
                  <a:cubicBezTo>
                    <a:pt x="685" y="6481"/>
                    <a:pt x="104" y="5125"/>
                    <a:pt x="343" y="3918"/>
                  </a:cubicBezTo>
                  <a:cubicBezTo>
                    <a:pt x="507" y="3859"/>
                    <a:pt x="641" y="3710"/>
                    <a:pt x="685" y="3546"/>
                  </a:cubicBezTo>
                  <a:cubicBezTo>
                    <a:pt x="1043" y="2458"/>
                    <a:pt x="343" y="1013"/>
                    <a:pt x="0" y="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2"/>
            <p:cNvSpPr/>
            <p:nvPr/>
          </p:nvSpPr>
          <p:spPr>
            <a:xfrm>
              <a:off x="5216929" y="3155474"/>
              <a:ext cx="59863" cy="153455"/>
            </a:xfrm>
            <a:custGeom>
              <a:avLst/>
              <a:gdLst/>
              <a:ahLst/>
              <a:cxnLst/>
              <a:rect l="l" t="t" r="r" b="b"/>
              <a:pathLst>
                <a:path w="2325" h="5960" extrusionOk="0">
                  <a:moveTo>
                    <a:pt x="596" y="0"/>
                  </a:moveTo>
                  <a:cubicBezTo>
                    <a:pt x="2324" y="968"/>
                    <a:pt x="641" y="3412"/>
                    <a:pt x="969" y="4618"/>
                  </a:cubicBezTo>
                  <a:cubicBezTo>
                    <a:pt x="1148" y="5110"/>
                    <a:pt x="1743" y="5274"/>
                    <a:pt x="2146" y="4961"/>
                  </a:cubicBezTo>
                  <a:cubicBezTo>
                    <a:pt x="1371" y="5959"/>
                    <a:pt x="0" y="5765"/>
                    <a:pt x="90" y="4454"/>
                  </a:cubicBezTo>
                  <a:cubicBezTo>
                    <a:pt x="120" y="4037"/>
                    <a:pt x="388" y="3471"/>
                    <a:pt x="552" y="2875"/>
                  </a:cubicBezTo>
                  <a:cubicBezTo>
                    <a:pt x="775" y="1996"/>
                    <a:pt x="924" y="1102"/>
                    <a:pt x="581" y="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2"/>
            <p:cNvSpPr/>
            <p:nvPr/>
          </p:nvSpPr>
          <p:spPr>
            <a:xfrm>
              <a:off x="5262191" y="3183846"/>
              <a:ext cx="61382" cy="132368"/>
            </a:xfrm>
            <a:custGeom>
              <a:avLst/>
              <a:gdLst/>
              <a:ahLst/>
              <a:cxnLst/>
              <a:rect l="l" t="t" r="r" b="b"/>
              <a:pathLst>
                <a:path w="2384" h="5141" extrusionOk="0">
                  <a:moveTo>
                    <a:pt x="1222" y="0"/>
                  </a:moveTo>
                  <a:cubicBezTo>
                    <a:pt x="2384" y="999"/>
                    <a:pt x="1103" y="3248"/>
                    <a:pt x="1088" y="4008"/>
                  </a:cubicBezTo>
                  <a:cubicBezTo>
                    <a:pt x="1088" y="4410"/>
                    <a:pt x="1594" y="4753"/>
                    <a:pt x="1833" y="4440"/>
                  </a:cubicBezTo>
                  <a:cubicBezTo>
                    <a:pt x="1282" y="5140"/>
                    <a:pt x="0" y="4961"/>
                    <a:pt x="388" y="3859"/>
                  </a:cubicBezTo>
                  <a:cubicBezTo>
                    <a:pt x="879" y="2771"/>
                    <a:pt x="1505" y="1669"/>
                    <a:pt x="1222" y="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2"/>
            <p:cNvSpPr/>
            <p:nvPr/>
          </p:nvSpPr>
          <p:spPr>
            <a:xfrm>
              <a:off x="5551388" y="2758363"/>
              <a:ext cx="387423" cy="442291"/>
            </a:xfrm>
            <a:custGeom>
              <a:avLst/>
              <a:gdLst/>
              <a:ahLst/>
              <a:cxnLst/>
              <a:rect l="l" t="t" r="r" b="b"/>
              <a:pathLst>
                <a:path w="15047" h="17178" extrusionOk="0">
                  <a:moveTo>
                    <a:pt x="1907" y="2325"/>
                  </a:moveTo>
                  <a:cubicBezTo>
                    <a:pt x="1997" y="2042"/>
                    <a:pt x="1535" y="1773"/>
                    <a:pt x="1416" y="1386"/>
                  </a:cubicBezTo>
                  <a:cubicBezTo>
                    <a:pt x="1252" y="880"/>
                    <a:pt x="1505" y="1"/>
                    <a:pt x="2205" y="75"/>
                  </a:cubicBezTo>
                  <a:cubicBezTo>
                    <a:pt x="3576" y="209"/>
                    <a:pt x="4231" y="2116"/>
                    <a:pt x="4231" y="3233"/>
                  </a:cubicBezTo>
                  <a:cubicBezTo>
                    <a:pt x="4440" y="3487"/>
                    <a:pt x="4842" y="3606"/>
                    <a:pt x="5095" y="3829"/>
                  </a:cubicBezTo>
                  <a:cubicBezTo>
                    <a:pt x="4946" y="3218"/>
                    <a:pt x="4812" y="984"/>
                    <a:pt x="6034" y="1192"/>
                  </a:cubicBezTo>
                  <a:cubicBezTo>
                    <a:pt x="7196" y="1371"/>
                    <a:pt x="7196" y="3487"/>
                    <a:pt x="6496" y="4783"/>
                  </a:cubicBezTo>
                  <a:cubicBezTo>
                    <a:pt x="6913" y="5319"/>
                    <a:pt x="7554" y="5751"/>
                    <a:pt x="7986" y="6287"/>
                  </a:cubicBezTo>
                  <a:cubicBezTo>
                    <a:pt x="7941" y="5110"/>
                    <a:pt x="8477" y="3189"/>
                    <a:pt x="9565" y="3248"/>
                  </a:cubicBezTo>
                  <a:cubicBezTo>
                    <a:pt x="9907" y="3278"/>
                    <a:pt x="10235" y="3457"/>
                    <a:pt x="10459" y="3725"/>
                  </a:cubicBezTo>
                  <a:cubicBezTo>
                    <a:pt x="11293" y="4753"/>
                    <a:pt x="10131" y="7062"/>
                    <a:pt x="9237" y="7703"/>
                  </a:cubicBezTo>
                  <a:cubicBezTo>
                    <a:pt x="9460" y="8075"/>
                    <a:pt x="9758" y="8418"/>
                    <a:pt x="10012" y="8790"/>
                  </a:cubicBezTo>
                  <a:cubicBezTo>
                    <a:pt x="10339" y="7792"/>
                    <a:pt x="11784" y="6362"/>
                    <a:pt x="12634" y="7449"/>
                  </a:cubicBezTo>
                  <a:cubicBezTo>
                    <a:pt x="13334" y="8343"/>
                    <a:pt x="11650" y="10042"/>
                    <a:pt x="10891" y="10161"/>
                  </a:cubicBezTo>
                  <a:cubicBezTo>
                    <a:pt x="11352" y="10950"/>
                    <a:pt x="11755" y="11770"/>
                    <a:pt x="12097" y="12619"/>
                  </a:cubicBezTo>
                  <a:cubicBezTo>
                    <a:pt x="12574" y="12053"/>
                    <a:pt x="14183" y="11367"/>
                    <a:pt x="14600" y="12276"/>
                  </a:cubicBezTo>
                  <a:cubicBezTo>
                    <a:pt x="15047" y="13244"/>
                    <a:pt x="13438" y="14049"/>
                    <a:pt x="12634" y="14019"/>
                  </a:cubicBezTo>
                  <a:cubicBezTo>
                    <a:pt x="12678" y="14362"/>
                    <a:pt x="12812" y="14809"/>
                    <a:pt x="12902" y="15271"/>
                  </a:cubicBezTo>
                  <a:cubicBezTo>
                    <a:pt x="13006" y="15822"/>
                    <a:pt x="13349" y="17177"/>
                    <a:pt x="12455" y="17163"/>
                  </a:cubicBezTo>
                  <a:cubicBezTo>
                    <a:pt x="11710" y="17133"/>
                    <a:pt x="11814" y="16358"/>
                    <a:pt x="11755" y="15837"/>
                  </a:cubicBezTo>
                  <a:cubicBezTo>
                    <a:pt x="11695" y="15345"/>
                    <a:pt x="11576" y="14853"/>
                    <a:pt x="11427" y="14362"/>
                  </a:cubicBezTo>
                  <a:cubicBezTo>
                    <a:pt x="10816" y="14377"/>
                    <a:pt x="9982" y="14779"/>
                    <a:pt x="9192" y="14466"/>
                  </a:cubicBezTo>
                  <a:cubicBezTo>
                    <a:pt x="7539" y="13811"/>
                    <a:pt x="9237" y="12023"/>
                    <a:pt x="10801" y="12812"/>
                  </a:cubicBezTo>
                  <a:cubicBezTo>
                    <a:pt x="10742" y="12202"/>
                    <a:pt x="10146" y="11427"/>
                    <a:pt x="9878" y="10757"/>
                  </a:cubicBezTo>
                  <a:cubicBezTo>
                    <a:pt x="9371" y="11218"/>
                    <a:pt x="6704" y="11501"/>
                    <a:pt x="7002" y="10146"/>
                  </a:cubicBezTo>
                  <a:cubicBezTo>
                    <a:pt x="7181" y="9386"/>
                    <a:pt x="8090" y="9297"/>
                    <a:pt x="8820" y="9326"/>
                  </a:cubicBezTo>
                  <a:cubicBezTo>
                    <a:pt x="8984" y="9058"/>
                    <a:pt x="8477" y="8745"/>
                    <a:pt x="8358" y="8477"/>
                  </a:cubicBezTo>
                  <a:cubicBezTo>
                    <a:pt x="7479" y="8701"/>
                    <a:pt x="5647" y="9848"/>
                    <a:pt x="4380" y="9133"/>
                  </a:cubicBezTo>
                  <a:cubicBezTo>
                    <a:pt x="3397" y="8596"/>
                    <a:pt x="4470" y="7494"/>
                    <a:pt x="5155" y="7226"/>
                  </a:cubicBezTo>
                  <a:cubicBezTo>
                    <a:pt x="5811" y="6988"/>
                    <a:pt x="6481" y="7017"/>
                    <a:pt x="7166" y="7062"/>
                  </a:cubicBezTo>
                  <a:cubicBezTo>
                    <a:pt x="6809" y="6526"/>
                    <a:pt x="6257" y="6079"/>
                    <a:pt x="5796" y="5602"/>
                  </a:cubicBezTo>
                  <a:cubicBezTo>
                    <a:pt x="4932" y="6168"/>
                    <a:pt x="3486" y="7226"/>
                    <a:pt x="2176" y="6123"/>
                  </a:cubicBezTo>
                  <a:cubicBezTo>
                    <a:pt x="2176" y="4902"/>
                    <a:pt x="3501" y="4723"/>
                    <a:pt x="4455" y="4664"/>
                  </a:cubicBezTo>
                  <a:cubicBezTo>
                    <a:pt x="3531" y="3695"/>
                    <a:pt x="1609" y="4812"/>
                    <a:pt x="403" y="3621"/>
                  </a:cubicBezTo>
                  <a:cubicBezTo>
                    <a:pt x="75" y="3338"/>
                    <a:pt x="0" y="2846"/>
                    <a:pt x="239" y="2474"/>
                  </a:cubicBezTo>
                  <a:cubicBezTo>
                    <a:pt x="507" y="2056"/>
                    <a:pt x="1207" y="2131"/>
                    <a:pt x="1907" y="232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9" name="Google Shape;1719;p42"/>
          <p:cNvSpPr/>
          <p:nvPr/>
        </p:nvSpPr>
        <p:spPr>
          <a:xfrm flipH="1">
            <a:off x="2461632" y="441501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2"/>
          <p:cNvSpPr/>
          <p:nvPr/>
        </p:nvSpPr>
        <p:spPr>
          <a:xfrm flipH="1">
            <a:off x="8684480" y="1429860"/>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2"/>
          <p:cNvSpPr/>
          <p:nvPr/>
        </p:nvSpPr>
        <p:spPr>
          <a:xfrm flipH="1">
            <a:off x="5726828" y="552221"/>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5"/>
        <p:cNvGrpSpPr/>
        <p:nvPr/>
      </p:nvGrpSpPr>
      <p:grpSpPr>
        <a:xfrm>
          <a:off x="0" y="0"/>
          <a:ext cx="0" cy="0"/>
          <a:chOff x="0" y="0"/>
          <a:chExt cx="0" cy="0"/>
        </a:xfrm>
      </p:grpSpPr>
      <p:sp>
        <p:nvSpPr>
          <p:cNvPr id="1726" name="Google Shape;1726;p43"/>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CONTENTS OF THIS TEMPLATE</a:t>
            </a:r>
            <a:endParaRPr/>
          </a:p>
        </p:txBody>
      </p:sp>
      <p:graphicFrame>
        <p:nvGraphicFramePr>
          <p:cNvPr id="1727" name="Google Shape;1727;p43"/>
          <p:cNvGraphicFramePr/>
          <p:nvPr/>
        </p:nvGraphicFramePr>
        <p:xfrm>
          <a:off x="720000" y="1753403"/>
          <a:ext cx="3000000" cy="3000000"/>
        </p:xfrm>
        <a:graphic>
          <a:graphicData uri="http://schemas.openxmlformats.org/drawingml/2006/table">
            <a:tbl>
              <a:tblPr>
                <a:noFill/>
                <a:tableStyleId>{C8F3F221-4C0E-4456-83DF-95483FEC6662}</a:tableStyleId>
              </a:tblPr>
              <a:tblGrid>
                <a:gridCol w="2245950">
                  <a:extLst>
                    <a:ext uri="{9D8B030D-6E8A-4147-A177-3AD203B41FA5}">
                      <a16:colId xmlns:a16="http://schemas.microsoft.com/office/drawing/2014/main" val="20000"/>
                    </a:ext>
                  </a:extLst>
                </a:gridCol>
                <a:gridCol w="5458050">
                  <a:extLst>
                    <a:ext uri="{9D8B030D-6E8A-4147-A177-3AD203B41FA5}">
                      <a16:colId xmlns:a16="http://schemas.microsoft.com/office/drawing/2014/main" val="20001"/>
                    </a:ext>
                  </a:extLst>
                </a:gridCol>
              </a:tblGrid>
              <a:tr h="371225">
                <a:tc>
                  <a:txBody>
                    <a:bodyPr/>
                    <a:lstStyle/>
                    <a:p>
                      <a:pPr marL="0" lvl="0" indent="0" algn="l" rtl="0">
                        <a:spcBef>
                          <a:spcPts val="0"/>
                        </a:spcBef>
                        <a:spcAft>
                          <a:spcPts val="0"/>
                        </a:spcAft>
                        <a:buNone/>
                      </a:pPr>
                      <a:r>
                        <a:rPr lang="en" sz="1300">
                          <a:solidFill>
                            <a:schemeClr val="accent1"/>
                          </a:solidFill>
                          <a:uFill>
                            <a:noFill/>
                          </a:uFill>
                          <a:latin typeface="Chewy"/>
                          <a:ea typeface="Chewy"/>
                          <a:cs typeface="Chewy"/>
                          <a:sym typeface="Chewy"/>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300">
                        <a:solidFill>
                          <a:schemeClr val="accent1"/>
                        </a:solidFill>
                        <a:latin typeface="Chewy"/>
                        <a:ea typeface="Chewy"/>
                        <a:cs typeface="Chewy"/>
                        <a:sym typeface="Chewy"/>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BeeZee"/>
                          <a:ea typeface="ABeeZee"/>
                          <a:cs typeface="ABeeZee"/>
                          <a:sym typeface="ABeeZee"/>
                        </a:rPr>
                        <a:t>To view this template correctly in PowerPoint, download and install the fonts we used</a:t>
                      </a:r>
                      <a:endParaRPr sz="1000">
                        <a:solidFill>
                          <a:schemeClr val="dk1"/>
                        </a:solidFill>
                        <a:latin typeface="ABeeZee"/>
                        <a:ea typeface="ABeeZee"/>
                        <a:cs typeface="ABeeZee"/>
                        <a:sym typeface="ABeeZe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371225">
                <a:tc>
                  <a:txBody>
                    <a:bodyPr/>
                    <a:lstStyle/>
                    <a:p>
                      <a:pPr marL="0" lvl="0" indent="0" algn="l" rtl="0">
                        <a:spcBef>
                          <a:spcPts val="0"/>
                        </a:spcBef>
                        <a:spcAft>
                          <a:spcPts val="0"/>
                        </a:spcAft>
                        <a:buNone/>
                      </a:pPr>
                      <a:r>
                        <a:rPr lang="en" sz="1300">
                          <a:solidFill>
                            <a:schemeClr val="accent1"/>
                          </a:solidFill>
                          <a:uFill>
                            <a:noFill/>
                          </a:uFill>
                          <a:latin typeface="Chewy"/>
                          <a:ea typeface="Chewy"/>
                          <a:cs typeface="Chewy"/>
                          <a:sym typeface="Chewy"/>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 </a:t>
                      </a:r>
                      <a:r>
                        <a:rPr lang="en" sz="1300">
                          <a:solidFill>
                            <a:schemeClr val="accent1"/>
                          </a:solidFill>
                          <a:latin typeface="Chewy"/>
                          <a:ea typeface="Chewy"/>
                          <a:cs typeface="Chewy"/>
                          <a:sym typeface="Chewy"/>
                        </a:rPr>
                        <a:t>and </a:t>
                      </a:r>
                      <a:r>
                        <a:rPr lang="en" sz="1300">
                          <a:solidFill>
                            <a:schemeClr val="accent1"/>
                          </a:solidFill>
                          <a:uFill>
                            <a:noFill/>
                          </a:uFill>
                          <a:latin typeface="Chewy"/>
                          <a:ea typeface="Chewy"/>
                          <a:cs typeface="Chewy"/>
                          <a:sym typeface="Chewy"/>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a:t>
                      </a:r>
                      <a:r>
                        <a:rPr lang="en" sz="1300">
                          <a:solidFill>
                            <a:schemeClr val="accent1"/>
                          </a:solidFill>
                          <a:uFill>
                            <a:noFill/>
                          </a:uFill>
                          <a:latin typeface="Chewy"/>
                          <a:ea typeface="Chewy"/>
                          <a:cs typeface="Chewy"/>
                          <a:sym typeface="Chewy"/>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resources</a:t>
                      </a:r>
                      <a:endParaRPr sz="1300">
                        <a:solidFill>
                          <a:schemeClr val="accent1"/>
                        </a:solidFill>
                        <a:latin typeface="Chewy"/>
                        <a:ea typeface="Chewy"/>
                        <a:cs typeface="Chewy"/>
                        <a:sym typeface="Chewy"/>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ABeeZee"/>
                          <a:ea typeface="ABeeZee"/>
                          <a:cs typeface="ABeeZee"/>
                          <a:sym typeface="ABeeZee"/>
                        </a:rPr>
                        <a:t>An assortment of graphic resources that are suitable for use in this presentation</a:t>
                      </a:r>
                      <a:endParaRPr sz="1000">
                        <a:solidFill>
                          <a:schemeClr val="dk1"/>
                        </a:solidFill>
                        <a:latin typeface="ABeeZee"/>
                        <a:ea typeface="ABeeZee"/>
                        <a:cs typeface="ABeeZee"/>
                        <a:sym typeface="ABeeZe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371225">
                <a:tc>
                  <a:txBody>
                    <a:bodyPr/>
                    <a:lstStyle/>
                    <a:p>
                      <a:pPr marL="0" lvl="0" indent="0" algn="l" rtl="0">
                        <a:spcBef>
                          <a:spcPts val="0"/>
                        </a:spcBef>
                        <a:spcAft>
                          <a:spcPts val="0"/>
                        </a:spcAft>
                        <a:buNone/>
                      </a:pPr>
                      <a:r>
                        <a:rPr lang="en" sz="1300">
                          <a:solidFill>
                            <a:schemeClr val="accent1"/>
                          </a:solidFill>
                          <a:uFill>
                            <a:noFill/>
                          </a:uFill>
                          <a:latin typeface="Chewy"/>
                          <a:ea typeface="Chewy"/>
                          <a:cs typeface="Chewy"/>
                          <a:sym typeface="Chewy"/>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300">
                        <a:solidFill>
                          <a:schemeClr val="accent1"/>
                        </a:solidFill>
                        <a:latin typeface="Chewy"/>
                        <a:ea typeface="Chewy"/>
                        <a:cs typeface="Chewy"/>
                        <a:sym typeface="Chewy"/>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BeeZee"/>
                          <a:ea typeface="ABeeZee"/>
                          <a:cs typeface="ABeeZee"/>
                          <a:sym typeface="ABeeZee"/>
                        </a:rPr>
                        <a:t>You must keep it so that proper credits for our design are given</a:t>
                      </a:r>
                      <a:endParaRPr sz="1000">
                        <a:solidFill>
                          <a:schemeClr val="dk1"/>
                        </a:solidFill>
                        <a:latin typeface="ABeeZee"/>
                        <a:ea typeface="ABeeZee"/>
                        <a:cs typeface="ABeeZee"/>
                        <a:sym typeface="ABeeZe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371225">
                <a:tc>
                  <a:txBody>
                    <a:bodyPr/>
                    <a:lstStyle/>
                    <a:p>
                      <a:pPr marL="0" lvl="0" indent="0" algn="l" rtl="0">
                        <a:spcBef>
                          <a:spcPts val="0"/>
                        </a:spcBef>
                        <a:spcAft>
                          <a:spcPts val="0"/>
                        </a:spcAft>
                        <a:buNone/>
                      </a:pPr>
                      <a:r>
                        <a:rPr lang="en" sz="1300">
                          <a:solidFill>
                            <a:schemeClr val="accent1"/>
                          </a:solidFill>
                          <a:uFill>
                            <a:noFill/>
                          </a:uFill>
                          <a:latin typeface="Chewy"/>
                          <a:ea typeface="Chewy"/>
                          <a:cs typeface="Chewy"/>
                          <a:sym typeface="Chewy"/>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300">
                        <a:solidFill>
                          <a:schemeClr val="accent1"/>
                        </a:solidFill>
                        <a:latin typeface="Chewy"/>
                        <a:ea typeface="Chewy"/>
                        <a:cs typeface="Chewy"/>
                        <a:sym typeface="Chewy"/>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BeeZee"/>
                          <a:ea typeface="ABeeZee"/>
                          <a:cs typeface="ABeeZee"/>
                          <a:sym typeface="ABeeZee"/>
                        </a:rPr>
                        <a:t>All the colors used in this presentation</a:t>
                      </a:r>
                      <a:endParaRPr sz="1000">
                        <a:solidFill>
                          <a:schemeClr val="dk1"/>
                        </a:solidFill>
                        <a:latin typeface="ABeeZee"/>
                        <a:ea typeface="ABeeZee"/>
                        <a:cs typeface="ABeeZee"/>
                        <a:sym typeface="ABeeZe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r h="371225">
                <a:tc>
                  <a:txBody>
                    <a:bodyPr/>
                    <a:lstStyle/>
                    <a:p>
                      <a:pPr marL="0" lvl="0" indent="0" algn="l" rtl="0">
                        <a:spcBef>
                          <a:spcPts val="0"/>
                        </a:spcBef>
                        <a:spcAft>
                          <a:spcPts val="0"/>
                        </a:spcAft>
                        <a:buNone/>
                      </a:pPr>
                      <a:r>
                        <a:rPr lang="en" sz="1300">
                          <a:solidFill>
                            <a:schemeClr val="accent1"/>
                          </a:solidFill>
                          <a:uFill>
                            <a:noFill/>
                          </a:uFill>
                          <a:latin typeface="Chewy"/>
                          <a:ea typeface="Chewy"/>
                          <a:cs typeface="Chewy"/>
                          <a:sym typeface="Chewy"/>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Icons </a:t>
                      </a:r>
                      <a:r>
                        <a:rPr lang="en" sz="1300">
                          <a:solidFill>
                            <a:schemeClr val="accent1"/>
                          </a:solidFill>
                          <a:latin typeface="Chewy"/>
                          <a:ea typeface="Chewy"/>
                          <a:cs typeface="Chewy"/>
                          <a:sym typeface="Chewy"/>
                        </a:rPr>
                        <a:t>and </a:t>
                      </a:r>
                      <a:r>
                        <a:rPr lang="en" sz="1300">
                          <a:solidFill>
                            <a:schemeClr val="accent1"/>
                          </a:solidFill>
                          <a:uFill>
                            <a:noFill/>
                          </a:uFill>
                          <a:latin typeface="Chewy"/>
                          <a:ea typeface="Chewy"/>
                          <a:cs typeface="Chewy"/>
                          <a:sym typeface="Chewy"/>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300">
                        <a:solidFill>
                          <a:schemeClr val="accent1"/>
                        </a:solidFill>
                        <a:latin typeface="Chewy"/>
                        <a:ea typeface="Chewy"/>
                        <a:cs typeface="Chewy"/>
                        <a:sym typeface="Chewy"/>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BeeZee"/>
                          <a:ea typeface="ABeeZee"/>
                          <a:cs typeface="ABeeZee"/>
                          <a:sym typeface="ABeeZee"/>
                        </a:rPr>
                        <a:t>These can be used in the template, and their size and color can be edited</a:t>
                      </a:r>
                      <a:endParaRPr sz="1000">
                        <a:solidFill>
                          <a:schemeClr val="dk1"/>
                        </a:solidFill>
                        <a:latin typeface="ABeeZee"/>
                        <a:ea typeface="ABeeZee"/>
                        <a:cs typeface="ABeeZee"/>
                        <a:sym typeface="ABeeZe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4"/>
                  </a:ext>
                </a:extLst>
              </a:tr>
              <a:tr h="371225">
                <a:tc>
                  <a:txBody>
                    <a:bodyPr/>
                    <a:lstStyle/>
                    <a:p>
                      <a:pPr marL="0" lvl="0" indent="0" algn="l" rtl="0">
                        <a:spcBef>
                          <a:spcPts val="0"/>
                        </a:spcBef>
                        <a:spcAft>
                          <a:spcPts val="0"/>
                        </a:spcAft>
                        <a:buNone/>
                      </a:pPr>
                      <a:r>
                        <a:rPr lang="en" sz="1300">
                          <a:solidFill>
                            <a:schemeClr val="accent1"/>
                          </a:solidFill>
                          <a:latin typeface="Chewy"/>
                          <a:ea typeface="Chewy"/>
                          <a:cs typeface="Chewy"/>
                          <a:sym typeface="Chewy"/>
                        </a:rPr>
                        <a:t>Editable presentation theme </a:t>
                      </a:r>
                      <a:endParaRPr sz="1300">
                        <a:solidFill>
                          <a:schemeClr val="accent1"/>
                        </a:solidFill>
                        <a:latin typeface="Chewy"/>
                        <a:ea typeface="Chewy"/>
                        <a:cs typeface="Chewy"/>
                        <a:sym typeface="Chewy"/>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BeeZee"/>
                          <a:ea typeface="ABeeZee"/>
                          <a:cs typeface="ABeeZee"/>
                          <a:sym typeface="ABeeZee"/>
                        </a:rPr>
                        <a:t>You can edit the master slides easily. For more info, click </a:t>
                      </a:r>
                      <a:r>
                        <a:rPr lang="en" sz="1100" b="1" u="sng">
                          <a:solidFill>
                            <a:schemeClr val="dk1"/>
                          </a:solidFill>
                          <a:latin typeface="ABeeZee"/>
                          <a:ea typeface="ABeeZee"/>
                          <a:cs typeface="ABeeZee"/>
                          <a:sym typeface="ABeeZee"/>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ABeeZee"/>
                        <a:ea typeface="ABeeZee"/>
                        <a:cs typeface="ABeeZee"/>
                        <a:sym typeface="ABeeZe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728" name="Google Shape;1728;p43"/>
          <p:cNvSpPr txBox="1"/>
          <p:nvPr/>
        </p:nvSpPr>
        <p:spPr>
          <a:xfrm>
            <a:off x="720000" y="1242936"/>
            <a:ext cx="7704000" cy="3699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a:solidFill>
                  <a:schemeClr val="dk1"/>
                </a:solidFill>
                <a:latin typeface="ABeeZee"/>
                <a:ea typeface="ABeeZee"/>
                <a:cs typeface="ABeeZee"/>
                <a:sym typeface="ABeeZee"/>
              </a:rPr>
              <a:t>You can delete this slide when you’re done editing the presentation</a:t>
            </a:r>
            <a:endParaRPr b="1">
              <a:solidFill>
                <a:schemeClr val="dk1"/>
              </a:solidFill>
              <a:latin typeface="ABeeZee"/>
              <a:ea typeface="ABeeZee"/>
              <a:cs typeface="ABeeZee"/>
              <a:sym typeface="ABeeZee"/>
            </a:endParaRPr>
          </a:p>
        </p:txBody>
      </p:sp>
      <p:sp>
        <p:nvSpPr>
          <p:cNvPr id="1729" name="Google Shape;1729;p43"/>
          <p:cNvSpPr txBox="1"/>
          <p:nvPr/>
        </p:nvSpPr>
        <p:spPr>
          <a:xfrm>
            <a:off x="720025" y="4041953"/>
            <a:ext cx="3852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ABeeZee"/>
                <a:ea typeface="ABeeZee"/>
                <a:cs typeface="ABeeZee"/>
                <a:sym typeface="ABeeZee"/>
              </a:rPr>
              <a:t>For more info:</a:t>
            </a:r>
            <a:r>
              <a:rPr lang="en" sz="800" b="1">
                <a:solidFill>
                  <a:schemeClr val="dk1"/>
                </a:solidFill>
                <a:latin typeface="ABeeZee"/>
                <a:ea typeface="ABeeZee"/>
                <a:cs typeface="ABeeZee"/>
                <a:sym typeface="ABeeZee"/>
              </a:rPr>
              <a:t/>
            </a:r>
            <a:br>
              <a:rPr lang="en" sz="800" b="1">
                <a:solidFill>
                  <a:schemeClr val="dk1"/>
                </a:solidFill>
                <a:latin typeface="ABeeZee"/>
                <a:ea typeface="ABeeZee"/>
                <a:cs typeface="ABeeZee"/>
                <a:sym typeface="ABeeZee"/>
              </a:rPr>
            </a:br>
            <a:r>
              <a:rPr lang="en" sz="1300">
                <a:solidFill>
                  <a:schemeClr val="accent1"/>
                </a:solidFill>
                <a:uFill>
                  <a:noFill/>
                </a:uFill>
                <a:latin typeface="Chewy"/>
                <a:ea typeface="Chewy"/>
                <a:cs typeface="Chewy"/>
                <a:sym typeface="Chewy"/>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300">
                <a:solidFill>
                  <a:schemeClr val="accent1"/>
                </a:solidFill>
                <a:latin typeface="Chewy"/>
                <a:ea typeface="Chewy"/>
                <a:cs typeface="Chewy"/>
                <a:sym typeface="Chewy"/>
              </a:rPr>
              <a:t>| </a:t>
            </a:r>
            <a:r>
              <a:rPr lang="en" sz="1300">
                <a:solidFill>
                  <a:schemeClr val="accent1"/>
                </a:solidFill>
                <a:uFill>
                  <a:noFill/>
                </a:uFill>
                <a:latin typeface="Chewy"/>
                <a:ea typeface="Chewy"/>
                <a:cs typeface="Chewy"/>
                <a:sym typeface="Chewy"/>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300">
                <a:solidFill>
                  <a:schemeClr val="accent1"/>
                </a:solidFill>
                <a:latin typeface="Chewy"/>
                <a:ea typeface="Chewy"/>
                <a:cs typeface="Chewy"/>
                <a:sym typeface="Chewy"/>
              </a:rPr>
              <a:t> | </a:t>
            </a:r>
            <a:r>
              <a:rPr lang="en" sz="1300">
                <a:solidFill>
                  <a:schemeClr val="accent1"/>
                </a:solidFill>
                <a:uFill>
                  <a:noFill/>
                </a:uFill>
                <a:latin typeface="Chewy"/>
                <a:ea typeface="Chewy"/>
                <a:cs typeface="Chewy"/>
                <a:sym typeface="Chewy"/>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300">
                <a:solidFill>
                  <a:schemeClr val="accent1"/>
                </a:solidFill>
                <a:latin typeface="Chewy"/>
                <a:ea typeface="Chewy"/>
                <a:cs typeface="Chewy"/>
                <a:sym typeface="Chewy"/>
              </a:rPr>
              <a:t>s</a:t>
            </a:r>
            <a:endParaRPr sz="1000" b="1">
              <a:solidFill>
                <a:schemeClr val="dk1"/>
              </a:solidFill>
              <a:latin typeface="ABeeZee"/>
              <a:ea typeface="ABeeZee"/>
              <a:cs typeface="ABeeZee"/>
              <a:sym typeface="ABeeZee"/>
            </a:endParaRPr>
          </a:p>
        </p:txBody>
      </p:sp>
      <p:sp>
        <p:nvSpPr>
          <p:cNvPr id="1730" name="Google Shape;1730;p43"/>
          <p:cNvSpPr txBox="1"/>
          <p:nvPr/>
        </p:nvSpPr>
        <p:spPr>
          <a:xfrm>
            <a:off x="4572000" y="4041953"/>
            <a:ext cx="3852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ABeeZee"/>
                <a:ea typeface="ABeeZee"/>
                <a:cs typeface="ABeeZee"/>
                <a:sym typeface="ABeeZee"/>
              </a:rPr>
              <a:t>You can visit our sister projects:</a:t>
            </a:r>
            <a:r>
              <a:rPr lang="en" sz="800" b="1">
                <a:solidFill>
                  <a:schemeClr val="dk1"/>
                </a:solidFill>
                <a:latin typeface="ABeeZee"/>
                <a:ea typeface="ABeeZee"/>
                <a:cs typeface="ABeeZee"/>
                <a:sym typeface="ABeeZee"/>
              </a:rPr>
              <a:t/>
            </a:r>
            <a:br>
              <a:rPr lang="en" sz="800" b="1">
                <a:solidFill>
                  <a:schemeClr val="dk1"/>
                </a:solidFill>
                <a:latin typeface="ABeeZee"/>
                <a:ea typeface="ABeeZee"/>
                <a:cs typeface="ABeeZee"/>
                <a:sym typeface="ABeeZee"/>
              </a:rPr>
            </a:br>
            <a:r>
              <a:rPr lang="en" sz="1300">
                <a:solidFill>
                  <a:schemeClr val="accent1"/>
                </a:solidFill>
                <a:uFill>
                  <a:noFill/>
                </a:uFill>
                <a:latin typeface="Chewy"/>
                <a:ea typeface="Chewy"/>
                <a:cs typeface="Chewy"/>
                <a:sym typeface="Chewy"/>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300">
                <a:solidFill>
                  <a:schemeClr val="accent1"/>
                </a:solidFill>
                <a:latin typeface="Chewy"/>
                <a:ea typeface="Chewy"/>
                <a:cs typeface="Chewy"/>
                <a:sym typeface="Chewy"/>
              </a:rPr>
              <a:t> | </a:t>
            </a:r>
            <a:r>
              <a:rPr lang="en" sz="1300">
                <a:solidFill>
                  <a:schemeClr val="accent1"/>
                </a:solidFill>
                <a:uFill>
                  <a:noFill/>
                </a:uFill>
                <a:latin typeface="Chewy"/>
                <a:ea typeface="Chewy"/>
                <a:cs typeface="Chewy"/>
                <a:sym typeface="Chewy"/>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300">
                <a:solidFill>
                  <a:schemeClr val="accent1"/>
                </a:solidFill>
                <a:latin typeface="Chewy"/>
                <a:ea typeface="Chewy"/>
                <a:cs typeface="Chewy"/>
                <a:sym typeface="Chewy"/>
              </a:rPr>
              <a:t> | </a:t>
            </a:r>
            <a:r>
              <a:rPr lang="en" sz="1300">
                <a:solidFill>
                  <a:schemeClr val="accent1"/>
                </a:solidFill>
                <a:uFill>
                  <a:noFill/>
                </a:uFill>
                <a:latin typeface="Chewy"/>
                <a:ea typeface="Chewy"/>
                <a:cs typeface="Chewy"/>
                <a:sym typeface="Chewy"/>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300">
                <a:solidFill>
                  <a:schemeClr val="accent1"/>
                </a:solidFill>
                <a:latin typeface="Chewy"/>
                <a:ea typeface="Chewy"/>
                <a:cs typeface="Chewy"/>
                <a:sym typeface="Chewy"/>
              </a:rPr>
              <a:t> | </a:t>
            </a:r>
            <a:r>
              <a:rPr lang="en" sz="1300">
                <a:solidFill>
                  <a:schemeClr val="accent1"/>
                </a:solidFill>
                <a:uFill>
                  <a:noFill/>
                </a:uFill>
                <a:latin typeface="Chewy"/>
                <a:ea typeface="Chewy"/>
                <a:cs typeface="Chewy"/>
                <a:sym typeface="Chewy"/>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300">
                <a:solidFill>
                  <a:schemeClr val="accent1"/>
                </a:solidFill>
                <a:latin typeface="Chewy"/>
                <a:ea typeface="Chewy"/>
                <a:cs typeface="Chewy"/>
                <a:sym typeface="Chewy"/>
              </a:rPr>
              <a:t>| </a:t>
            </a:r>
            <a:r>
              <a:rPr lang="en" sz="1300">
                <a:solidFill>
                  <a:schemeClr val="accent1"/>
                </a:solidFill>
                <a:uFill>
                  <a:noFill/>
                </a:uFill>
                <a:latin typeface="Chewy"/>
                <a:ea typeface="Chewy"/>
                <a:cs typeface="Chewy"/>
                <a:sym typeface="Chewy"/>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ABeeZee"/>
              <a:ea typeface="ABeeZee"/>
              <a:cs typeface="ABeeZee"/>
              <a:sym typeface="ABeeZee"/>
            </a:endParaRPr>
          </a:p>
          <a:p>
            <a:pPr marL="0" lvl="0" indent="0" algn="ctr" rtl="0">
              <a:spcBef>
                <a:spcPts val="0"/>
              </a:spcBef>
              <a:spcAft>
                <a:spcPts val="0"/>
              </a:spcAft>
              <a:buNone/>
            </a:pPr>
            <a:endParaRPr sz="1000" b="1">
              <a:solidFill>
                <a:schemeClr val="dk1"/>
              </a:solidFill>
              <a:latin typeface="ABeeZee"/>
              <a:ea typeface="ABeeZee"/>
              <a:cs typeface="ABeeZee"/>
              <a:sym typeface="ABeeZee"/>
            </a:endParaRPr>
          </a:p>
        </p:txBody>
      </p:sp>
      <p:sp>
        <p:nvSpPr>
          <p:cNvPr id="1731" name="Google Shape;1731;p43"/>
          <p:cNvSpPr/>
          <p:nvPr/>
        </p:nvSpPr>
        <p:spPr>
          <a:xfrm>
            <a:off x="7153561" y="952310"/>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3"/>
          <p:cNvSpPr/>
          <p:nvPr/>
        </p:nvSpPr>
        <p:spPr>
          <a:xfrm>
            <a:off x="7792678" y="1242928"/>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6"/>
        <p:cNvGrpSpPr/>
        <p:nvPr/>
      </p:nvGrpSpPr>
      <p:grpSpPr>
        <a:xfrm>
          <a:off x="0" y="0"/>
          <a:ext cx="0" cy="0"/>
          <a:chOff x="0" y="0"/>
          <a:chExt cx="0" cy="0"/>
        </a:xfrm>
      </p:grpSpPr>
      <p:sp>
        <p:nvSpPr>
          <p:cNvPr id="1737" name="Google Shape;1737;p44"/>
          <p:cNvSpPr/>
          <p:nvPr/>
        </p:nvSpPr>
        <p:spPr>
          <a:xfrm>
            <a:off x="4721715" y="3189825"/>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4"/>
          <p:cNvSpPr/>
          <p:nvPr/>
        </p:nvSpPr>
        <p:spPr>
          <a:xfrm>
            <a:off x="4721715" y="1786675"/>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4"/>
          <p:cNvSpPr/>
          <p:nvPr/>
        </p:nvSpPr>
        <p:spPr>
          <a:xfrm>
            <a:off x="921515" y="3189828"/>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4"/>
          <p:cNvSpPr/>
          <p:nvPr/>
        </p:nvSpPr>
        <p:spPr>
          <a:xfrm>
            <a:off x="935627" y="1802365"/>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4"/>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742" name="Google Shape;1742;p44"/>
          <p:cNvSpPr txBox="1">
            <a:spLocks noGrp="1"/>
          </p:cNvSpPr>
          <p:nvPr>
            <p:ph type="title" idx="2"/>
          </p:nvPr>
        </p:nvSpPr>
        <p:spPr>
          <a:xfrm>
            <a:off x="791350" y="1910498"/>
            <a:ext cx="1212300" cy="6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743" name="Google Shape;1743;p44"/>
          <p:cNvSpPr txBox="1">
            <a:spLocks noGrp="1"/>
          </p:cNvSpPr>
          <p:nvPr>
            <p:ph type="subTitle" idx="1"/>
          </p:nvPr>
        </p:nvSpPr>
        <p:spPr>
          <a:xfrm>
            <a:off x="2003650" y="1834297"/>
            <a:ext cx="2472600" cy="4215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About the topic</a:t>
            </a:r>
            <a:endParaRPr/>
          </a:p>
        </p:txBody>
      </p:sp>
      <p:sp>
        <p:nvSpPr>
          <p:cNvPr id="1744" name="Google Shape;1744;p44"/>
          <p:cNvSpPr txBox="1">
            <a:spLocks noGrp="1"/>
          </p:cNvSpPr>
          <p:nvPr>
            <p:ph type="subTitle" idx="3"/>
          </p:nvPr>
        </p:nvSpPr>
        <p:spPr>
          <a:xfrm>
            <a:off x="2003650" y="2130087"/>
            <a:ext cx="2472600"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745" name="Google Shape;1745;p44"/>
          <p:cNvSpPr txBox="1">
            <a:spLocks noGrp="1"/>
          </p:cNvSpPr>
          <p:nvPr>
            <p:ph type="title" idx="4"/>
          </p:nvPr>
        </p:nvSpPr>
        <p:spPr>
          <a:xfrm>
            <a:off x="791350" y="3313648"/>
            <a:ext cx="1212300" cy="6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746" name="Google Shape;1746;p44"/>
          <p:cNvSpPr txBox="1">
            <a:spLocks noGrp="1"/>
          </p:cNvSpPr>
          <p:nvPr>
            <p:ph type="subTitle" idx="5"/>
          </p:nvPr>
        </p:nvSpPr>
        <p:spPr>
          <a:xfrm>
            <a:off x="2003650" y="3237322"/>
            <a:ext cx="2472600" cy="4215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Some data</a:t>
            </a:r>
            <a:endParaRPr/>
          </a:p>
        </p:txBody>
      </p:sp>
      <p:sp>
        <p:nvSpPr>
          <p:cNvPr id="1747" name="Google Shape;1747;p44"/>
          <p:cNvSpPr txBox="1">
            <a:spLocks noGrp="1"/>
          </p:cNvSpPr>
          <p:nvPr>
            <p:ph type="subTitle" idx="6"/>
          </p:nvPr>
        </p:nvSpPr>
        <p:spPr>
          <a:xfrm>
            <a:off x="2003650" y="3533237"/>
            <a:ext cx="2472600"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748" name="Google Shape;1748;p44"/>
          <p:cNvSpPr txBox="1">
            <a:spLocks noGrp="1"/>
          </p:cNvSpPr>
          <p:nvPr>
            <p:ph type="title" idx="7"/>
          </p:nvPr>
        </p:nvSpPr>
        <p:spPr>
          <a:xfrm>
            <a:off x="4591550" y="1910498"/>
            <a:ext cx="1212300" cy="6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749" name="Google Shape;1749;p44"/>
          <p:cNvSpPr txBox="1">
            <a:spLocks noGrp="1"/>
          </p:cNvSpPr>
          <p:nvPr>
            <p:ph type="subTitle" idx="8"/>
          </p:nvPr>
        </p:nvSpPr>
        <p:spPr>
          <a:xfrm>
            <a:off x="5803850" y="1834297"/>
            <a:ext cx="2472600" cy="4215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Activities</a:t>
            </a:r>
            <a:endParaRPr/>
          </a:p>
        </p:txBody>
      </p:sp>
      <p:sp>
        <p:nvSpPr>
          <p:cNvPr id="1750" name="Google Shape;1750;p44"/>
          <p:cNvSpPr txBox="1">
            <a:spLocks noGrp="1"/>
          </p:cNvSpPr>
          <p:nvPr>
            <p:ph type="subTitle" idx="9"/>
          </p:nvPr>
        </p:nvSpPr>
        <p:spPr>
          <a:xfrm>
            <a:off x="5803850" y="2130087"/>
            <a:ext cx="2472600"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751" name="Google Shape;1751;p44"/>
          <p:cNvSpPr txBox="1">
            <a:spLocks noGrp="1"/>
          </p:cNvSpPr>
          <p:nvPr>
            <p:ph type="title" idx="13"/>
          </p:nvPr>
        </p:nvSpPr>
        <p:spPr>
          <a:xfrm>
            <a:off x="4591550" y="3313648"/>
            <a:ext cx="1212300" cy="61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752" name="Google Shape;1752;p44"/>
          <p:cNvSpPr txBox="1">
            <a:spLocks noGrp="1"/>
          </p:cNvSpPr>
          <p:nvPr>
            <p:ph type="subTitle" idx="14"/>
          </p:nvPr>
        </p:nvSpPr>
        <p:spPr>
          <a:xfrm>
            <a:off x="5803850" y="3237322"/>
            <a:ext cx="2472600" cy="4215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Our team</a:t>
            </a:r>
            <a:endParaRPr/>
          </a:p>
        </p:txBody>
      </p:sp>
      <p:sp>
        <p:nvSpPr>
          <p:cNvPr id="1753" name="Google Shape;1753;p44"/>
          <p:cNvSpPr txBox="1">
            <a:spLocks noGrp="1"/>
          </p:cNvSpPr>
          <p:nvPr>
            <p:ph type="subTitle" idx="15"/>
          </p:nvPr>
        </p:nvSpPr>
        <p:spPr>
          <a:xfrm>
            <a:off x="5803850" y="3533237"/>
            <a:ext cx="2472600"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grpSp>
        <p:nvGrpSpPr>
          <p:cNvPr id="1754" name="Google Shape;1754;p44"/>
          <p:cNvGrpSpPr/>
          <p:nvPr/>
        </p:nvGrpSpPr>
        <p:grpSpPr>
          <a:xfrm>
            <a:off x="6954679" y="-620484"/>
            <a:ext cx="2865902" cy="2866186"/>
            <a:chOff x="7229917" y="-939609"/>
            <a:chExt cx="2865902" cy="2866186"/>
          </a:xfrm>
        </p:grpSpPr>
        <p:grpSp>
          <p:nvGrpSpPr>
            <p:cNvPr id="1755" name="Google Shape;1755;p44"/>
            <p:cNvGrpSpPr/>
            <p:nvPr/>
          </p:nvGrpSpPr>
          <p:grpSpPr>
            <a:xfrm>
              <a:off x="7229917" y="-938831"/>
              <a:ext cx="2865902" cy="2666882"/>
              <a:chOff x="7229917" y="-938831"/>
              <a:chExt cx="2865902" cy="2666882"/>
            </a:xfrm>
          </p:grpSpPr>
          <p:sp>
            <p:nvSpPr>
              <p:cNvPr id="1756" name="Google Shape;1756;p44"/>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7" name="Google Shape;1757;p44"/>
              <p:cNvGrpSpPr/>
              <p:nvPr/>
            </p:nvGrpSpPr>
            <p:grpSpPr>
              <a:xfrm rot="8100000">
                <a:off x="8939114" y="1159920"/>
                <a:ext cx="70212" cy="266577"/>
                <a:chOff x="5735123" y="3863031"/>
                <a:chExt cx="70213" cy="266579"/>
              </a:xfrm>
            </p:grpSpPr>
            <p:sp>
              <p:nvSpPr>
                <p:cNvPr id="1758" name="Google Shape;1758;p44"/>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4"/>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60" name="Google Shape;1760;p44"/>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1" name="Google Shape;1761;p44"/>
            <p:cNvGrpSpPr/>
            <p:nvPr/>
          </p:nvGrpSpPr>
          <p:grpSpPr>
            <a:xfrm rot="-3298310">
              <a:off x="8268470" y="-365522"/>
              <a:ext cx="781177" cy="840852"/>
              <a:chOff x="8604632" y="-457076"/>
              <a:chExt cx="781149" cy="840821"/>
            </a:xfrm>
          </p:grpSpPr>
          <p:sp>
            <p:nvSpPr>
              <p:cNvPr id="1762" name="Google Shape;1762;p44"/>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4"/>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4"/>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4"/>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4"/>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4"/>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4"/>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4"/>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70" name="Google Shape;1770;p44"/>
          <p:cNvSpPr/>
          <p:nvPr/>
        </p:nvSpPr>
        <p:spPr>
          <a:xfrm rot="10800000" flipH="1">
            <a:off x="7145017" y="113394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4"/>
          <p:cNvSpPr/>
          <p:nvPr/>
        </p:nvSpPr>
        <p:spPr>
          <a:xfrm rot="10800000" flipH="1">
            <a:off x="5673703" y="79881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4"/>
          <p:cNvSpPr/>
          <p:nvPr/>
        </p:nvSpPr>
        <p:spPr>
          <a:xfrm rot="10800000" flipH="1">
            <a:off x="6515178" y="439568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08"/>
        <p:cNvGrpSpPr/>
        <p:nvPr/>
      </p:nvGrpSpPr>
      <p:grpSpPr>
        <a:xfrm>
          <a:off x="0" y="0"/>
          <a:ext cx="0" cy="0"/>
          <a:chOff x="0" y="0"/>
          <a:chExt cx="0" cy="0"/>
        </a:xfrm>
      </p:grpSpPr>
      <p:sp>
        <p:nvSpPr>
          <p:cNvPr id="1809" name="Google Shape;1809;p46"/>
          <p:cNvSpPr txBox="1">
            <a:spLocks noGrp="1"/>
          </p:cNvSpPr>
          <p:nvPr>
            <p:ph type="title"/>
          </p:nvPr>
        </p:nvSpPr>
        <p:spPr>
          <a:xfrm>
            <a:off x="1913700" y="1208525"/>
            <a:ext cx="5316600" cy="1137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1810" name="Google Shape;1810;p46"/>
          <p:cNvSpPr txBox="1">
            <a:spLocks noGrp="1"/>
          </p:cNvSpPr>
          <p:nvPr>
            <p:ph type="subTitle" idx="1"/>
          </p:nvPr>
        </p:nvSpPr>
        <p:spPr>
          <a:xfrm>
            <a:off x="1913700" y="2337950"/>
            <a:ext cx="5316600" cy="130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sp>
        <p:nvSpPr>
          <p:cNvPr id="1811" name="Google Shape;1811;p46"/>
          <p:cNvSpPr/>
          <p:nvPr/>
        </p:nvSpPr>
        <p:spPr>
          <a:xfrm rot="10800000">
            <a:off x="910119" y="3048900"/>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6"/>
          <p:cNvSpPr/>
          <p:nvPr/>
        </p:nvSpPr>
        <p:spPr>
          <a:xfrm rot="10800000">
            <a:off x="7963778" y="1668424"/>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6"/>
          <p:cNvSpPr/>
          <p:nvPr/>
        </p:nvSpPr>
        <p:spPr>
          <a:xfrm rot="10800000">
            <a:off x="1659424" y="128336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6"/>
          <p:cNvSpPr/>
          <p:nvPr/>
        </p:nvSpPr>
        <p:spPr>
          <a:xfrm rot="10800000">
            <a:off x="1954253" y="3947399"/>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6"/>
          <p:cNvSpPr/>
          <p:nvPr/>
        </p:nvSpPr>
        <p:spPr>
          <a:xfrm rot="10800000">
            <a:off x="7438519" y="3606825"/>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9"/>
        <p:cNvGrpSpPr/>
        <p:nvPr/>
      </p:nvGrpSpPr>
      <p:grpSpPr>
        <a:xfrm>
          <a:off x="0" y="0"/>
          <a:ext cx="0" cy="0"/>
          <a:chOff x="0" y="0"/>
          <a:chExt cx="0" cy="0"/>
        </a:xfrm>
      </p:grpSpPr>
      <p:sp>
        <p:nvSpPr>
          <p:cNvPr id="1820" name="Google Shape;1820;p47"/>
          <p:cNvSpPr/>
          <p:nvPr/>
        </p:nvSpPr>
        <p:spPr>
          <a:xfrm>
            <a:off x="1125933" y="3260745"/>
            <a:ext cx="1756076" cy="1600115"/>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7"/>
          <p:cNvSpPr txBox="1">
            <a:spLocks noGrp="1"/>
          </p:cNvSpPr>
          <p:nvPr>
            <p:ph type="title"/>
          </p:nvPr>
        </p:nvSpPr>
        <p:spPr>
          <a:xfrm>
            <a:off x="2978850" y="3323150"/>
            <a:ext cx="5177400" cy="797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en"/>
              <a:t>ABOUT THE TOPIC</a:t>
            </a:r>
            <a:endParaRPr/>
          </a:p>
        </p:txBody>
      </p:sp>
      <p:sp>
        <p:nvSpPr>
          <p:cNvPr id="1822" name="Google Shape;1822;p47"/>
          <p:cNvSpPr txBox="1">
            <a:spLocks noGrp="1"/>
          </p:cNvSpPr>
          <p:nvPr>
            <p:ph type="title" idx="2"/>
          </p:nvPr>
        </p:nvSpPr>
        <p:spPr>
          <a:xfrm>
            <a:off x="1143550" y="3436050"/>
            <a:ext cx="1664400" cy="116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823" name="Google Shape;1823;p47"/>
          <p:cNvSpPr txBox="1">
            <a:spLocks noGrp="1"/>
          </p:cNvSpPr>
          <p:nvPr>
            <p:ph type="subTitle" idx="1"/>
          </p:nvPr>
        </p:nvSpPr>
        <p:spPr>
          <a:xfrm>
            <a:off x="2991175" y="4239100"/>
            <a:ext cx="5177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enter a subtitle here if you need it</a:t>
            </a:r>
            <a:endParaRPr/>
          </a:p>
        </p:txBody>
      </p:sp>
      <p:sp>
        <p:nvSpPr>
          <p:cNvPr id="1824" name="Google Shape;1824;p47"/>
          <p:cNvSpPr/>
          <p:nvPr/>
        </p:nvSpPr>
        <p:spPr>
          <a:xfrm flipH="1">
            <a:off x="6529567" y="94795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7"/>
          <p:cNvSpPr/>
          <p:nvPr/>
        </p:nvSpPr>
        <p:spPr>
          <a:xfrm flipH="1">
            <a:off x="2843880" y="690510"/>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7"/>
          <p:cNvSpPr/>
          <p:nvPr/>
        </p:nvSpPr>
        <p:spPr>
          <a:xfrm flipH="1">
            <a:off x="7732603" y="1967996"/>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7"/>
          <p:cNvSpPr/>
          <p:nvPr/>
        </p:nvSpPr>
        <p:spPr>
          <a:xfrm flipH="1">
            <a:off x="2224520" y="271874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28" name="Google Shape;1828;p47"/>
          <p:cNvGrpSpPr/>
          <p:nvPr/>
        </p:nvGrpSpPr>
        <p:grpSpPr>
          <a:xfrm rot="-2996445" flipH="1">
            <a:off x="1749423" y="1271909"/>
            <a:ext cx="740371" cy="757532"/>
            <a:chOff x="4391775" y="4244400"/>
            <a:chExt cx="715125" cy="731700"/>
          </a:xfrm>
        </p:grpSpPr>
        <p:sp>
          <p:nvSpPr>
            <p:cNvPr id="1829" name="Google Shape;1829;p47"/>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7"/>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7"/>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2" name="Google Shape;1832;p47"/>
          <p:cNvGrpSpPr/>
          <p:nvPr/>
        </p:nvGrpSpPr>
        <p:grpSpPr>
          <a:xfrm flipH="1">
            <a:off x="6388723" y="2472191"/>
            <a:ext cx="763146" cy="697824"/>
            <a:chOff x="3681125" y="1846650"/>
            <a:chExt cx="515500" cy="471375"/>
          </a:xfrm>
        </p:grpSpPr>
        <p:sp>
          <p:nvSpPr>
            <p:cNvPr id="1833" name="Google Shape;1833;p47"/>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7"/>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7"/>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6" name="Google Shape;1836;p47"/>
          <p:cNvSpPr/>
          <p:nvPr/>
        </p:nvSpPr>
        <p:spPr>
          <a:xfrm>
            <a:off x="6028562" y="1807880"/>
            <a:ext cx="66928" cy="106276"/>
          </a:xfrm>
          <a:custGeom>
            <a:avLst/>
            <a:gdLst/>
            <a:ahLst/>
            <a:cxnLst/>
            <a:rect l="l" t="t" r="r" b="b"/>
            <a:pathLst>
              <a:path w="2087" h="3314" extrusionOk="0">
                <a:moveTo>
                  <a:pt x="1506" y="1"/>
                </a:moveTo>
                <a:cubicBezTo>
                  <a:pt x="1178" y="1"/>
                  <a:pt x="984" y="239"/>
                  <a:pt x="925" y="567"/>
                </a:cubicBezTo>
                <a:cubicBezTo>
                  <a:pt x="835" y="1103"/>
                  <a:pt x="537" y="1505"/>
                  <a:pt x="299" y="1938"/>
                </a:cubicBezTo>
                <a:cubicBezTo>
                  <a:pt x="1" y="2489"/>
                  <a:pt x="46" y="2921"/>
                  <a:pt x="373" y="3174"/>
                </a:cubicBezTo>
                <a:cubicBezTo>
                  <a:pt x="488" y="3267"/>
                  <a:pt x="617" y="3314"/>
                  <a:pt x="752" y="3314"/>
                </a:cubicBezTo>
                <a:cubicBezTo>
                  <a:pt x="986" y="3314"/>
                  <a:pt x="1240" y="3174"/>
                  <a:pt x="1476" y="2891"/>
                </a:cubicBezTo>
                <a:cubicBezTo>
                  <a:pt x="1863" y="2399"/>
                  <a:pt x="2087" y="1789"/>
                  <a:pt x="2087" y="1148"/>
                </a:cubicBezTo>
                <a:cubicBezTo>
                  <a:pt x="2087" y="984"/>
                  <a:pt x="2087" y="835"/>
                  <a:pt x="2072" y="671"/>
                </a:cubicBezTo>
                <a:cubicBezTo>
                  <a:pt x="2012" y="314"/>
                  <a:pt x="1878" y="16"/>
                  <a:pt x="15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7"/>
          <p:cNvSpPr/>
          <p:nvPr/>
        </p:nvSpPr>
        <p:spPr>
          <a:xfrm>
            <a:off x="5991297" y="1928111"/>
            <a:ext cx="42074" cy="35596"/>
          </a:xfrm>
          <a:custGeom>
            <a:avLst/>
            <a:gdLst/>
            <a:ahLst/>
            <a:cxnLst/>
            <a:rect l="l" t="t" r="r" b="b"/>
            <a:pathLst>
              <a:path w="1312" h="1110" extrusionOk="0">
                <a:moveTo>
                  <a:pt x="821" y="1"/>
                </a:moveTo>
                <a:cubicBezTo>
                  <a:pt x="469" y="1"/>
                  <a:pt x="158" y="243"/>
                  <a:pt x="75" y="587"/>
                </a:cubicBezTo>
                <a:cubicBezTo>
                  <a:pt x="1" y="825"/>
                  <a:pt x="165" y="1079"/>
                  <a:pt x="418" y="1108"/>
                </a:cubicBezTo>
                <a:cubicBezTo>
                  <a:pt x="429" y="1109"/>
                  <a:pt x="440" y="1109"/>
                  <a:pt x="451" y="1109"/>
                </a:cubicBezTo>
                <a:cubicBezTo>
                  <a:pt x="825" y="1109"/>
                  <a:pt x="1166" y="860"/>
                  <a:pt x="1267" y="498"/>
                </a:cubicBezTo>
                <a:cubicBezTo>
                  <a:pt x="1312" y="259"/>
                  <a:pt x="1148" y="36"/>
                  <a:pt x="910" y="6"/>
                </a:cubicBezTo>
                <a:cubicBezTo>
                  <a:pt x="880" y="3"/>
                  <a:pt x="85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8" name="Google Shape;1838;p47"/>
          <p:cNvGrpSpPr/>
          <p:nvPr/>
        </p:nvGrpSpPr>
        <p:grpSpPr>
          <a:xfrm>
            <a:off x="3118973" y="314948"/>
            <a:ext cx="3032892" cy="3057461"/>
            <a:chOff x="3118973" y="329248"/>
            <a:chExt cx="3032892" cy="3057461"/>
          </a:xfrm>
        </p:grpSpPr>
        <p:sp>
          <p:nvSpPr>
            <p:cNvPr id="1839" name="Google Shape;1839;p47"/>
            <p:cNvSpPr/>
            <p:nvPr/>
          </p:nvSpPr>
          <p:spPr>
            <a:xfrm>
              <a:off x="3118973" y="566761"/>
              <a:ext cx="2945469" cy="2683874"/>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7"/>
            <p:cNvSpPr/>
            <p:nvPr/>
          </p:nvSpPr>
          <p:spPr>
            <a:xfrm>
              <a:off x="3619202" y="1173883"/>
              <a:ext cx="228403" cy="356939"/>
            </a:xfrm>
            <a:custGeom>
              <a:avLst/>
              <a:gdLst/>
              <a:ahLst/>
              <a:cxnLst/>
              <a:rect l="l" t="t" r="r" b="b"/>
              <a:pathLst>
                <a:path w="7122" h="11130" extrusionOk="0">
                  <a:moveTo>
                    <a:pt x="3010" y="194"/>
                  </a:moveTo>
                  <a:cubicBezTo>
                    <a:pt x="1878" y="1"/>
                    <a:pt x="2161" y="1356"/>
                    <a:pt x="2235" y="2206"/>
                  </a:cubicBezTo>
                  <a:cubicBezTo>
                    <a:pt x="2340" y="3353"/>
                    <a:pt x="1937" y="4679"/>
                    <a:pt x="1401" y="5051"/>
                  </a:cubicBezTo>
                  <a:cubicBezTo>
                    <a:pt x="865" y="5409"/>
                    <a:pt x="224" y="5140"/>
                    <a:pt x="120" y="5900"/>
                  </a:cubicBezTo>
                  <a:cubicBezTo>
                    <a:pt x="1" y="6705"/>
                    <a:pt x="671" y="6794"/>
                    <a:pt x="1177" y="6913"/>
                  </a:cubicBezTo>
                  <a:cubicBezTo>
                    <a:pt x="2474" y="7196"/>
                    <a:pt x="2846" y="7479"/>
                    <a:pt x="3010" y="8924"/>
                  </a:cubicBezTo>
                  <a:cubicBezTo>
                    <a:pt x="3114" y="9982"/>
                    <a:pt x="2891" y="11129"/>
                    <a:pt x="3874" y="11114"/>
                  </a:cubicBezTo>
                  <a:cubicBezTo>
                    <a:pt x="5215" y="11099"/>
                    <a:pt x="4440" y="8582"/>
                    <a:pt x="5096" y="7301"/>
                  </a:cubicBezTo>
                  <a:cubicBezTo>
                    <a:pt x="5230" y="7018"/>
                    <a:pt x="5438" y="6779"/>
                    <a:pt x="5706" y="6600"/>
                  </a:cubicBezTo>
                  <a:cubicBezTo>
                    <a:pt x="5989" y="6422"/>
                    <a:pt x="7077" y="6422"/>
                    <a:pt x="7122" y="5602"/>
                  </a:cubicBezTo>
                  <a:cubicBezTo>
                    <a:pt x="7107" y="5304"/>
                    <a:pt x="6943" y="5036"/>
                    <a:pt x="6690" y="4857"/>
                  </a:cubicBezTo>
                  <a:cubicBezTo>
                    <a:pt x="6258" y="4619"/>
                    <a:pt x="6034" y="4828"/>
                    <a:pt x="5736" y="4753"/>
                  </a:cubicBezTo>
                  <a:cubicBezTo>
                    <a:pt x="4708" y="4485"/>
                    <a:pt x="4217" y="3248"/>
                    <a:pt x="3948" y="2027"/>
                  </a:cubicBezTo>
                  <a:cubicBezTo>
                    <a:pt x="3755" y="1178"/>
                    <a:pt x="3814" y="329"/>
                    <a:pt x="3010" y="19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7"/>
            <p:cNvSpPr/>
            <p:nvPr/>
          </p:nvSpPr>
          <p:spPr>
            <a:xfrm>
              <a:off x="3477324" y="1609621"/>
              <a:ext cx="139056" cy="222181"/>
            </a:xfrm>
            <a:custGeom>
              <a:avLst/>
              <a:gdLst/>
              <a:ahLst/>
              <a:cxnLst/>
              <a:rect l="l" t="t" r="r" b="b"/>
              <a:pathLst>
                <a:path w="4336" h="6928" extrusionOk="0">
                  <a:moveTo>
                    <a:pt x="3218" y="6704"/>
                  </a:moveTo>
                  <a:cubicBezTo>
                    <a:pt x="2994" y="6823"/>
                    <a:pt x="2920" y="6928"/>
                    <a:pt x="2637" y="6868"/>
                  </a:cubicBezTo>
                  <a:cubicBezTo>
                    <a:pt x="2071" y="6749"/>
                    <a:pt x="2160" y="6198"/>
                    <a:pt x="1996" y="5781"/>
                  </a:cubicBezTo>
                  <a:cubicBezTo>
                    <a:pt x="1847" y="5363"/>
                    <a:pt x="1534" y="4842"/>
                    <a:pt x="1177" y="4663"/>
                  </a:cubicBezTo>
                  <a:cubicBezTo>
                    <a:pt x="685" y="4440"/>
                    <a:pt x="0" y="4589"/>
                    <a:pt x="194" y="3844"/>
                  </a:cubicBezTo>
                  <a:cubicBezTo>
                    <a:pt x="283" y="3471"/>
                    <a:pt x="715" y="3501"/>
                    <a:pt x="953" y="3203"/>
                  </a:cubicBezTo>
                  <a:cubicBezTo>
                    <a:pt x="1102" y="2980"/>
                    <a:pt x="1192" y="2742"/>
                    <a:pt x="1237" y="2488"/>
                  </a:cubicBezTo>
                  <a:cubicBezTo>
                    <a:pt x="1400" y="1669"/>
                    <a:pt x="939" y="0"/>
                    <a:pt x="1937" y="149"/>
                  </a:cubicBezTo>
                  <a:cubicBezTo>
                    <a:pt x="2831" y="283"/>
                    <a:pt x="2384" y="2354"/>
                    <a:pt x="3218" y="2816"/>
                  </a:cubicBezTo>
                  <a:cubicBezTo>
                    <a:pt x="3665" y="3069"/>
                    <a:pt x="4335" y="2876"/>
                    <a:pt x="4261" y="3606"/>
                  </a:cubicBezTo>
                  <a:cubicBezTo>
                    <a:pt x="4216" y="4112"/>
                    <a:pt x="3650" y="4157"/>
                    <a:pt x="3486" y="4604"/>
                  </a:cubicBezTo>
                  <a:cubicBezTo>
                    <a:pt x="3188" y="5363"/>
                    <a:pt x="3590" y="5900"/>
                    <a:pt x="3218" y="67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7"/>
            <p:cNvSpPr/>
            <p:nvPr/>
          </p:nvSpPr>
          <p:spPr>
            <a:xfrm>
              <a:off x="3831346" y="489247"/>
              <a:ext cx="532715" cy="496925"/>
            </a:xfrm>
            <a:custGeom>
              <a:avLst/>
              <a:gdLst/>
              <a:ahLst/>
              <a:cxnLst/>
              <a:rect l="l" t="t" r="r" b="b"/>
              <a:pathLst>
                <a:path w="16611" h="15495" extrusionOk="0">
                  <a:moveTo>
                    <a:pt x="14823" y="2369"/>
                  </a:moveTo>
                  <a:cubicBezTo>
                    <a:pt x="14778" y="2071"/>
                    <a:pt x="15270" y="1878"/>
                    <a:pt x="15464" y="1520"/>
                  </a:cubicBezTo>
                  <a:cubicBezTo>
                    <a:pt x="15702" y="1029"/>
                    <a:pt x="15583" y="120"/>
                    <a:pt x="14883" y="75"/>
                  </a:cubicBezTo>
                  <a:cubicBezTo>
                    <a:pt x="13497" y="1"/>
                    <a:pt x="12544" y="1803"/>
                    <a:pt x="12365" y="2891"/>
                  </a:cubicBezTo>
                  <a:cubicBezTo>
                    <a:pt x="12127" y="3099"/>
                    <a:pt x="11695" y="3174"/>
                    <a:pt x="11412" y="3338"/>
                  </a:cubicBezTo>
                  <a:cubicBezTo>
                    <a:pt x="11650" y="2757"/>
                    <a:pt x="12157" y="567"/>
                    <a:pt x="10905" y="567"/>
                  </a:cubicBezTo>
                  <a:cubicBezTo>
                    <a:pt x="9713" y="567"/>
                    <a:pt x="9371" y="2667"/>
                    <a:pt x="9862" y="4068"/>
                  </a:cubicBezTo>
                  <a:cubicBezTo>
                    <a:pt x="9356" y="4530"/>
                    <a:pt x="8670" y="4857"/>
                    <a:pt x="8149" y="5319"/>
                  </a:cubicBezTo>
                  <a:cubicBezTo>
                    <a:pt x="8358" y="4157"/>
                    <a:pt x="8149" y="2146"/>
                    <a:pt x="7062" y="2057"/>
                  </a:cubicBezTo>
                  <a:cubicBezTo>
                    <a:pt x="6704" y="2027"/>
                    <a:pt x="6346" y="2146"/>
                    <a:pt x="6078" y="2369"/>
                  </a:cubicBezTo>
                  <a:cubicBezTo>
                    <a:pt x="5095" y="3263"/>
                    <a:pt x="5870" y="5736"/>
                    <a:pt x="6659" y="6541"/>
                  </a:cubicBezTo>
                  <a:cubicBezTo>
                    <a:pt x="6376" y="6883"/>
                    <a:pt x="6019" y="7151"/>
                    <a:pt x="5721" y="7494"/>
                  </a:cubicBezTo>
                  <a:cubicBezTo>
                    <a:pt x="5557" y="6451"/>
                    <a:pt x="4350" y="4783"/>
                    <a:pt x="3322" y="5736"/>
                  </a:cubicBezTo>
                  <a:cubicBezTo>
                    <a:pt x="2488" y="6511"/>
                    <a:pt x="3888" y="8462"/>
                    <a:pt x="4633" y="8716"/>
                  </a:cubicBezTo>
                  <a:cubicBezTo>
                    <a:pt x="4052" y="9416"/>
                    <a:pt x="3516" y="10161"/>
                    <a:pt x="3039" y="10950"/>
                  </a:cubicBezTo>
                  <a:cubicBezTo>
                    <a:pt x="2652" y="10310"/>
                    <a:pt x="1162" y="9371"/>
                    <a:pt x="596" y="10205"/>
                  </a:cubicBezTo>
                  <a:cubicBezTo>
                    <a:pt x="0" y="11084"/>
                    <a:pt x="1475" y="12142"/>
                    <a:pt x="2279" y="12246"/>
                  </a:cubicBezTo>
                  <a:cubicBezTo>
                    <a:pt x="2175" y="12574"/>
                    <a:pt x="1981" y="12991"/>
                    <a:pt x="1803" y="13453"/>
                  </a:cubicBezTo>
                  <a:cubicBezTo>
                    <a:pt x="1624" y="13975"/>
                    <a:pt x="1058" y="15271"/>
                    <a:pt x="1952" y="15390"/>
                  </a:cubicBezTo>
                  <a:cubicBezTo>
                    <a:pt x="2697" y="15494"/>
                    <a:pt x="2726" y="14705"/>
                    <a:pt x="2860" y="14198"/>
                  </a:cubicBezTo>
                  <a:cubicBezTo>
                    <a:pt x="2995" y="13706"/>
                    <a:pt x="3188" y="13230"/>
                    <a:pt x="3427" y="12783"/>
                  </a:cubicBezTo>
                  <a:cubicBezTo>
                    <a:pt x="4022" y="12887"/>
                    <a:pt x="4797" y="13423"/>
                    <a:pt x="5631" y="13245"/>
                  </a:cubicBezTo>
                  <a:cubicBezTo>
                    <a:pt x="7389" y="12857"/>
                    <a:pt x="5974" y="10801"/>
                    <a:pt x="4291" y="11338"/>
                  </a:cubicBezTo>
                  <a:cubicBezTo>
                    <a:pt x="4454" y="10742"/>
                    <a:pt x="5170" y="10071"/>
                    <a:pt x="5557" y="9446"/>
                  </a:cubicBezTo>
                  <a:cubicBezTo>
                    <a:pt x="5974" y="9997"/>
                    <a:pt x="8581" y="10697"/>
                    <a:pt x="8507" y="9297"/>
                  </a:cubicBezTo>
                  <a:cubicBezTo>
                    <a:pt x="8462" y="8507"/>
                    <a:pt x="7553" y="8284"/>
                    <a:pt x="6823" y="8194"/>
                  </a:cubicBezTo>
                  <a:cubicBezTo>
                    <a:pt x="6704" y="7911"/>
                    <a:pt x="7255" y="7673"/>
                    <a:pt x="7419" y="7420"/>
                  </a:cubicBezTo>
                  <a:cubicBezTo>
                    <a:pt x="8253" y="7792"/>
                    <a:pt x="9892" y="9222"/>
                    <a:pt x="11263" y="8731"/>
                  </a:cubicBezTo>
                  <a:cubicBezTo>
                    <a:pt x="12335" y="8343"/>
                    <a:pt x="11427" y="7077"/>
                    <a:pt x="10786" y="6705"/>
                  </a:cubicBezTo>
                  <a:cubicBezTo>
                    <a:pt x="10190" y="6347"/>
                    <a:pt x="9520" y="6287"/>
                    <a:pt x="8834" y="6213"/>
                  </a:cubicBezTo>
                  <a:cubicBezTo>
                    <a:pt x="9266" y="5736"/>
                    <a:pt x="9877" y="5394"/>
                    <a:pt x="10428" y="4976"/>
                  </a:cubicBezTo>
                  <a:cubicBezTo>
                    <a:pt x="11188" y="5692"/>
                    <a:pt x="12454" y="6973"/>
                    <a:pt x="13929" y="6079"/>
                  </a:cubicBezTo>
                  <a:cubicBezTo>
                    <a:pt x="14138" y="4872"/>
                    <a:pt x="12842" y="4470"/>
                    <a:pt x="11903" y="4276"/>
                  </a:cubicBezTo>
                  <a:cubicBezTo>
                    <a:pt x="12976" y="3457"/>
                    <a:pt x="14704" y="4872"/>
                    <a:pt x="16089" y="3874"/>
                  </a:cubicBezTo>
                  <a:cubicBezTo>
                    <a:pt x="16462" y="3651"/>
                    <a:pt x="16611" y="3174"/>
                    <a:pt x="16447" y="2757"/>
                  </a:cubicBezTo>
                  <a:cubicBezTo>
                    <a:pt x="16253" y="2310"/>
                    <a:pt x="15538" y="2280"/>
                    <a:pt x="14823" y="23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7"/>
            <p:cNvSpPr/>
            <p:nvPr/>
          </p:nvSpPr>
          <p:spPr>
            <a:xfrm>
              <a:off x="5347298" y="2308945"/>
              <a:ext cx="329199" cy="395423"/>
            </a:xfrm>
            <a:custGeom>
              <a:avLst/>
              <a:gdLst/>
              <a:ahLst/>
              <a:cxnLst/>
              <a:rect l="l" t="t" r="r" b="b"/>
              <a:pathLst>
                <a:path w="10265" h="12330" extrusionOk="0">
                  <a:moveTo>
                    <a:pt x="9682" y="1"/>
                  </a:moveTo>
                  <a:cubicBezTo>
                    <a:pt x="9465" y="1"/>
                    <a:pt x="9260" y="144"/>
                    <a:pt x="9192" y="362"/>
                  </a:cubicBezTo>
                  <a:cubicBezTo>
                    <a:pt x="9147" y="511"/>
                    <a:pt x="9117" y="645"/>
                    <a:pt x="9102" y="794"/>
                  </a:cubicBezTo>
                  <a:cubicBezTo>
                    <a:pt x="9013" y="1390"/>
                    <a:pt x="8879" y="1986"/>
                    <a:pt x="8700" y="2552"/>
                  </a:cubicBezTo>
                  <a:cubicBezTo>
                    <a:pt x="8638" y="2751"/>
                    <a:pt x="8555" y="2846"/>
                    <a:pt x="8391" y="2846"/>
                  </a:cubicBezTo>
                  <a:cubicBezTo>
                    <a:pt x="8358" y="2846"/>
                    <a:pt x="8322" y="2842"/>
                    <a:pt x="8283" y="2835"/>
                  </a:cubicBezTo>
                  <a:cubicBezTo>
                    <a:pt x="8164" y="2820"/>
                    <a:pt x="8045" y="2805"/>
                    <a:pt x="7926" y="2805"/>
                  </a:cubicBezTo>
                  <a:cubicBezTo>
                    <a:pt x="7881" y="2802"/>
                    <a:pt x="7836" y="2801"/>
                    <a:pt x="7791" y="2801"/>
                  </a:cubicBezTo>
                  <a:cubicBezTo>
                    <a:pt x="7348" y="2801"/>
                    <a:pt x="6920" y="2935"/>
                    <a:pt x="6555" y="3192"/>
                  </a:cubicBezTo>
                  <a:cubicBezTo>
                    <a:pt x="6332" y="3326"/>
                    <a:pt x="6212" y="3595"/>
                    <a:pt x="6272" y="3848"/>
                  </a:cubicBezTo>
                  <a:cubicBezTo>
                    <a:pt x="6302" y="4116"/>
                    <a:pt x="6495" y="4340"/>
                    <a:pt x="6749" y="4414"/>
                  </a:cubicBezTo>
                  <a:cubicBezTo>
                    <a:pt x="6922" y="4476"/>
                    <a:pt x="7107" y="4507"/>
                    <a:pt x="7292" y="4507"/>
                  </a:cubicBezTo>
                  <a:cubicBezTo>
                    <a:pt x="7330" y="4507"/>
                    <a:pt x="7367" y="4506"/>
                    <a:pt x="7404" y="4503"/>
                  </a:cubicBezTo>
                  <a:cubicBezTo>
                    <a:pt x="7488" y="4503"/>
                    <a:pt x="7572" y="4474"/>
                    <a:pt x="7652" y="4474"/>
                  </a:cubicBezTo>
                  <a:cubicBezTo>
                    <a:pt x="7700" y="4474"/>
                    <a:pt x="7747" y="4485"/>
                    <a:pt x="7791" y="4518"/>
                  </a:cubicBezTo>
                  <a:cubicBezTo>
                    <a:pt x="7791" y="4548"/>
                    <a:pt x="7806" y="4578"/>
                    <a:pt x="7791" y="4608"/>
                  </a:cubicBezTo>
                  <a:cubicBezTo>
                    <a:pt x="7508" y="5204"/>
                    <a:pt x="7151" y="5770"/>
                    <a:pt x="6749" y="6276"/>
                  </a:cubicBezTo>
                  <a:cubicBezTo>
                    <a:pt x="6684" y="6359"/>
                    <a:pt x="6592" y="6402"/>
                    <a:pt x="6503" y="6402"/>
                  </a:cubicBezTo>
                  <a:cubicBezTo>
                    <a:pt x="6447" y="6402"/>
                    <a:pt x="6392" y="6385"/>
                    <a:pt x="6346" y="6351"/>
                  </a:cubicBezTo>
                  <a:cubicBezTo>
                    <a:pt x="6019" y="6232"/>
                    <a:pt x="5691" y="6127"/>
                    <a:pt x="5348" y="6068"/>
                  </a:cubicBezTo>
                  <a:cubicBezTo>
                    <a:pt x="5112" y="6006"/>
                    <a:pt x="4875" y="5973"/>
                    <a:pt x="4639" y="5973"/>
                  </a:cubicBezTo>
                  <a:cubicBezTo>
                    <a:pt x="4532" y="5973"/>
                    <a:pt x="4426" y="5979"/>
                    <a:pt x="4320" y="5993"/>
                  </a:cubicBezTo>
                  <a:cubicBezTo>
                    <a:pt x="4052" y="6008"/>
                    <a:pt x="3829" y="6187"/>
                    <a:pt x="3739" y="6440"/>
                  </a:cubicBezTo>
                  <a:cubicBezTo>
                    <a:pt x="3665" y="6693"/>
                    <a:pt x="3724" y="6961"/>
                    <a:pt x="3918" y="7155"/>
                  </a:cubicBezTo>
                  <a:cubicBezTo>
                    <a:pt x="4097" y="7349"/>
                    <a:pt x="4335" y="7498"/>
                    <a:pt x="4588" y="7572"/>
                  </a:cubicBezTo>
                  <a:cubicBezTo>
                    <a:pt x="4842" y="7632"/>
                    <a:pt x="5080" y="7706"/>
                    <a:pt x="5363" y="7796"/>
                  </a:cubicBezTo>
                  <a:cubicBezTo>
                    <a:pt x="4752" y="8377"/>
                    <a:pt x="4037" y="8853"/>
                    <a:pt x="3278" y="9211"/>
                  </a:cubicBezTo>
                  <a:cubicBezTo>
                    <a:pt x="3190" y="9266"/>
                    <a:pt x="3093" y="9292"/>
                    <a:pt x="2996" y="9292"/>
                  </a:cubicBezTo>
                  <a:cubicBezTo>
                    <a:pt x="2830" y="9292"/>
                    <a:pt x="2666" y="9213"/>
                    <a:pt x="2562" y="9062"/>
                  </a:cubicBezTo>
                  <a:cubicBezTo>
                    <a:pt x="2175" y="8645"/>
                    <a:pt x="1654" y="8362"/>
                    <a:pt x="1073" y="8258"/>
                  </a:cubicBezTo>
                  <a:cubicBezTo>
                    <a:pt x="994" y="8243"/>
                    <a:pt x="917" y="8236"/>
                    <a:pt x="842" y="8236"/>
                  </a:cubicBezTo>
                  <a:cubicBezTo>
                    <a:pt x="534" y="8236"/>
                    <a:pt x="272" y="8358"/>
                    <a:pt x="164" y="8585"/>
                  </a:cubicBezTo>
                  <a:cubicBezTo>
                    <a:pt x="0" y="8928"/>
                    <a:pt x="119" y="9241"/>
                    <a:pt x="313" y="9524"/>
                  </a:cubicBezTo>
                  <a:cubicBezTo>
                    <a:pt x="358" y="9583"/>
                    <a:pt x="417" y="9628"/>
                    <a:pt x="462" y="9688"/>
                  </a:cubicBezTo>
                  <a:cubicBezTo>
                    <a:pt x="581" y="9792"/>
                    <a:pt x="700" y="9881"/>
                    <a:pt x="819" y="9971"/>
                  </a:cubicBezTo>
                  <a:cubicBezTo>
                    <a:pt x="1028" y="10090"/>
                    <a:pt x="998" y="10209"/>
                    <a:pt x="834" y="10343"/>
                  </a:cubicBezTo>
                  <a:cubicBezTo>
                    <a:pt x="775" y="10403"/>
                    <a:pt x="700" y="10462"/>
                    <a:pt x="656" y="10537"/>
                  </a:cubicBezTo>
                  <a:cubicBezTo>
                    <a:pt x="417" y="10760"/>
                    <a:pt x="253" y="11058"/>
                    <a:pt x="179" y="11386"/>
                  </a:cubicBezTo>
                  <a:cubicBezTo>
                    <a:pt x="77" y="11934"/>
                    <a:pt x="400" y="12330"/>
                    <a:pt x="888" y="12330"/>
                  </a:cubicBezTo>
                  <a:cubicBezTo>
                    <a:pt x="970" y="12330"/>
                    <a:pt x="1057" y="12318"/>
                    <a:pt x="1147" y="12295"/>
                  </a:cubicBezTo>
                  <a:cubicBezTo>
                    <a:pt x="1415" y="12205"/>
                    <a:pt x="1654" y="12071"/>
                    <a:pt x="1847" y="11893"/>
                  </a:cubicBezTo>
                  <a:cubicBezTo>
                    <a:pt x="2264" y="11535"/>
                    <a:pt x="2622" y="11133"/>
                    <a:pt x="2935" y="10686"/>
                  </a:cubicBezTo>
                  <a:cubicBezTo>
                    <a:pt x="3009" y="10582"/>
                    <a:pt x="3069" y="10448"/>
                    <a:pt x="3218" y="10403"/>
                  </a:cubicBezTo>
                  <a:cubicBezTo>
                    <a:pt x="3754" y="10179"/>
                    <a:pt x="4276" y="9926"/>
                    <a:pt x="4797" y="9628"/>
                  </a:cubicBezTo>
                  <a:cubicBezTo>
                    <a:pt x="4872" y="9703"/>
                    <a:pt x="4916" y="9822"/>
                    <a:pt x="4886" y="9926"/>
                  </a:cubicBezTo>
                  <a:cubicBezTo>
                    <a:pt x="4872" y="10269"/>
                    <a:pt x="4961" y="10596"/>
                    <a:pt x="5155" y="10865"/>
                  </a:cubicBezTo>
                  <a:cubicBezTo>
                    <a:pt x="5301" y="11101"/>
                    <a:pt x="5545" y="11221"/>
                    <a:pt x="5793" y="11221"/>
                  </a:cubicBezTo>
                  <a:cubicBezTo>
                    <a:pt x="5998" y="11221"/>
                    <a:pt x="6206" y="11138"/>
                    <a:pt x="6361" y="10969"/>
                  </a:cubicBezTo>
                  <a:cubicBezTo>
                    <a:pt x="6555" y="10775"/>
                    <a:pt x="6689" y="10537"/>
                    <a:pt x="6764" y="10269"/>
                  </a:cubicBezTo>
                  <a:cubicBezTo>
                    <a:pt x="6927" y="9628"/>
                    <a:pt x="6957" y="8958"/>
                    <a:pt x="6868" y="8302"/>
                  </a:cubicBezTo>
                  <a:cubicBezTo>
                    <a:pt x="6793" y="8123"/>
                    <a:pt x="6838" y="7915"/>
                    <a:pt x="6957" y="7751"/>
                  </a:cubicBezTo>
                  <a:cubicBezTo>
                    <a:pt x="7359" y="7289"/>
                    <a:pt x="7747" y="6798"/>
                    <a:pt x="8089" y="6291"/>
                  </a:cubicBezTo>
                  <a:cubicBezTo>
                    <a:pt x="8152" y="6208"/>
                    <a:pt x="8205" y="6170"/>
                    <a:pt x="8256" y="6170"/>
                  </a:cubicBezTo>
                  <a:cubicBezTo>
                    <a:pt x="8314" y="6170"/>
                    <a:pt x="8369" y="6219"/>
                    <a:pt x="8432" y="6306"/>
                  </a:cubicBezTo>
                  <a:cubicBezTo>
                    <a:pt x="8551" y="6500"/>
                    <a:pt x="8715" y="6649"/>
                    <a:pt x="8909" y="6768"/>
                  </a:cubicBezTo>
                  <a:cubicBezTo>
                    <a:pt x="9059" y="6865"/>
                    <a:pt x="9221" y="6910"/>
                    <a:pt x="9379" y="6910"/>
                  </a:cubicBezTo>
                  <a:cubicBezTo>
                    <a:pt x="9801" y="6910"/>
                    <a:pt x="10191" y="6593"/>
                    <a:pt x="10235" y="6127"/>
                  </a:cubicBezTo>
                  <a:cubicBezTo>
                    <a:pt x="10264" y="5889"/>
                    <a:pt x="10235" y="5636"/>
                    <a:pt x="10175" y="5412"/>
                  </a:cubicBezTo>
                  <a:cubicBezTo>
                    <a:pt x="10056" y="4980"/>
                    <a:pt x="9847" y="4593"/>
                    <a:pt x="9564" y="4265"/>
                  </a:cubicBezTo>
                  <a:cubicBezTo>
                    <a:pt x="9386" y="4086"/>
                    <a:pt x="9356" y="3818"/>
                    <a:pt x="9475" y="3610"/>
                  </a:cubicBezTo>
                  <a:cubicBezTo>
                    <a:pt x="9818" y="2745"/>
                    <a:pt x="10056" y="1837"/>
                    <a:pt x="10175" y="898"/>
                  </a:cubicBezTo>
                  <a:cubicBezTo>
                    <a:pt x="10190" y="749"/>
                    <a:pt x="10190" y="600"/>
                    <a:pt x="10190" y="451"/>
                  </a:cubicBezTo>
                  <a:cubicBezTo>
                    <a:pt x="10160" y="213"/>
                    <a:pt x="9981" y="34"/>
                    <a:pt x="9743" y="4"/>
                  </a:cubicBezTo>
                  <a:cubicBezTo>
                    <a:pt x="9723" y="2"/>
                    <a:pt x="9702" y="1"/>
                    <a:pt x="96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7"/>
            <p:cNvSpPr/>
            <p:nvPr/>
          </p:nvSpPr>
          <p:spPr>
            <a:xfrm>
              <a:off x="4475826" y="329248"/>
              <a:ext cx="1211188" cy="684213"/>
            </a:xfrm>
            <a:custGeom>
              <a:avLst/>
              <a:gdLst/>
              <a:ahLst/>
              <a:cxnLst/>
              <a:rect l="l" t="t" r="r" b="b"/>
              <a:pathLst>
                <a:path w="37767" h="21335" extrusionOk="0">
                  <a:moveTo>
                    <a:pt x="17153" y="0"/>
                  </a:moveTo>
                  <a:cubicBezTo>
                    <a:pt x="7851" y="0"/>
                    <a:pt x="445" y="3261"/>
                    <a:pt x="209" y="7731"/>
                  </a:cubicBezTo>
                  <a:cubicBezTo>
                    <a:pt x="1" y="11545"/>
                    <a:pt x="5111" y="15075"/>
                    <a:pt x="12381" y="16640"/>
                  </a:cubicBezTo>
                  <a:lnTo>
                    <a:pt x="11800" y="20245"/>
                  </a:lnTo>
                  <a:cubicBezTo>
                    <a:pt x="11676" y="20927"/>
                    <a:pt x="11910" y="21335"/>
                    <a:pt x="12270" y="21335"/>
                  </a:cubicBezTo>
                  <a:cubicBezTo>
                    <a:pt x="12516" y="21335"/>
                    <a:pt x="12821" y="21144"/>
                    <a:pt x="13111" y="20721"/>
                  </a:cubicBezTo>
                  <a:lnTo>
                    <a:pt x="15301" y="17146"/>
                  </a:lnTo>
                  <a:cubicBezTo>
                    <a:pt x="16299" y="17280"/>
                    <a:pt x="17327" y="17370"/>
                    <a:pt x="18384" y="17429"/>
                  </a:cubicBezTo>
                  <a:cubicBezTo>
                    <a:pt x="19132" y="17470"/>
                    <a:pt x="19871" y="17490"/>
                    <a:pt x="20597" y="17490"/>
                  </a:cubicBezTo>
                  <a:cubicBezTo>
                    <a:pt x="29877" y="17490"/>
                    <a:pt x="37249" y="14220"/>
                    <a:pt x="37498" y="9772"/>
                  </a:cubicBezTo>
                  <a:cubicBezTo>
                    <a:pt x="37766" y="4975"/>
                    <a:pt x="29632" y="625"/>
                    <a:pt x="19323" y="59"/>
                  </a:cubicBezTo>
                  <a:cubicBezTo>
                    <a:pt x="18590" y="19"/>
                    <a:pt x="17866" y="0"/>
                    <a:pt x="171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7"/>
            <p:cNvSpPr/>
            <p:nvPr/>
          </p:nvSpPr>
          <p:spPr>
            <a:xfrm>
              <a:off x="4122285" y="971968"/>
              <a:ext cx="924995" cy="869450"/>
            </a:xfrm>
            <a:custGeom>
              <a:avLst/>
              <a:gdLst/>
              <a:ahLst/>
              <a:cxnLst/>
              <a:rect l="l" t="t" r="r" b="b"/>
              <a:pathLst>
                <a:path w="28843" h="27111" extrusionOk="0">
                  <a:moveTo>
                    <a:pt x="14377" y="1"/>
                  </a:moveTo>
                  <a:cubicBezTo>
                    <a:pt x="11869" y="1"/>
                    <a:pt x="9345" y="698"/>
                    <a:pt x="7107" y="2126"/>
                  </a:cubicBezTo>
                  <a:lnTo>
                    <a:pt x="7017" y="2170"/>
                  </a:lnTo>
                  <a:cubicBezTo>
                    <a:pt x="5051" y="3451"/>
                    <a:pt x="3457" y="5209"/>
                    <a:pt x="2369" y="7280"/>
                  </a:cubicBezTo>
                  <a:cubicBezTo>
                    <a:pt x="1" y="11809"/>
                    <a:pt x="373" y="17261"/>
                    <a:pt x="3338" y="21418"/>
                  </a:cubicBezTo>
                  <a:cubicBezTo>
                    <a:pt x="5894" y="25019"/>
                    <a:pt x="10015" y="27111"/>
                    <a:pt x="14356" y="27111"/>
                  </a:cubicBezTo>
                  <a:cubicBezTo>
                    <a:pt x="15025" y="27111"/>
                    <a:pt x="15699" y="27061"/>
                    <a:pt x="16373" y="26960"/>
                  </a:cubicBezTo>
                  <a:cubicBezTo>
                    <a:pt x="21409" y="26215"/>
                    <a:pt x="25610" y="22699"/>
                    <a:pt x="27219" y="17857"/>
                  </a:cubicBezTo>
                  <a:cubicBezTo>
                    <a:pt x="28842" y="13031"/>
                    <a:pt x="27606" y="7697"/>
                    <a:pt x="24030" y="4062"/>
                  </a:cubicBezTo>
                  <a:cubicBezTo>
                    <a:pt x="21416" y="1386"/>
                    <a:pt x="17913" y="1"/>
                    <a:pt x="14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7"/>
            <p:cNvSpPr/>
            <p:nvPr/>
          </p:nvSpPr>
          <p:spPr>
            <a:xfrm>
              <a:off x="4978941" y="1245560"/>
              <a:ext cx="162467" cy="250852"/>
            </a:xfrm>
            <a:custGeom>
              <a:avLst/>
              <a:gdLst/>
              <a:ahLst/>
              <a:cxnLst/>
              <a:rect l="l" t="t" r="r" b="b"/>
              <a:pathLst>
                <a:path w="5066" h="7822" extrusionOk="0">
                  <a:moveTo>
                    <a:pt x="5006" y="2727"/>
                  </a:moveTo>
                  <a:cubicBezTo>
                    <a:pt x="5065" y="4261"/>
                    <a:pt x="3352" y="7822"/>
                    <a:pt x="1534" y="7673"/>
                  </a:cubicBezTo>
                  <a:cubicBezTo>
                    <a:pt x="179" y="7553"/>
                    <a:pt x="119" y="4455"/>
                    <a:pt x="45" y="2935"/>
                  </a:cubicBezTo>
                  <a:cubicBezTo>
                    <a:pt x="0" y="2101"/>
                    <a:pt x="60" y="1282"/>
                    <a:pt x="238" y="477"/>
                  </a:cubicBezTo>
                  <a:cubicBezTo>
                    <a:pt x="1728" y="0"/>
                    <a:pt x="2771" y="164"/>
                    <a:pt x="3382" y="358"/>
                  </a:cubicBezTo>
                  <a:cubicBezTo>
                    <a:pt x="4499" y="730"/>
                    <a:pt x="4976" y="1669"/>
                    <a:pt x="5006" y="272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7"/>
            <p:cNvSpPr/>
            <p:nvPr/>
          </p:nvSpPr>
          <p:spPr>
            <a:xfrm>
              <a:off x="4969384" y="1293986"/>
              <a:ext cx="111828" cy="118819"/>
            </a:xfrm>
            <a:custGeom>
              <a:avLst/>
              <a:gdLst/>
              <a:ahLst/>
              <a:cxnLst/>
              <a:rect l="l" t="t" r="r" b="b"/>
              <a:pathLst>
                <a:path w="3487" h="3705" extrusionOk="0">
                  <a:moveTo>
                    <a:pt x="2872" y="1"/>
                  </a:moveTo>
                  <a:cubicBezTo>
                    <a:pt x="2828" y="1"/>
                    <a:pt x="2784" y="8"/>
                    <a:pt x="2741" y="25"/>
                  </a:cubicBezTo>
                  <a:cubicBezTo>
                    <a:pt x="1356" y="517"/>
                    <a:pt x="402" y="1664"/>
                    <a:pt x="45" y="3258"/>
                  </a:cubicBezTo>
                  <a:cubicBezTo>
                    <a:pt x="0" y="3466"/>
                    <a:pt x="134" y="3660"/>
                    <a:pt x="343" y="3705"/>
                  </a:cubicBezTo>
                  <a:lnTo>
                    <a:pt x="447" y="3705"/>
                  </a:lnTo>
                  <a:cubicBezTo>
                    <a:pt x="611" y="3705"/>
                    <a:pt x="775" y="3571"/>
                    <a:pt x="819" y="3407"/>
                  </a:cubicBezTo>
                  <a:cubicBezTo>
                    <a:pt x="924" y="2855"/>
                    <a:pt x="1162" y="2334"/>
                    <a:pt x="1475" y="1887"/>
                  </a:cubicBezTo>
                  <a:cubicBezTo>
                    <a:pt x="2160" y="2215"/>
                    <a:pt x="2577" y="2721"/>
                    <a:pt x="2682" y="3332"/>
                  </a:cubicBezTo>
                  <a:cubicBezTo>
                    <a:pt x="2710" y="3516"/>
                    <a:pt x="2872" y="3646"/>
                    <a:pt x="3055" y="3646"/>
                  </a:cubicBezTo>
                  <a:cubicBezTo>
                    <a:pt x="3064" y="3646"/>
                    <a:pt x="3074" y="3646"/>
                    <a:pt x="3084" y="3645"/>
                  </a:cubicBezTo>
                  <a:lnTo>
                    <a:pt x="3129" y="3645"/>
                  </a:lnTo>
                  <a:cubicBezTo>
                    <a:pt x="3337" y="3615"/>
                    <a:pt x="3486" y="3422"/>
                    <a:pt x="3456" y="3213"/>
                  </a:cubicBezTo>
                  <a:cubicBezTo>
                    <a:pt x="3322" y="2423"/>
                    <a:pt x="2816" y="1768"/>
                    <a:pt x="1996" y="1306"/>
                  </a:cubicBezTo>
                  <a:cubicBezTo>
                    <a:pt x="2294" y="1053"/>
                    <a:pt x="2637" y="859"/>
                    <a:pt x="3009" y="725"/>
                  </a:cubicBezTo>
                  <a:cubicBezTo>
                    <a:pt x="3203" y="665"/>
                    <a:pt x="3307" y="442"/>
                    <a:pt x="3248" y="248"/>
                  </a:cubicBezTo>
                  <a:cubicBezTo>
                    <a:pt x="3178" y="97"/>
                    <a:pt x="3027" y="1"/>
                    <a:pt x="28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7"/>
            <p:cNvSpPr/>
            <p:nvPr/>
          </p:nvSpPr>
          <p:spPr>
            <a:xfrm>
              <a:off x="4019565" y="1299053"/>
              <a:ext cx="174429" cy="255181"/>
            </a:xfrm>
            <a:custGeom>
              <a:avLst/>
              <a:gdLst/>
              <a:ahLst/>
              <a:cxnLst/>
              <a:rect l="l" t="t" r="r" b="b"/>
              <a:pathLst>
                <a:path w="5439" h="7957" extrusionOk="0">
                  <a:moveTo>
                    <a:pt x="75" y="3100"/>
                  </a:moveTo>
                  <a:cubicBezTo>
                    <a:pt x="194" y="4619"/>
                    <a:pt x="2310" y="7956"/>
                    <a:pt x="4098" y="7599"/>
                  </a:cubicBezTo>
                  <a:cubicBezTo>
                    <a:pt x="5438" y="7331"/>
                    <a:pt x="5140" y="4247"/>
                    <a:pt x="5036" y="2712"/>
                  </a:cubicBezTo>
                  <a:cubicBezTo>
                    <a:pt x="4991" y="1893"/>
                    <a:pt x="4828" y="1074"/>
                    <a:pt x="4574" y="299"/>
                  </a:cubicBezTo>
                  <a:cubicBezTo>
                    <a:pt x="3025" y="1"/>
                    <a:pt x="2012" y="284"/>
                    <a:pt x="1431" y="552"/>
                  </a:cubicBezTo>
                  <a:cubicBezTo>
                    <a:pt x="358" y="1044"/>
                    <a:pt x="1" y="2042"/>
                    <a:pt x="75" y="310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7"/>
            <p:cNvSpPr/>
            <p:nvPr/>
          </p:nvSpPr>
          <p:spPr>
            <a:xfrm>
              <a:off x="4082647" y="1350365"/>
              <a:ext cx="117088" cy="117376"/>
            </a:xfrm>
            <a:custGeom>
              <a:avLst/>
              <a:gdLst/>
              <a:ahLst/>
              <a:cxnLst/>
              <a:rect l="l" t="t" r="r" b="b"/>
              <a:pathLst>
                <a:path w="3651" h="3660" extrusionOk="0">
                  <a:moveTo>
                    <a:pt x="434" y="1"/>
                  </a:moveTo>
                  <a:cubicBezTo>
                    <a:pt x="257" y="1"/>
                    <a:pt x="96" y="114"/>
                    <a:pt x="45" y="293"/>
                  </a:cubicBezTo>
                  <a:cubicBezTo>
                    <a:pt x="0" y="487"/>
                    <a:pt x="134" y="695"/>
                    <a:pt x="343" y="740"/>
                  </a:cubicBezTo>
                  <a:cubicBezTo>
                    <a:pt x="715" y="829"/>
                    <a:pt x="1088" y="978"/>
                    <a:pt x="1415" y="1202"/>
                  </a:cubicBezTo>
                  <a:cubicBezTo>
                    <a:pt x="671" y="1738"/>
                    <a:pt x="224" y="2453"/>
                    <a:pt x="194" y="3258"/>
                  </a:cubicBezTo>
                  <a:cubicBezTo>
                    <a:pt x="179" y="3481"/>
                    <a:pt x="343" y="3660"/>
                    <a:pt x="566" y="3660"/>
                  </a:cubicBezTo>
                  <a:lnTo>
                    <a:pt x="611" y="3660"/>
                  </a:lnTo>
                  <a:cubicBezTo>
                    <a:pt x="805" y="3645"/>
                    <a:pt x="954" y="3496"/>
                    <a:pt x="969" y="3302"/>
                  </a:cubicBezTo>
                  <a:cubicBezTo>
                    <a:pt x="998" y="2677"/>
                    <a:pt x="1371" y="2125"/>
                    <a:pt x="1996" y="1708"/>
                  </a:cubicBezTo>
                  <a:cubicBezTo>
                    <a:pt x="2369" y="2125"/>
                    <a:pt x="2652" y="2617"/>
                    <a:pt x="2831" y="3153"/>
                  </a:cubicBezTo>
                  <a:cubicBezTo>
                    <a:pt x="2887" y="3307"/>
                    <a:pt x="3034" y="3408"/>
                    <a:pt x="3199" y="3408"/>
                  </a:cubicBezTo>
                  <a:cubicBezTo>
                    <a:pt x="3210" y="3408"/>
                    <a:pt x="3222" y="3407"/>
                    <a:pt x="3233" y="3407"/>
                  </a:cubicBezTo>
                  <a:cubicBezTo>
                    <a:pt x="3263" y="3407"/>
                    <a:pt x="3293" y="3392"/>
                    <a:pt x="3337" y="3392"/>
                  </a:cubicBezTo>
                  <a:cubicBezTo>
                    <a:pt x="3531" y="3332"/>
                    <a:pt x="3650" y="3109"/>
                    <a:pt x="3576" y="2915"/>
                  </a:cubicBezTo>
                  <a:cubicBezTo>
                    <a:pt x="3039" y="1366"/>
                    <a:pt x="1952" y="338"/>
                    <a:pt x="522" y="10"/>
                  </a:cubicBezTo>
                  <a:cubicBezTo>
                    <a:pt x="492" y="4"/>
                    <a:pt x="463" y="1"/>
                    <a:pt x="4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7"/>
            <p:cNvSpPr/>
            <p:nvPr/>
          </p:nvSpPr>
          <p:spPr>
            <a:xfrm>
              <a:off x="4197778" y="932009"/>
              <a:ext cx="695181" cy="273910"/>
            </a:xfrm>
            <a:custGeom>
              <a:avLst/>
              <a:gdLst/>
              <a:ahLst/>
              <a:cxnLst/>
              <a:rect l="l" t="t" r="r" b="b"/>
              <a:pathLst>
                <a:path w="21677" h="8541" extrusionOk="0">
                  <a:moveTo>
                    <a:pt x="3920" y="0"/>
                  </a:moveTo>
                  <a:cubicBezTo>
                    <a:pt x="3909" y="0"/>
                    <a:pt x="3899" y="2"/>
                    <a:pt x="3889" y="5"/>
                  </a:cubicBezTo>
                  <a:cubicBezTo>
                    <a:pt x="3636" y="64"/>
                    <a:pt x="3680" y="1048"/>
                    <a:pt x="3978" y="2195"/>
                  </a:cubicBezTo>
                  <a:cubicBezTo>
                    <a:pt x="3563" y="1853"/>
                    <a:pt x="3198" y="1641"/>
                    <a:pt x="3015" y="1641"/>
                  </a:cubicBezTo>
                  <a:cubicBezTo>
                    <a:pt x="2974" y="1641"/>
                    <a:pt x="2942" y="1652"/>
                    <a:pt x="2920" y="1673"/>
                  </a:cubicBezTo>
                  <a:cubicBezTo>
                    <a:pt x="2742" y="1852"/>
                    <a:pt x="3233" y="2701"/>
                    <a:pt x="4038" y="3580"/>
                  </a:cubicBezTo>
                  <a:lnTo>
                    <a:pt x="4142" y="3684"/>
                  </a:lnTo>
                  <a:cubicBezTo>
                    <a:pt x="2444" y="4638"/>
                    <a:pt x="865" y="6545"/>
                    <a:pt x="1" y="8526"/>
                  </a:cubicBezTo>
                  <a:cubicBezTo>
                    <a:pt x="164" y="8541"/>
                    <a:pt x="328" y="8541"/>
                    <a:pt x="492" y="8541"/>
                  </a:cubicBezTo>
                  <a:cubicBezTo>
                    <a:pt x="3099" y="8496"/>
                    <a:pt x="5185" y="6858"/>
                    <a:pt x="5140" y="4906"/>
                  </a:cubicBezTo>
                  <a:cubicBezTo>
                    <a:pt x="5125" y="4385"/>
                    <a:pt x="4961" y="3878"/>
                    <a:pt x="4678" y="3446"/>
                  </a:cubicBezTo>
                  <a:lnTo>
                    <a:pt x="4753" y="3401"/>
                  </a:lnTo>
                  <a:lnTo>
                    <a:pt x="4768" y="3386"/>
                  </a:lnTo>
                  <a:cubicBezTo>
                    <a:pt x="6968" y="5297"/>
                    <a:pt x="10646" y="6533"/>
                    <a:pt x="14816" y="6533"/>
                  </a:cubicBezTo>
                  <a:cubicBezTo>
                    <a:pt x="14937" y="6533"/>
                    <a:pt x="15059" y="6532"/>
                    <a:pt x="15181" y="6530"/>
                  </a:cubicBezTo>
                  <a:cubicBezTo>
                    <a:pt x="17401" y="6500"/>
                    <a:pt x="19606" y="6083"/>
                    <a:pt x="21676" y="5308"/>
                  </a:cubicBezTo>
                  <a:cubicBezTo>
                    <a:pt x="19557" y="2633"/>
                    <a:pt x="15859" y="1105"/>
                    <a:pt x="12062" y="1105"/>
                  </a:cubicBezTo>
                  <a:cubicBezTo>
                    <a:pt x="11989" y="1105"/>
                    <a:pt x="11917" y="1106"/>
                    <a:pt x="11844" y="1107"/>
                  </a:cubicBezTo>
                  <a:cubicBezTo>
                    <a:pt x="9475" y="1137"/>
                    <a:pt x="7166" y="1763"/>
                    <a:pt x="5110" y="2954"/>
                  </a:cubicBezTo>
                  <a:cubicBezTo>
                    <a:pt x="5066" y="2612"/>
                    <a:pt x="5006" y="2284"/>
                    <a:pt x="4902" y="1971"/>
                  </a:cubicBezTo>
                  <a:cubicBezTo>
                    <a:pt x="4616" y="855"/>
                    <a:pt x="4178" y="0"/>
                    <a:pt x="3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7"/>
            <p:cNvSpPr/>
            <p:nvPr/>
          </p:nvSpPr>
          <p:spPr>
            <a:xfrm>
              <a:off x="4635407" y="1006604"/>
              <a:ext cx="91303" cy="44000"/>
            </a:xfrm>
            <a:custGeom>
              <a:avLst/>
              <a:gdLst/>
              <a:ahLst/>
              <a:cxnLst/>
              <a:rect l="l" t="t" r="r" b="b"/>
              <a:pathLst>
                <a:path w="2847" h="1372" extrusionOk="0">
                  <a:moveTo>
                    <a:pt x="1282" y="1"/>
                  </a:moveTo>
                  <a:cubicBezTo>
                    <a:pt x="1132" y="1"/>
                    <a:pt x="982" y="16"/>
                    <a:pt x="835" y="47"/>
                  </a:cubicBezTo>
                  <a:cubicBezTo>
                    <a:pt x="716" y="77"/>
                    <a:pt x="597" y="107"/>
                    <a:pt x="477" y="152"/>
                  </a:cubicBezTo>
                  <a:cubicBezTo>
                    <a:pt x="209" y="256"/>
                    <a:pt x="1" y="420"/>
                    <a:pt x="45" y="703"/>
                  </a:cubicBezTo>
                  <a:cubicBezTo>
                    <a:pt x="98" y="915"/>
                    <a:pt x="281" y="1068"/>
                    <a:pt x="499" y="1068"/>
                  </a:cubicBezTo>
                  <a:cubicBezTo>
                    <a:pt x="526" y="1068"/>
                    <a:pt x="554" y="1065"/>
                    <a:pt x="582" y="1060"/>
                  </a:cubicBezTo>
                  <a:cubicBezTo>
                    <a:pt x="600" y="1060"/>
                    <a:pt x="619" y="1059"/>
                    <a:pt x="637" y="1059"/>
                  </a:cubicBezTo>
                  <a:cubicBezTo>
                    <a:pt x="1044" y="1059"/>
                    <a:pt x="1389" y="1214"/>
                    <a:pt x="1773" y="1314"/>
                  </a:cubicBezTo>
                  <a:cubicBezTo>
                    <a:pt x="1907" y="1352"/>
                    <a:pt x="2029" y="1371"/>
                    <a:pt x="2139" y="1371"/>
                  </a:cubicBezTo>
                  <a:cubicBezTo>
                    <a:pt x="2410" y="1371"/>
                    <a:pt x="2606" y="1257"/>
                    <a:pt x="2712" y="1046"/>
                  </a:cubicBezTo>
                  <a:cubicBezTo>
                    <a:pt x="2846" y="748"/>
                    <a:pt x="2712" y="435"/>
                    <a:pt x="2310" y="241"/>
                  </a:cubicBezTo>
                  <a:cubicBezTo>
                    <a:pt x="1986" y="84"/>
                    <a:pt x="1633" y="1"/>
                    <a:pt x="12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7"/>
            <p:cNvSpPr/>
            <p:nvPr/>
          </p:nvSpPr>
          <p:spPr>
            <a:xfrm>
              <a:off x="4740051" y="1040599"/>
              <a:ext cx="31044" cy="29216"/>
            </a:xfrm>
            <a:custGeom>
              <a:avLst/>
              <a:gdLst/>
              <a:ahLst/>
              <a:cxnLst/>
              <a:rect l="l" t="t" r="r" b="b"/>
              <a:pathLst>
                <a:path w="968" h="911" extrusionOk="0">
                  <a:moveTo>
                    <a:pt x="328" y="0"/>
                  </a:moveTo>
                  <a:cubicBezTo>
                    <a:pt x="149" y="0"/>
                    <a:pt x="0" y="164"/>
                    <a:pt x="15" y="358"/>
                  </a:cubicBezTo>
                  <a:cubicBezTo>
                    <a:pt x="45" y="656"/>
                    <a:pt x="298" y="909"/>
                    <a:pt x="611" y="909"/>
                  </a:cubicBezTo>
                  <a:cubicBezTo>
                    <a:pt x="619" y="910"/>
                    <a:pt x="627" y="910"/>
                    <a:pt x="635" y="910"/>
                  </a:cubicBezTo>
                  <a:cubicBezTo>
                    <a:pt x="818" y="910"/>
                    <a:pt x="968" y="751"/>
                    <a:pt x="954" y="552"/>
                  </a:cubicBezTo>
                  <a:cubicBezTo>
                    <a:pt x="909" y="254"/>
                    <a:pt x="641" y="15"/>
                    <a:pt x="32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7"/>
            <p:cNvSpPr/>
            <p:nvPr/>
          </p:nvSpPr>
          <p:spPr>
            <a:xfrm>
              <a:off x="4318939" y="1190559"/>
              <a:ext cx="211886" cy="58399"/>
            </a:xfrm>
            <a:custGeom>
              <a:avLst/>
              <a:gdLst/>
              <a:ahLst/>
              <a:cxnLst/>
              <a:rect l="l" t="t" r="r" b="b"/>
              <a:pathLst>
                <a:path w="6607" h="1821" extrusionOk="0">
                  <a:moveTo>
                    <a:pt x="3941" y="1"/>
                  </a:moveTo>
                  <a:cubicBezTo>
                    <a:pt x="3771" y="1"/>
                    <a:pt x="3602" y="6"/>
                    <a:pt x="3433" y="17"/>
                  </a:cubicBezTo>
                  <a:cubicBezTo>
                    <a:pt x="2301" y="77"/>
                    <a:pt x="1228" y="464"/>
                    <a:pt x="304" y="1105"/>
                  </a:cubicBezTo>
                  <a:cubicBezTo>
                    <a:pt x="0" y="1336"/>
                    <a:pt x="161" y="1821"/>
                    <a:pt x="539" y="1821"/>
                  </a:cubicBezTo>
                  <a:cubicBezTo>
                    <a:pt x="550" y="1821"/>
                    <a:pt x="561" y="1821"/>
                    <a:pt x="573" y="1820"/>
                  </a:cubicBezTo>
                  <a:lnTo>
                    <a:pt x="588" y="1820"/>
                  </a:lnTo>
                  <a:lnTo>
                    <a:pt x="6144" y="1105"/>
                  </a:lnTo>
                  <a:cubicBezTo>
                    <a:pt x="6547" y="1045"/>
                    <a:pt x="6606" y="479"/>
                    <a:pt x="6219" y="345"/>
                  </a:cubicBezTo>
                  <a:cubicBezTo>
                    <a:pt x="5474" y="113"/>
                    <a:pt x="4709" y="1"/>
                    <a:pt x="3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7"/>
            <p:cNvSpPr/>
            <p:nvPr/>
          </p:nvSpPr>
          <p:spPr>
            <a:xfrm>
              <a:off x="4639864" y="1172279"/>
              <a:ext cx="214869" cy="47047"/>
            </a:xfrm>
            <a:custGeom>
              <a:avLst/>
              <a:gdLst/>
              <a:ahLst/>
              <a:cxnLst/>
              <a:rect l="l" t="t" r="r" b="b"/>
              <a:pathLst>
                <a:path w="6700" h="1467" extrusionOk="0">
                  <a:moveTo>
                    <a:pt x="3595" y="1"/>
                  </a:moveTo>
                  <a:cubicBezTo>
                    <a:pt x="3428" y="1"/>
                    <a:pt x="3261" y="8"/>
                    <a:pt x="3094" y="21"/>
                  </a:cubicBezTo>
                  <a:cubicBezTo>
                    <a:pt x="2156" y="81"/>
                    <a:pt x="1232" y="319"/>
                    <a:pt x="368" y="721"/>
                  </a:cubicBezTo>
                  <a:cubicBezTo>
                    <a:pt x="1" y="912"/>
                    <a:pt x="141" y="1466"/>
                    <a:pt x="546" y="1466"/>
                  </a:cubicBezTo>
                  <a:cubicBezTo>
                    <a:pt x="551" y="1466"/>
                    <a:pt x="556" y="1466"/>
                    <a:pt x="562" y="1466"/>
                  </a:cubicBezTo>
                  <a:lnTo>
                    <a:pt x="6163" y="1406"/>
                  </a:lnTo>
                  <a:lnTo>
                    <a:pt x="6178" y="1406"/>
                  </a:lnTo>
                  <a:cubicBezTo>
                    <a:pt x="6595" y="1392"/>
                    <a:pt x="6700" y="840"/>
                    <a:pt x="6327" y="662"/>
                  </a:cubicBezTo>
                  <a:cubicBezTo>
                    <a:pt x="5478" y="218"/>
                    <a:pt x="4543" y="1"/>
                    <a:pt x="3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7"/>
            <p:cNvSpPr/>
            <p:nvPr/>
          </p:nvSpPr>
          <p:spPr>
            <a:xfrm>
              <a:off x="4412295" y="1335677"/>
              <a:ext cx="87134" cy="73344"/>
            </a:xfrm>
            <a:custGeom>
              <a:avLst/>
              <a:gdLst/>
              <a:ahLst/>
              <a:cxnLst/>
              <a:rect l="l" t="t" r="r" b="b"/>
              <a:pathLst>
                <a:path w="2717" h="2287" extrusionOk="0">
                  <a:moveTo>
                    <a:pt x="1524" y="1"/>
                  </a:moveTo>
                  <a:cubicBezTo>
                    <a:pt x="1489" y="1"/>
                    <a:pt x="1452" y="3"/>
                    <a:pt x="1416" y="6"/>
                  </a:cubicBezTo>
                  <a:cubicBezTo>
                    <a:pt x="403" y="95"/>
                    <a:pt x="1" y="1362"/>
                    <a:pt x="775" y="2017"/>
                  </a:cubicBezTo>
                  <a:cubicBezTo>
                    <a:pt x="999" y="2203"/>
                    <a:pt x="1255" y="2286"/>
                    <a:pt x="1504" y="2286"/>
                  </a:cubicBezTo>
                  <a:cubicBezTo>
                    <a:pt x="2131" y="2286"/>
                    <a:pt x="2716" y="1759"/>
                    <a:pt x="2652" y="1034"/>
                  </a:cubicBezTo>
                  <a:cubicBezTo>
                    <a:pt x="2596" y="445"/>
                    <a:pt x="2104" y="1"/>
                    <a:pt x="1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7"/>
            <p:cNvSpPr/>
            <p:nvPr/>
          </p:nvSpPr>
          <p:spPr>
            <a:xfrm>
              <a:off x="4699418" y="1321342"/>
              <a:ext cx="87134" cy="73344"/>
            </a:xfrm>
            <a:custGeom>
              <a:avLst/>
              <a:gdLst/>
              <a:ahLst/>
              <a:cxnLst/>
              <a:rect l="l" t="t" r="r" b="b"/>
              <a:pathLst>
                <a:path w="2717" h="2287" extrusionOk="0">
                  <a:moveTo>
                    <a:pt x="1525" y="1"/>
                  </a:moveTo>
                  <a:cubicBezTo>
                    <a:pt x="1489" y="1"/>
                    <a:pt x="1453" y="3"/>
                    <a:pt x="1416" y="6"/>
                  </a:cubicBezTo>
                  <a:cubicBezTo>
                    <a:pt x="388" y="96"/>
                    <a:pt x="1" y="1362"/>
                    <a:pt x="776" y="2017"/>
                  </a:cubicBezTo>
                  <a:cubicBezTo>
                    <a:pt x="1000" y="2203"/>
                    <a:pt x="1255" y="2286"/>
                    <a:pt x="1504" y="2286"/>
                  </a:cubicBezTo>
                  <a:cubicBezTo>
                    <a:pt x="2131" y="2286"/>
                    <a:pt x="2717" y="1759"/>
                    <a:pt x="2653" y="1034"/>
                  </a:cubicBezTo>
                  <a:cubicBezTo>
                    <a:pt x="2597" y="445"/>
                    <a:pt x="2105" y="1"/>
                    <a:pt x="1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7"/>
            <p:cNvSpPr/>
            <p:nvPr/>
          </p:nvSpPr>
          <p:spPr>
            <a:xfrm>
              <a:off x="4547984" y="1288277"/>
              <a:ext cx="166283" cy="216633"/>
            </a:xfrm>
            <a:custGeom>
              <a:avLst/>
              <a:gdLst/>
              <a:ahLst/>
              <a:cxnLst/>
              <a:rect l="l" t="t" r="r" b="b"/>
              <a:pathLst>
                <a:path w="5185" h="6755" extrusionOk="0">
                  <a:moveTo>
                    <a:pt x="1537" y="1"/>
                  </a:moveTo>
                  <a:cubicBezTo>
                    <a:pt x="1196" y="1"/>
                    <a:pt x="858" y="202"/>
                    <a:pt x="641" y="605"/>
                  </a:cubicBezTo>
                  <a:cubicBezTo>
                    <a:pt x="343" y="1216"/>
                    <a:pt x="149" y="1901"/>
                    <a:pt x="105" y="2587"/>
                  </a:cubicBezTo>
                  <a:cubicBezTo>
                    <a:pt x="0" y="3376"/>
                    <a:pt x="15" y="4181"/>
                    <a:pt x="149" y="4970"/>
                  </a:cubicBezTo>
                  <a:cubicBezTo>
                    <a:pt x="194" y="5223"/>
                    <a:pt x="254" y="5462"/>
                    <a:pt x="343" y="5685"/>
                  </a:cubicBezTo>
                  <a:cubicBezTo>
                    <a:pt x="547" y="6326"/>
                    <a:pt x="1138" y="6754"/>
                    <a:pt x="1796" y="6754"/>
                  </a:cubicBezTo>
                  <a:cubicBezTo>
                    <a:pt x="1858" y="6754"/>
                    <a:pt x="1920" y="6751"/>
                    <a:pt x="1982" y="6743"/>
                  </a:cubicBezTo>
                  <a:cubicBezTo>
                    <a:pt x="2801" y="6668"/>
                    <a:pt x="3606" y="6430"/>
                    <a:pt x="4321" y="6043"/>
                  </a:cubicBezTo>
                  <a:cubicBezTo>
                    <a:pt x="4485" y="5953"/>
                    <a:pt x="4619" y="5849"/>
                    <a:pt x="4738" y="5730"/>
                  </a:cubicBezTo>
                  <a:cubicBezTo>
                    <a:pt x="5185" y="5253"/>
                    <a:pt x="5110" y="4747"/>
                    <a:pt x="4574" y="4374"/>
                  </a:cubicBezTo>
                  <a:cubicBezTo>
                    <a:pt x="4485" y="4315"/>
                    <a:pt x="4380" y="4255"/>
                    <a:pt x="4276" y="4210"/>
                  </a:cubicBezTo>
                  <a:cubicBezTo>
                    <a:pt x="3486" y="3823"/>
                    <a:pt x="3099" y="3153"/>
                    <a:pt x="2950" y="2318"/>
                  </a:cubicBezTo>
                  <a:cubicBezTo>
                    <a:pt x="2891" y="1991"/>
                    <a:pt x="2831" y="1678"/>
                    <a:pt x="2756" y="1365"/>
                  </a:cubicBezTo>
                  <a:cubicBezTo>
                    <a:pt x="2697" y="1067"/>
                    <a:pt x="2578" y="784"/>
                    <a:pt x="2399" y="516"/>
                  </a:cubicBezTo>
                  <a:cubicBezTo>
                    <a:pt x="2170" y="173"/>
                    <a:pt x="1852" y="1"/>
                    <a:pt x="15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7"/>
            <p:cNvSpPr/>
            <p:nvPr/>
          </p:nvSpPr>
          <p:spPr>
            <a:xfrm>
              <a:off x="4532846" y="1540638"/>
              <a:ext cx="165193" cy="97204"/>
            </a:xfrm>
            <a:custGeom>
              <a:avLst/>
              <a:gdLst/>
              <a:ahLst/>
              <a:cxnLst/>
              <a:rect l="l" t="t" r="r" b="b"/>
              <a:pathLst>
                <a:path w="5151" h="3031" extrusionOk="0">
                  <a:moveTo>
                    <a:pt x="4697" y="0"/>
                  </a:moveTo>
                  <a:cubicBezTo>
                    <a:pt x="4488" y="0"/>
                    <a:pt x="4279" y="142"/>
                    <a:pt x="4286" y="423"/>
                  </a:cubicBezTo>
                  <a:cubicBezTo>
                    <a:pt x="4331" y="1287"/>
                    <a:pt x="3720" y="2062"/>
                    <a:pt x="2856" y="2211"/>
                  </a:cubicBezTo>
                  <a:cubicBezTo>
                    <a:pt x="2779" y="2222"/>
                    <a:pt x="2700" y="2228"/>
                    <a:pt x="2620" y="2228"/>
                  </a:cubicBezTo>
                  <a:cubicBezTo>
                    <a:pt x="1969" y="2228"/>
                    <a:pt x="1234" y="1829"/>
                    <a:pt x="890" y="662"/>
                  </a:cubicBezTo>
                  <a:cubicBezTo>
                    <a:pt x="825" y="458"/>
                    <a:pt x="666" y="370"/>
                    <a:pt x="505" y="370"/>
                  </a:cubicBezTo>
                  <a:cubicBezTo>
                    <a:pt x="254" y="370"/>
                    <a:pt x="0" y="583"/>
                    <a:pt x="100" y="900"/>
                  </a:cubicBezTo>
                  <a:cubicBezTo>
                    <a:pt x="577" y="2464"/>
                    <a:pt x="1649" y="3015"/>
                    <a:pt x="2573" y="3030"/>
                  </a:cubicBezTo>
                  <a:cubicBezTo>
                    <a:pt x="2707" y="3030"/>
                    <a:pt x="2841" y="3030"/>
                    <a:pt x="2990" y="3001"/>
                  </a:cubicBezTo>
                  <a:cubicBezTo>
                    <a:pt x="4242" y="2792"/>
                    <a:pt x="5150" y="1675"/>
                    <a:pt x="5106" y="393"/>
                  </a:cubicBezTo>
                  <a:cubicBezTo>
                    <a:pt x="5098" y="131"/>
                    <a:pt x="4898" y="0"/>
                    <a:pt x="4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7"/>
            <p:cNvSpPr/>
            <p:nvPr/>
          </p:nvSpPr>
          <p:spPr>
            <a:xfrm>
              <a:off x="4771063" y="1439040"/>
              <a:ext cx="189726" cy="161986"/>
            </a:xfrm>
            <a:custGeom>
              <a:avLst/>
              <a:gdLst/>
              <a:ahLst/>
              <a:cxnLst/>
              <a:rect l="l" t="t" r="r" b="b"/>
              <a:pathLst>
                <a:path w="5916" h="5051" extrusionOk="0">
                  <a:moveTo>
                    <a:pt x="2540" y="0"/>
                  </a:moveTo>
                  <a:cubicBezTo>
                    <a:pt x="1179" y="0"/>
                    <a:pt x="61" y="1107"/>
                    <a:pt x="31" y="2474"/>
                  </a:cubicBezTo>
                  <a:cubicBezTo>
                    <a:pt x="1" y="4013"/>
                    <a:pt x="1254" y="5051"/>
                    <a:pt x="2564" y="5051"/>
                  </a:cubicBezTo>
                  <a:cubicBezTo>
                    <a:pt x="3168" y="5051"/>
                    <a:pt x="3784" y="4830"/>
                    <a:pt x="4292" y="4336"/>
                  </a:cubicBezTo>
                  <a:cubicBezTo>
                    <a:pt x="5916" y="2772"/>
                    <a:pt x="4843" y="46"/>
                    <a:pt x="2594" y="1"/>
                  </a:cubicBezTo>
                  <a:cubicBezTo>
                    <a:pt x="2576" y="1"/>
                    <a:pt x="2558" y="0"/>
                    <a:pt x="25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7"/>
            <p:cNvSpPr/>
            <p:nvPr/>
          </p:nvSpPr>
          <p:spPr>
            <a:xfrm>
              <a:off x="4302391" y="1461489"/>
              <a:ext cx="189245" cy="161793"/>
            </a:xfrm>
            <a:custGeom>
              <a:avLst/>
              <a:gdLst/>
              <a:ahLst/>
              <a:cxnLst/>
              <a:rect l="l" t="t" r="r" b="b"/>
              <a:pathLst>
                <a:path w="5901" h="5045" extrusionOk="0">
                  <a:moveTo>
                    <a:pt x="2565" y="1"/>
                  </a:moveTo>
                  <a:cubicBezTo>
                    <a:pt x="1178" y="1"/>
                    <a:pt x="46" y="1098"/>
                    <a:pt x="31" y="2474"/>
                  </a:cubicBezTo>
                  <a:cubicBezTo>
                    <a:pt x="0" y="4014"/>
                    <a:pt x="1254" y="5044"/>
                    <a:pt x="2564" y="5044"/>
                  </a:cubicBezTo>
                  <a:cubicBezTo>
                    <a:pt x="3168" y="5044"/>
                    <a:pt x="3784" y="4825"/>
                    <a:pt x="4292" y="4336"/>
                  </a:cubicBezTo>
                  <a:cubicBezTo>
                    <a:pt x="5901" y="2787"/>
                    <a:pt x="4828" y="46"/>
                    <a:pt x="2593" y="1"/>
                  </a:cubicBezTo>
                  <a:cubicBezTo>
                    <a:pt x="2584" y="1"/>
                    <a:pt x="2575" y="1"/>
                    <a:pt x="25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7"/>
            <p:cNvSpPr/>
            <p:nvPr/>
          </p:nvSpPr>
          <p:spPr>
            <a:xfrm>
              <a:off x="4427592" y="797891"/>
              <a:ext cx="182542" cy="226959"/>
            </a:xfrm>
            <a:custGeom>
              <a:avLst/>
              <a:gdLst/>
              <a:ahLst/>
              <a:cxnLst/>
              <a:rect l="l" t="t" r="r" b="b"/>
              <a:pathLst>
                <a:path w="5692" h="7077" extrusionOk="0">
                  <a:moveTo>
                    <a:pt x="2905" y="2056"/>
                  </a:moveTo>
                  <a:cubicBezTo>
                    <a:pt x="3024" y="1654"/>
                    <a:pt x="3203" y="1297"/>
                    <a:pt x="3427" y="954"/>
                  </a:cubicBezTo>
                  <a:cubicBezTo>
                    <a:pt x="3665" y="611"/>
                    <a:pt x="4008" y="343"/>
                    <a:pt x="4395" y="209"/>
                  </a:cubicBezTo>
                  <a:cubicBezTo>
                    <a:pt x="5110" y="0"/>
                    <a:pt x="5691" y="507"/>
                    <a:pt x="5483" y="1237"/>
                  </a:cubicBezTo>
                  <a:cubicBezTo>
                    <a:pt x="5408" y="1446"/>
                    <a:pt x="5304" y="1624"/>
                    <a:pt x="5170" y="1788"/>
                  </a:cubicBezTo>
                  <a:cubicBezTo>
                    <a:pt x="4648" y="2429"/>
                    <a:pt x="3680" y="2905"/>
                    <a:pt x="2965" y="3308"/>
                  </a:cubicBezTo>
                  <a:cubicBezTo>
                    <a:pt x="2875" y="4365"/>
                    <a:pt x="2935" y="5423"/>
                    <a:pt x="3144" y="6466"/>
                  </a:cubicBezTo>
                  <a:cubicBezTo>
                    <a:pt x="3173" y="6645"/>
                    <a:pt x="3308" y="6973"/>
                    <a:pt x="3069" y="7032"/>
                  </a:cubicBezTo>
                  <a:cubicBezTo>
                    <a:pt x="2846" y="7077"/>
                    <a:pt x="2771" y="6481"/>
                    <a:pt x="2727" y="6168"/>
                  </a:cubicBezTo>
                  <a:cubicBezTo>
                    <a:pt x="2607" y="5200"/>
                    <a:pt x="2592" y="4231"/>
                    <a:pt x="2682" y="3263"/>
                  </a:cubicBezTo>
                  <a:cubicBezTo>
                    <a:pt x="2056" y="3203"/>
                    <a:pt x="1460" y="2980"/>
                    <a:pt x="939" y="2593"/>
                  </a:cubicBezTo>
                  <a:cubicBezTo>
                    <a:pt x="566" y="2324"/>
                    <a:pt x="119" y="1922"/>
                    <a:pt x="45" y="1356"/>
                  </a:cubicBezTo>
                  <a:cubicBezTo>
                    <a:pt x="0" y="969"/>
                    <a:pt x="268" y="611"/>
                    <a:pt x="656" y="552"/>
                  </a:cubicBezTo>
                  <a:cubicBezTo>
                    <a:pt x="1699" y="313"/>
                    <a:pt x="2637" y="1148"/>
                    <a:pt x="2905" y="20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7"/>
            <p:cNvSpPr/>
            <p:nvPr/>
          </p:nvSpPr>
          <p:spPr>
            <a:xfrm>
              <a:off x="3291446" y="777751"/>
              <a:ext cx="2860420" cy="2608959"/>
            </a:xfrm>
            <a:custGeom>
              <a:avLst/>
              <a:gdLst/>
              <a:ahLst/>
              <a:cxnLst/>
              <a:rect l="l" t="t" r="r" b="b"/>
              <a:pathLst>
                <a:path w="89193" h="81352" extrusionOk="0">
                  <a:moveTo>
                    <a:pt x="58014" y="0"/>
                  </a:moveTo>
                  <a:cubicBezTo>
                    <a:pt x="57875" y="0"/>
                    <a:pt x="57731" y="25"/>
                    <a:pt x="57580" y="77"/>
                  </a:cubicBezTo>
                  <a:cubicBezTo>
                    <a:pt x="56895" y="792"/>
                    <a:pt x="57178" y="2237"/>
                    <a:pt x="57327" y="3444"/>
                  </a:cubicBezTo>
                  <a:cubicBezTo>
                    <a:pt x="57595" y="5515"/>
                    <a:pt x="57937" y="8003"/>
                    <a:pt x="57848" y="10208"/>
                  </a:cubicBezTo>
                  <a:cubicBezTo>
                    <a:pt x="57379" y="9865"/>
                    <a:pt x="55926" y="9369"/>
                    <a:pt x="54790" y="9369"/>
                  </a:cubicBezTo>
                  <a:cubicBezTo>
                    <a:pt x="54050" y="9369"/>
                    <a:pt x="53446" y="9579"/>
                    <a:pt x="53334" y="10178"/>
                  </a:cubicBezTo>
                  <a:cubicBezTo>
                    <a:pt x="53200" y="10863"/>
                    <a:pt x="53766" y="11265"/>
                    <a:pt x="54377" y="11668"/>
                  </a:cubicBezTo>
                  <a:cubicBezTo>
                    <a:pt x="55673" y="12517"/>
                    <a:pt x="57282" y="13649"/>
                    <a:pt x="58191" y="15139"/>
                  </a:cubicBezTo>
                  <a:cubicBezTo>
                    <a:pt x="58638" y="15869"/>
                    <a:pt x="71554" y="30885"/>
                    <a:pt x="71554" y="30885"/>
                  </a:cubicBezTo>
                  <a:cubicBezTo>
                    <a:pt x="71554" y="30885"/>
                    <a:pt x="69379" y="30856"/>
                    <a:pt x="68440" y="30856"/>
                  </a:cubicBezTo>
                  <a:cubicBezTo>
                    <a:pt x="67737" y="30852"/>
                    <a:pt x="67034" y="30851"/>
                    <a:pt x="66332" y="30851"/>
                  </a:cubicBezTo>
                  <a:cubicBezTo>
                    <a:pt x="63643" y="30851"/>
                    <a:pt x="60961" y="30877"/>
                    <a:pt x="58280" y="30960"/>
                  </a:cubicBezTo>
                  <a:cubicBezTo>
                    <a:pt x="56790" y="31000"/>
                    <a:pt x="55301" y="31000"/>
                    <a:pt x="53806" y="31000"/>
                  </a:cubicBezTo>
                  <a:lnTo>
                    <a:pt x="53806" y="31000"/>
                  </a:lnTo>
                  <a:cubicBezTo>
                    <a:pt x="53059" y="31000"/>
                    <a:pt x="52311" y="31000"/>
                    <a:pt x="51561" y="31005"/>
                  </a:cubicBezTo>
                  <a:cubicBezTo>
                    <a:pt x="50280" y="31019"/>
                    <a:pt x="48999" y="31049"/>
                    <a:pt x="47703" y="31109"/>
                  </a:cubicBezTo>
                  <a:cubicBezTo>
                    <a:pt x="44381" y="31288"/>
                    <a:pt x="41044" y="31362"/>
                    <a:pt x="37707" y="31481"/>
                  </a:cubicBezTo>
                  <a:cubicBezTo>
                    <a:pt x="36068" y="31541"/>
                    <a:pt x="34429" y="31615"/>
                    <a:pt x="32790" y="31720"/>
                  </a:cubicBezTo>
                  <a:cubicBezTo>
                    <a:pt x="30526" y="31839"/>
                    <a:pt x="28604" y="31973"/>
                    <a:pt x="26355" y="32107"/>
                  </a:cubicBezTo>
                  <a:cubicBezTo>
                    <a:pt x="24105" y="32226"/>
                    <a:pt x="21870" y="32539"/>
                    <a:pt x="19681" y="33016"/>
                  </a:cubicBezTo>
                  <a:cubicBezTo>
                    <a:pt x="14720" y="34178"/>
                    <a:pt x="10891" y="36308"/>
                    <a:pt x="6973" y="39302"/>
                  </a:cubicBezTo>
                  <a:cubicBezTo>
                    <a:pt x="4887" y="40882"/>
                    <a:pt x="3353" y="42997"/>
                    <a:pt x="2027" y="45261"/>
                  </a:cubicBezTo>
                  <a:cubicBezTo>
                    <a:pt x="1491" y="46155"/>
                    <a:pt x="1044" y="47109"/>
                    <a:pt x="716" y="48107"/>
                  </a:cubicBezTo>
                  <a:cubicBezTo>
                    <a:pt x="329" y="49284"/>
                    <a:pt x="105" y="50520"/>
                    <a:pt x="75" y="51757"/>
                  </a:cubicBezTo>
                  <a:cubicBezTo>
                    <a:pt x="1" y="54826"/>
                    <a:pt x="984" y="57567"/>
                    <a:pt x="2638" y="60099"/>
                  </a:cubicBezTo>
                  <a:cubicBezTo>
                    <a:pt x="4127" y="62349"/>
                    <a:pt x="6019" y="64226"/>
                    <a:pt x="8135" y="65880"/>
                  </a:cubicBezTo>
                  <a:cubicBezTo>
                    <a:pt x="10057" y="67354"/>
                    <a:pt x="12113" y="68636"/>
                    <a:pt x="14288" y="69723"/>
                  </a:cubicBezTo>
                  <a:cubicBezTo>
                    <a:pt x="13766" y="70036"/>
                    <a:pt x="13126" y="70096"/>
                    <a:pt x="12321" y="70260"/>
                  </a:cubicBezTo>
                  <a:cubicBezTo>
                    <a:pt x="11755" y="70379"/>
                    <a:pt x="10370" y="70572"/>
                    <a:pt x="10265" y="71109"/>
                  </a:cubicBezTo>
                  <a:cubicBezTo>
                    <a:pt x="10101" y="71824"/>
                    <a:pt x="11249" y="72286"/>
                    <a:pt x="11755" y="72390"/>
                  </a:cubicBezTo>
                  <a:cubicBezTo>
                    <a:pt x="12063" y="72447"/>
                    <a:pt x="12351" y="72472"/>
                    <a:pt x="12623" y="72472"/>
                  </a:cubicBezTo>
                  <a:cubicBezTo>
                    <a:pt x="13549" y="72472"/>
                    <a:pt x="14280" y="72188"/>
                    <a:pt x="14913" y="71958"/>
                  </a:cubicBezTo>
                  <a:cubicBezTo>
                    <a:pt x="15052" y="71918"/>
                    <a:pt x="15277" y="71812"/>
                    <a:pt x="15434" y="71812"/>
                  </a:cubicBezTo>
                  <a:cubicBezTo>
                    <a:pt x="15513" y="71812"/>
                    <a:pt x="15574" y="71839"/>
                    <a:pt x="15599" y="71913"/>
                  </a:cubicBezTo>
                  <a:cubicBezTo>
                    <a:pt x="15703" y="72181"/>
                    <a:pt x="14928" y="72435"/>
                    <a:pt x="14526" y="72569"/>
                  </a:cubicBezTo>
                  <a:cubicBezTo>
                    <a:pt x="14124" y="72688"/>
                    <a:pt x="13632" y="72852"/>
                    <a:pt x="13170" y="72956"/>
                  </a:cubicBezTo>
                  <a:cubicBezTo>
                    <a:pt x="12455" y="73135"/>
                    <a:pt x="10772" y="73194"/>
                    <a:pt x="10757" y="74014"/>
                  </a:cubicBezTo>
                  <a:cubicBezTo>
                    <a:pt x="10742" y="74639"/>
                    <a:pt x="11934" y="75012"/>
                    <a:pt x="12485" y="75071"/>
                  </a:cubicBezTo>
                  <a:cubicBezTo>
                    <a:pt x="12654" y="75091"/>
                    <a:pt x="12825" y="75100"/>
                    <a:pt x="12995" y="75100"/>
                  </a:cubicBezTo>
                  <a:cubicBezTo>
                    <a:pt x="14112" y="75100"/>
                    <a:pt x="15221" y="74711"/>
                    <a:pt x="15971" y="74401"/>
                  </a:cubicBezTo>
                  <a:cubicBezTo>
                    <a:pt x="16238" y="74292"/>
                    <a:pt x="16672" y="74045"/>
                    <a:pt x="16873" y="74045"/>
                  </a:cubicBezTo>
                  <a:cubicBezTo>
                    <a:pt x="16919" y="74045"/>
                    <a:pt x="16953" y="74058"/>
                    <a:pt x="16969" y="74088"/>
                  </a:cubicBezTo>
                  <a:cubicBezTo>
                    <a:pt x="17133" y="74356"/>
                    <a:pt x="15450" y="75086"/>
                    <a:pt x="14347" y="75414"/>
                  </a:cubicBezTo>
                  <a:cubicBezTo>
                    <a:pt x="13781" y="75563"/>
                    <a:pt x="11591" y="75816"/>
                    <a:pt x="11576" y="76546"/>
                  </a:cubicBezTo>
                  <a:cubicBezTo>
                    <a:pt x="11561" y="76904"/>
                    <a:pt x="12127" y="77276"/>
                    <a:pt x="12589" y="77381"/>
                  </a:cubicBezTo>
                  <a:cubicBezTo>
                    <a:pt x="12920" y="77458"/>
                    <a:pt x="13265" y="77491"/>
                    <a:pt x="13612" y="77491"/>
                  </a:cubicBezTo>
                  <a:cubicBezTo>
                    <a:pt x="14876" y="77491"/>
                    <a:pt x="16178" y="77048"/>
                    <a:pt x="16984" y="76651"/>
                  </a:cubicBezTo>
                  <a:cubicBezTo>
                    <a:pt x="17446" y="76440"/>
                    <a:pt x="18210" y="75844"/>
                    <a:pt x="18504" y="75844"/>
                  </a:cubicBezTo>
                  <a:cubicBezTo>
                    <a:pt x="18542" y="75844"/>
                    <a:pt x="18572" y="75854"/>
                    <a:pt x="18593" y="75876"/>
                  </a:cubicBezTo>
                  <a:cubicBezTo>
                    <a:pt x="18787" y="76114"/>
                    <a:pt x="17476" y="77783"/>
                    <a:pt x="16656" y="78513"/>
                  </a:cubicBezTo>
                  <a:cubicBezTo>
                    <a:pt x="16329" y="78811"/>
                    <a:pt x="15911" y="79094"/>
                    <a:pt x="15435" y="79496"/>
                  </a:cubicBezTo>
                  <a:cubicBezTo>
                    <a:pt x="15092" y="79794"/>
                    <a:pt x="14362" y="80271"/>
                    <a:pt x="14511" y="80911"/>
                  </a:cubicBezTo>
                  <a:cubicBezTo>
                    <a:pt x="14591" y="81218"/>
                    <a:pt x="15137" y="81351"/>
                    <a:pt x="15538" y="81351"/>
                  </a:cubicBezTo>
                  <a:cubicBezTo>
                    <a:pt x="15663" y="81351"/>
                    <a:pt x="15774" y="81338"/>
                    <a:pt x="15852" y="81313"/>
                  </a:cubicBezTo>
                  <a:cubicBezTo>
                    <a:pt x="19204" y="80151"/>
                    <a:pt x="21424" y="77127"/>
                    <a:pt x="22198" y="72867"/>
                  </a:cubicBezTo>
                  <a:cubicBezTo>
                    <a:pt x="22243" y="72598"/>
                    <a:pt x="22288" y="72345"/>
                    <a:pt x="22317" y="72062"/>
                  </a:cubicBezTo>
                  <a:cubicBezTo>
                    <a:pt x="22779" y="68576"/>
                    <a:pt x="21528" y="62632"/>
                    <a:pt x="16790" y="59936"/>
                  </a:cubicBezTo>
                  <a:cubicBezTo>
                    <a:pt x="16731" y="59906"/>
                    <a:pt x="16671" y="59876"/>
                    <a:pt x="16597" y="59846"/>
                  </a:cubicBezTo>
                  <a:cubicBezTo>
                    <a:pt x="15867" y="59384"/>
                    <a:pt x="15167" y="58878"/>
                    <a:pt x="14496" y="58327"/>
                  </a:cubicBezTo>
                  <a:cubicBezTo>
                    <a:pt x="13483" y="57448"/>
                    <a:pt x="12589" y="56464"/>
                    <a:pt x="12008" y="55228"/>
                  </a:cubicBezTo>
                  <a:cubicBezTo>
                    <a:pt x="10936" y="52993"/>
                    <a:pt x="11308" y="50818"/>
                    <a:pt x="13081" y="49075"/>
                  </a:cubicBezTo>
                  <a:cubicBezTo>
                    <a:pt x="13543" y="48599"/>
                    <a:pt x="14079" y="48196"/>
                    <a:pt x="14660" y="47854"/>
                  </a:cubicBezTo>
                  <a:cubicBezTo>
                    <a:pt x="16641" y="46677"/>
                    <a:pt x="18980" y="46126"/>
                    <a:pt x="21260" y="45887"/>
                  </a:cubicBezTo>
                  <a:cubicBezTo>
                    <a:pt x="21339" y="45879"/>
                    <a:pt x="21406" y="45874"/>
                    <a:pt x="21462" y="45874"/>
                  </a:cubicBezTo>
                  <a:cubicBezTo>
                    <a:pt x="21721" y="45874"/>
                    <a:pt x="21751" y="45983"/>
                    <a:pt x="21751" y="46423"/>
                  </a:cubicBezTo>
                  <a:cubicBezTo>
                    <a:pt x="21766" y="48390"/>
                    <a:pt x="21856" y="50342"/>
                    <a:pt x="21915" y="52293"/>
                  </a:cubicBezTo>
                  <a:cubicBezTo>
                    <a:pt x="22005" y="55377"/>
                    <a:pt x="22005" y="58476"/>
                    <a:pt x="22154" y="61559"/>
                  </a:cubicBezTo>
                  <a:cubicBezTo>
                    <a:pt x="22332" y="64986"/>
                    <a:pt x="22600" y="68412"/>
                    <a:pt x="22749" y="71839"/>
                  </a:cubicBezTo>
                  <a:cubicBezTo>
                    <a:pt x="22764" y="72286"/>
                    <a:pt x="22794" y="72732"/>
                    <a:pt x="22809" y="73165"/>
                  </a:cubicBezTo>
                  <a:cubicBezTo>
                    <a:pt x="27442" y="75578"/>
                    <a:pt x="32522" y="76993"/>
                    <a:pt x="37736" y="77351"/>
                  </a:cubicBezTo>
                  <a:cubicBezTo>
                    <a:pt x="39092" y="77381"/>
                    <a:pt x="40463" y="77410"/>
                    <a:pt x="41833" y="77440"/>
                  </a:cubicBezTo>
                  <a:cubicBezTo>
                    <a:pt x="48418" y="77246"/>
                    <a:pt x="55181" y="75295"/>
                    <a:pt x="60008" y="72300"/>
                  </a:cubicBezTo>
                  <a:lnTo>
                    <a:pt x="60008" y="72137"/>
                  </a:lnTo>
                  <a:cubicBezTo>
                    <a:pt x="59934" y="68219"/>
                    <a:pt x="59934" y="64315"/>
                    <a:pt x="59919" y="60412"/>
                  </a:cubicBezTo>
                  <a:cubicBezTo>
                    <a:pt x="59919" y="58580"/>
                    <a:pt x="59964" y="56747"/>
                    <a:pt x="59964" y="54900"/>
                  </a:cubicBezTo>
                  <a:cubicBezTo>
                    <a:pt x="59934" y="51831"/>
                    <a:pt x="59889" y="48762"/>
                    <a:pt x="59874" y="45693"/>
                  </a:cubicBezTo>
                  <a:cubicBezTo>
                    <a:pt x="59874" y="45008"/>
                    <a:pt x="59919" y="44964"/>
                    <a:pt x="60604" y="44949"/>
                  </a:cubicBezTo>
                  <a:cubicBezTo>
                    <a:pt x="62913" y="44829"/>
                    <a:pt x="65222" y="44755"/>
                    <a:pt x="67517" y="44531"/>
                  </a:cubicBezTo>
                  <a:cubicBezTo>
                    <a:pt x="70958" y="44234"/>
                    <a:pt x="74369" y="43638"/>
                    <a:pt x="77707" y="42714"/>
                  </a:cubicBezTo>
                  <a:cubicBezTo>
                    <a:pt x="79181" y="42312"/>
                    <a:pt x="80612" y="41775"/>
                    <a:pt x="81997" y="41120"/>
                  </a:cubicBezTo>
                  <a:cubicBezTo>
                    <a:pt x="82727" y="40762"/>
                    <a:pt x="83427" y="40360"/>
                    <a:pt x="84112" y="39913"/>
                  </a:cubicBezTo>
                  <a:cubicBezTo>
                    <a:pt x="85632" y="38915"/>
                    <a:pt x="86943" y="37679"/>
                    <a:pt x="87882" y="36070"/>
                  </a:cubicBezTo>
                  <a:cubicBezTo>
                    <a:pt x="89058" y="34029"/>
                    <a:pt x="89193" y="31943"/>
                    <a:pt x="88105" y="29798"/>
                  </a:cubicBezTo>
                  <a:cubicBezTo>
                    <a:pt x="87747" y="29083"/>
                    <a:pt x="87286" y="28412"/>
                    <a:pt x="86734" y="27816"/>
                  </a:cubicBezTo>
                  <a:cubicBezTo>
                    <a:pt x="86228" y="27250"/>
                    <a:pt x="83561" y="24852"/>
                    <a:pt x="80224" y="21977"/>
                  </a:cubicBezTo>
                  <a:cubicBezTo>
                    <a:pt x="76500" y="18759"/>
                    <a:pt x="71911" y="14930"/>
                    <a:pt x="68530" y="12427"/>
                  </a:cubicBezTo>
                  <a:cubicBezTo>
                    <a:pt x="68470" y="12398"/>
                    <a:pt x="68396" y="12368"/>
                    <a:pt x="68336" y="12353"/>
                  </a:cubicBezTo>
                  <a:cubicBezTo>
                    <a:pt x="69274" y="11653"/>
                    <a:pt x="70556" y="9865"/>
                    <a:pt x="69915" y="8271"/>
                  </a:cubicBezTo>
                  <a:cubicBezTo>
                    <a:pt x="69602" y="7481"/>
                    <a:pt x="68783" y="7154"/>
                    <a:pt x="68038" y="6707"/>
                  </a:cubicBezTo>
                  <a:cubicBezTo>
                    <a:pt x="68396" y="5902"/>
                    <a:pt x="67934" y="5262"/>
                    <a:pt x="67561" y="4725"/>
                  </a:cubicBezTo>
                  <a:cubicBezTo>
                    <a:pt x="66872" y="3747"/>
                    <a:pt x="65660" y="2586"/>
                    <a:pt x="64433" y="2586"/>
                  </a:cubicBezTo>
                  <a:cubicBezTo>
                    <a:pt x="64016" y="2586"/>
                    <a:pt x="63597" y="2721"/>
                    <a:pt x="63196" y="3042"/>
                  </a:cubicBezTo>
                  <a:cubicBezTo>
                    <a:pt x="62377" y="3697"/>
                    <a:pt x="61900" y="4949"/>
                    <a:pt x="61245" y="5738"/>
                  </a:cubicBezTo>
                  <a:cubicBezTo>
                    <a:pt x="61096" y="4785"/>
                    <a:pt x="60664" y="3459"/>
                    <a:pt x="60157" y="2282"/>
                  </a:cubicBezTo>
                  <a:cubicBezTo>
                    <a:pt x="59712" y="1262"/>
                    <a:pt x="59015" y="0"/>
                    <a:pt x="580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7"/>
            <p:cNvSpPr/>
            <p:nvPr/>
          </p:nvSpPr>
          <p:spPr>
            <a:xfrm>
              <a:off x="5106965" y="778777"/>
              <a:ext cx="214067" cy="368388"/>
            </a:xfrm>
            <a:custGeom>
              <a:avLst/>
              <a:gdLst/>
              <a:ahLst/>
              <a:cxnLst/>
              <a:rect l="l" t="t" r="r" b="b"/>
              <a:pathLst>
                <a:path w="6675" h="11487" extrusionOk="0">
                  <a:moveTo>
                    <a:pt x="1222" y="10176"/>
                  </a:moveTo>
                  <a:cubicBezTo>
                    <a:pt x="1282" y="7792"/>
                    <a:pt x="745" y="5170"/>
                    <a:pt x="433" y="2861"/>
                  </a:cubicBezTo>
                  <a:cubicBezTo>
                    <a:pt x="284" y="1699"/>
                    <a:pt x="1" y="254"/>
                    <a:pt x="1163" y="1"/>
                  </a:cubicBezTo>
                  <a:cubicBezTo>
                    <a:pt x="507" y="716"/>
                    <a:pt x="954" y="2176"/>
                    <a:pt x="1163" y="3367"/>
                  </a:cubicBezTo>
                  <a:cubicBezTo>
                    <a:pt x="1535" y="5513"/>
                    <a:pt x="2116" y="7986"/>
                    <a:pt x="2444" y="10205"/>
                  </a:cubicBezTo>
                  <a:cubicBezTo>
                    <a:pt x="4395" y="10101"/>
                    <a:pt x="5662" y="10682"/>
                    <a:pt x="6675" y="11487"/>
                  </a:cubicBezTo>
                  <a:cubicBezTo>
                    <a:pt x="5989" y="11174"/>
                    <a:pt x="5274" y="10980"/>
                    <a:pt x="4529" y="10876"/>
                  </a:cubicBezTo>
                  <a:cubicBezTo>
                    <a:pt x="3859" y="10831"/>
                    <a:pt x="3204" y="10846"/>
                    <a:pt x="2548" y="10906"/>
                  </a:cubicBezTo>
                  <a:cubicBezTo>
                    <a:pt x="2131" y="10623"/>
                    <a:pt x="1684" y="10384"/>
                    <a:pt x="1222" y="10176"/>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7"/>
            <p:cNvSpPr/>
            <p:nvPr/>
          </p:nvSpPr>
          <p:spPr>
            <a:xfrm>
              <a:off x="5241210" y="860941"/>
              <a:ext cx="268073" cy="362199"/>
            </a:xfrm>
            <a:custGeom>
              <a:avLst/>
              <a:gdLst/>
              <a:ahLst/>
              <a:cxnLst/>
              <a:rect l="l" t="t" r="r" b="b"/>
              <a:pathLst>
                <a:path w="8359" h="11294" extrusionOk="0">
                  <a:moveTo>
                    <a:pt x="6094" y="9952"/>
                  </a:moveTo>
                  <a:cubicBezTo>
                    <a:pt x="3889" y="11293"/>
                    <a:pt x="4172" y="7599"/>
                    <a:pt x="4515" y="6034"/>
                  </a:cubicBezTo>
                  <a:cubicBezTo>
                    <a:pt x="3099" y="5945"/>
                    <a:pt x="1565" y="6020"/>
                    <a:pt x="1" y="5945"/>
                  </a:cubicBezTo>
                  <a:cubicBezTo>
                    <a:pt x="284" y="5811"/>
                    <a:pt x="582" y="5707"/>
                    <a:pt x="895" y="5647"/>
                  </a:cubicBezTo>
                  <a:cubicBezTo>
                    <a:pt x="761" y="4843"/>
                    <a:pt x="656" y="3889"/>
                    <a:pt x="433" y="3159"/>
                  </a:cubicBezTo>
                  <a:cubicBezTo>
                    <a:pt x="924" y="2340"/>
                    <a:pt x="1312" y="1461"/>
                    <a:pt x="1923" y="776"/>
                  </a:cubicBezTo>
                  <a:cubicBezTo>
                    <a:pt x="2340" y="284"/>
                    <a:pt x="2951" y="1"/>
                    <a:pt x="3591" y="1"/>
                  </a:cubicBezTo>
                  <a:cubicBezTo>
                    <a:pt x="1937" y="999"/>
                    <a:pt x="1356" y="3129"/>
                    <a:pt x="1029" y="5513"/>
                  </a:cubicBezTo>
                  <a:cubicBezTo>
                    <a:pt x="1997" y="5558"/>
                    <a:pt x="4500" y="5617"/>
                    <a:pt x="4500" y="5617"/>
                  </a:cubicBezTo>
                  <a:lnTo>
                    <a:pt x="4798" y="4321"/>
                  </a:lnTo>
                  <a:cubicBezTo>
                    <a:pt x="4291" y="3770"/>
                    <a:pt x="3800" y="3189"/>
                    <a:pt x="3368" y="2578"/>
                  </a:cubicBezTo>
                  <a:cubicBezTo>
                    <a:pt x="4068" y="3085"/>
                    <a:pt x="5856" y="4932"/>
                    <a:pt x="7345" y="3636"/>
                  </a:cubicBezTo>
                  <a:cubicBezTo>
                    <a:pt x="7375" y="3800"/>
                    <a:pt x="7345" y="3964"/>
                    <a:pt x="7286" y="4113"/>
                  </a:cubicBezTo>
                  <a:cubicBezTo>
                    <a:pt x="8358" y="4992"/>
                    <a:pt x="8150" y="6586"/>
                    <a:pt x="7539" y="8001"/>
                  </a:cubicBezTo>
                  <a:cubicBezTo>
                    <a:pt x="7256" y="8642"/>
                    <a:pt x="6839" y="9357"/>
                    <a:pt x="6362" y="9506"/>
                  </a:cubicBezTo>
                  <a:cubicBezTo>
                    <a:pt x="7062" y="8269"/>
                    <a:pt x="8254" y="5930"/>
                    <a:pt x="7226" y="4291"/>
                  </a:cubicBezTo>
                  <a:cubicBezTo>
                    <a:pt x="6764" y="4783"/>
                    <a:pt x="6019" y="4902"/>
                    <a:pt x="5438" y="4574"/>
                  </a:cubicBezTo>
                  <a:cubicBezTo>
                    <a:pt x="5170" y="5215"/>
                    <a:pt x="4723" y="7167"/>
                    <a:pt x="4857" y="8448"/>
                  </a:cubicBezTo>
                  <a:cubicBezTo>
                    <a:pt x="4932" y="9267"/>
                    <a:pt x="5364" y="10146"/>
                    <a:pt x="6302" y="9550"/>
                  </a:cubicBezTo>
                  <a:cubicBezTo>
                    <a:pt x="6615" y="10623"/>
                    <a:pt x="8045" y="9282"/>
                    <a:pt x="8045" y="9282"/>
                  </a:cubicBezTo>
                  <a:cubicBezTo>
                    <a:pt x="7926" y="9461"/>
                    <a:pt x="7211" y="10489"/>
                    <a:pt x="6407" y="10325"/>
                  </a:cubicBezTo>
                  <a:cubicBezTo>
                    <a:pt x="6228" y="10280"/>
                    <a:pt x="6094" y="10116"/>
                    <a:pt x="6094" y="9938"/>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7"/>
            <p:cNvSpPr/>
            <p:nvPr/>
          </p:nvSpPr>
          <p:spPr>
            <a:xfrm>
              <a:off x="4760576" y="2176720"/>
              <a:ext cx="275706" cy="249922"/>
            </a:xfrm>
            <a:custGeom>
              <a:avLst/>
              <a:gdLst/>
              <a:ahLst/>
              <a:cxnLst/>
              <a:rect l="l" t="t" r="r" b="b"/>
              <a:pathLst>
                <a:path w="8597" h="7793" extrusionOk="0">
                  <a:moveTo>
                    <a:pt x="4276" y="2176"/>
                  </a:moveTo>
                  <a:cubicBezTo>
                    <a:pt x="4723" y="1267"/>
                    <a:pt x="5811" y="16"/>
                    <a:pt x="7167" y="224"/>
                  </a:cubicBezTo>
                  <a:cubicBezTo>
                    <a:pt x="8180" y="388"/>
                    <a:pt x="8597" y="1252"/>
                    <a:pt x="8418" y="2414"/>
                  </a:cubicBezTo>
                  <a:cubicBezTo>
                    <a:pt x="8180" y="3874"/>
                    <a:pt x="7107" y="5781"/>
                    <a:pt x="6094" y="6868"/>
                  </a:cubicBezTo>
                  <a:cubicBezTo>
                    <a:pt x="5692" y="7286"/>
                    <a:pt x="5155" y="7762"/>
                    <a:pt x="4843" y="7762"/>
                  </a:cubicBezTo>
                  <a:cubicBezTo>
                    <a:pt x="4083" y="7792"/>
                    <a:pt x="2668" y="6481"/>
                    <a:pt x="2161" y="5975"/>
                  </a:cubicBezTo>
                  <a:cubicBezTo>
                    <a:pt x="1327" y="5125"/>
                    <a:pt x="701" y="4202"/>
                    <a:pt x="448" y="3397"/>
                  </a:cubicBezTo>
                  <a:cubicBezTo>
                    <a:pt x="1" y="2042"/>
                    <a:pt x="343" y="1148"/>
                    <a:pt x="865" y="746"/>
                  </a:cubicBezTo>
                  <a:cubicBezTo>
                    <a:pt x="1833" y="1"/>
                    <a:pt x="3770" y="805"/>
                    <a:pt x="4276" y="21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7"/>
            <p:cNvSpPr/>
            <p:nvPr/>
          </p:nvSpPr>
          <p:spPr>
            <a:xfrm>
              <a:off x="3793118" y="1882411"/>
              <a:ext cx="134277" cy="68117"/>
            </a:xfrm>
            <a:custGeom>
              <a:avLst/>
              <a:gdLst/>
              <a:ahLst/>
              <a:cxnLst/>
              <a:rect l="l" t="t" r="r" b="b"/>
              <a:pathLst>
                <a:path w="4187" h="2124" extrusionOk="0">
                  <a:moveTo>
                    <a:pt x="3308" y="1"/>
                  </a:moveTo>
                  <a:cubicBezTo>
                    <a:pt x="2414" y="16"/>
                    <a:pt x="1535" y="254"/>
                    <a:pt x="760" y="671"/>
                  </a:cubicBezTo>
                  <a:cubicBezTo>
                    <a:pt x="581" y="790"/>
                    <a:pt x="403" y="925"/>
                    <a:pt x="268" y="1088"/>
                  </a:cubicBezTo>
                  <a:cubicBezTo>
                    <a:pt x="60" y="1267"/>
                    <a:pt x="0" y="1565"/>
                    <a:pt x="134" y="1803"/>
                  </a:cubicBezTo>
                  <a:cubicBezTo>
                    <a:pt x="230" y="2006"/>
                    <a:pt x="431" y="2123"/>
                    <a:pt x="645" y="2123"/>
                  </a:cubicBezTo>
                  <a:cubicBezTo>
                    <a:pt x="698" y="2123"/>
                    <a:pt x="752" y="2116"/>
                    <a:pt x="805" y="2101"/>
                  </a:cubicBezTo>
                  <a:cubicBezTo>
                    <a:pt x="1028" y="2042"/>
                    <a:pt x="1267" y="1967"/>
                    <a:pt x="1490" y="1878"/>
                  </a:cubicBezTo>
                  <a:cubicBezTo>
                    <a:pt x="2071" y="1610"/>
                    <a:pt x="2682" y="1401"/>
                    <a:pt x="3308" y="1222"/>
                  </a:cubicBezTo>
                  <a:cubicBezTo>
                    <a:pt x="3471" y="1178"/>
                    <a:pt x="3620" y="1118"/>
                    <a:pt x="3769" y="1059"/>
                  </a:cubicBezTo>
                  <a:cubicBezTo>
                    <a:pt x="4008" y="939"/>
                    <a:pt x="4187" y="761"/>
                    <a:pt x="4142" y="492"/>
                  </a:cubicBezTo>
                  <a:cubicBezTo>
                    <a:pt x="4112" y="224"/>
                    <a:pt x="3903" y="90"/>
                    <a:pt x="3606" y="16"/>
                  </a:cubicBezTo>
                  <a:cubicBezTo>
                    <a:pt x="3501" y="1"/>
                    <a:pt x="3397" y="1"/>
                    <a:pt x="330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7"/>
            <p:cNvSpPr/>
            <p:nvPr/>
          </p:nvSpPr>
          <p:spPr>
            <a:xfrm>
              <a:off x="3720736" y="1945076"/>
              <a:ext cx="50414" cy="39510"/>
            </a:xfrm>
            <a:custGeom>
              <a:avLst/>
              <a:gdLst/>
              <a:ahLst/>
              <a:cxnLst/>
              <a:rect l="l" t="t" r="r" b="b"/>
              <a:pathLst>
                <a:path w="1572" h="1232" extrusionOk="0">
                  <a:moveTo>
                    <a:pt x="1026" y="0"/>
                  </a:moveTo>
                  <a:cubicBezTo>
                    <a:pt x="661" y="0"/>
                    <a:pt x="134" y="347"/>
                    <a:pt x="67" y="669"/>
                  </a:cubicBezTo>
                  <a:cubicBezTo>
                    <a:pt x="1" y="962"/>
                    <a:pt x="220" y="1232"/>
                    <a:pt x="502" y="1232"/>
                  </a:cubicBezTo>
                  <a:cubicBezTo>
                    <a:pt x="535" y="1232"/>
                    <a:pt x="569" y="1228"/>
                    <a:pt x="604" y="1220"/>
                  </a:cubicBezTo>
                  <a:cubicBezTo>
                    <a:pt x="961" y="1160"/>
                    <a:pt x="1259" y="937"/>
                    <a:pt x="1438" y="624"/>
                  </a:cubicBezTo>
                  <a:cubicBezTo>
                    <a:pt x="1572" y="371"/>
                    <a:pt x="1423" y="58"/>
                    <a:pt x="1140" y="13"/>
                  </a:cubicBezTo>
                  <a:cubicBezTo>
                    <a:pt x="1105" y="4"/>
                    <a:pt x="1066"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7"/>
            <p:cNvSpPr/>
            <p:nvPr/>
          </p:nvSpPr>
          <p:spPr>
            <a:xfrm>
              <a:off x="5117003" y="2252181"/>
              <a:ext cx="54968" cy="112534"/>
            </a:xfrm>
            <a:custGeom>
              <a:avLst/>
              <a:gdLst/>
              <a:ahLst/>
              <a:cxnLst/>
              <a:rect l="l" t="t" r="r" b="b"/>
              <a:pathLst>
                <a:path w="1714" h="3509" extrusionOk="0">
                  <a:moveTo>
                    <a:pt x="978" y="1"/>
                  </a:moveTo>
                  <a:cubicBezTo>
                    <a:pt x="709" y="1"/>
                    <a:pt x="473" y="162"/>
                    <a:pt x="388" y="419"/>
                  </a:cubicBezTo>
                  <a:cubicBezTo>
                    <a:pt x="60" y="1208"/>
                    <a:pt x="0" y="2087"/>
                    <a:pt x="239" y="2907"/>
                  </a:cubicBezTo>
                  <a:cubicBezTo>
                    <a:pt x="428" y="3312"/>
                    <a:pt x="641" y="3509"/>
                    <a:pt x="879" y="3509"/>
                  </a:cubicBezTo>
                  <a:cubicBezTo>
                    <a:pt x="904" y="3509"/>
                    <a:pt x="929" y="3507"/>
                    <a:pt x="954" y="3502"/>
                  </a:cubicBezTo>
                  <a:cubicBezTo>
                    <a:pt x="1222" y="3473"/>
                    <a:pt x="1445" y="3249"/>
                    <a:pt x="1475" y="2981"/>
                  </a:cubicBezTo>
                  <a:cubicBezTo>
                    <a:pt x="1684" y="2191"/>
                    <a:pt x="1714" y="1357"/>
                    <a:pt x="1565" y="568"/>
                  </a:cubicBezTo>
                  <a:cubicBezTo>
                    <a:pt x="1475" y="195"/>
                    <a:pt x="1282" y="16"/>
                    <a:pt x="1013" y="2"/>
                  </a:cubicBezTo>
                  <a:cubicBezTo>
                    <a:pt x="1002" y="1"/>
                    <a:pt x="990" y="1"/>
                    <a:pt x="9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7"/>
            <p:cNvSpPr/>
            <p:nvPr/>
          </p:nvSpPr>
          <p:spPr>
            <a:xfrm>
              <a:off x="5131338" y="2398902"/>
              <a:ext cx="36816" cy="75012"/>
            </a:xfrm>
            <a:custGeom>
              <a:avLst/>
              <a:gdLst/>
              <a:ahLst/>
              <a:cxnLst/>
              <a:rect l="l" t="t" r="r" b="b"/>
              <a:pathLst>
                <a:path w="1148" h="2339" extrusionOk="0">
                  <a:moveTo>
                    <a:pt x="626" y="0"/>
                  </a:moveTo>
                  <a:cubicBezTo>
                    <a:pt x="447" y="15"/>
                    <a:pt x="298" y="134"/>
                    <a:pt x="254" y="298"/>
                  </a:cubicBezTo>
                  <a:cubicBezTo>
                    <a:pt x="45" y="819"/>
                    <a:pt x="0" y="1386"/>
                    <a:pt x="120" y="1922"/>
                  </a:cubicBezTo>
                  <a:cubicBezTo>
                    <a:pt x="149" y="2160"/>
                    <a:pt x="343" y="2339"/>
                    <a:pt x="581" y="2339"/>
                  </a:cubicBezTo>
                  <a:cubicBezTo>
                    <a:pt x="850" y="2339"/>
                    <a:pt x="954" y="2145"/>
                    <a:pt x="1013" y="1937"/>
                  </a:cubicBezTo>
                  <a:cubicBezTo>
                    <a:pt x="1133" y="1460"/>
                    <a:pt x="1147" y="968"/>
                    <a:pt x="1088" y="477"/>
                  </a:cubicBezTo>
                  <a:cubicBezTo>
                    <a:pt x="1073" y="402"/>
                    <a:pt x="1043" y="328"/>
                    <a:pt x="1013" y="253"/>
                  </a:cubicBezTo>
                  <a:cubicBezTo>
                    <a:pt x="954" y="89"/>
                    <a:pt x="790" y="0"/>
                    <a:pt x="6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0" name="Google Shape;1870;p47"/>
          <p:cNvSpPr txBox="1"/>
          <p:nvPr/>
        </p:nvSpPr>
        <p:spPr>
          <a:xfrm>
            <a:off x="4512463" y="415150"/>
            <a:ext cx="1155600" cy="32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solidFill>
                  <a:schemeClr val="dk1"/>
                </a:solidFill>
                <a:latin typeface="Chewy"/>
                <a:ea typeface="Chewy"/>
                <a:cs typeface="Chewy"/>
                <a:sym typeface="Chewy"/>
              </a:rPr>
              <a:t>Think green!</a:t>
            </a:r>
            <a:endParaRPr sz="1500">
              <a:solidFill>
                <a:schemeClr val="dk1"/>
              </a:solidFill>
              <a:latin typeface="Chewy"/>
              <a:ea typeface="Chewy"/>
              <a:cs typeface="Chewy"/>
              <a:sym typeface="Chew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4"/>
        <p:cNvGrpSpPr/>
        <p:nvPr/>
      </p:nvGrpSpPr>
      <p:grpSpPr>
        <a:xfrm>
          <a:off x="0" y="0"/>
          <a:ext cx="0" cy="0"/>
          <a:chOff x="0" y="0"/>
          <a:chExt cx="0" cy="0"/>
        </a:xfrm>
      </p:grpSpPr>
      <p:sp>
        <p:nvSpPr>
          <p:cNvPr id="1875" name="Google Shape;1875;p48"/>
          <p:cNvSpPr txBox="1">
            <a:spLocks noGrp="1"/>
          </p:cNvSpPr>
          <p:nvPr>
            <p:ph type="title"/>
          </p:nvPr>
        </p:nvSpPr>
        <p:spPr>
          <a:xfrm>
            <a:off x="935210" y="1861450"/>
            <a:ext cx="2664900" cy="147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TITLE GOES HERE!</a:t>
            </a:r>
            <a:endParaRPr/>
          </a:p>
        </p:txBody>
      </p:sp>
      <p:sp>
        <p:nvSpPr>
          <p:cNvPr id="1876" name="Google Shape;1876;p48"/>
          <p:cNvSpPr txBox="1">
            <a:spLocks noGrp="1"/>
          </p:cNvSpPr>
          <p:nvPr>
            <p:ph type="body" idx="1"/>
          </p:nvPr>
        </p:nvSpPr>
        <p:spPr>
          <a:xfrm>
            <a:off x="3849748" y="1427650"/>
            <a:ext cx="4263300" cy="234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know what helps you make your point crystal clear?</a:t>
            </a:r>
            <a:endParaRPr/>
          </a:p>
          <a:p>
            <a:pPr marL="0" lvl="0" indent="0" algn="l" rtl="0">
              <a:spcBef>
                <a:spcPts val="0"/>
              </a:spcBef>
              <a:spcAft>
                <a:spcPts val="0"/>
              </a:spcAft>
              <a:buNone/>
            </a:pPr>
            <a:r>
              <a:rPr lang="en"/>
              <a:t>Lists like this one:</a:t>
            </a:r>
            <a:endParaRPr/>
          </a:p>
          <a:p>
            <a:pPr marL="457200" lvl="0" indent="-317500" algn="l" rtl="0">
              <a:spcBef>
                <a:spcPts val="16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600"/>
              </a:spcBef>
              <a:spcAft>
                <a:spcPts val="0"/>
              </a:spcAft>
              <a:buNone/>
            </a:pPr>
            <a:r>
              <a:rPr lang="en"/>
              <a:t>And the most important thing: the audience won’t miss the point of your presentation</a:t>
            </a:r>
            <a:endParaRPr/>
          </a:p>
        </p:txBody>
      </p:sp>
      <p:grpSp>
        <p:nvGrpSpPr>
          <p:cNvPr id="1877" name="Google Shape;1877;p48"/>
          <p:cNvGrpSpPr/>
          <p:nvPr/>
        </p:nvGrpSpPr>
        <p:grpSpPr>
          <a:xfrm rot="2996445">
            <a:off x="8093396" y="2259109"/>
            <a:ext cx="740371" cy="757532"/>
            <a:chOff x="4391775" y="4244400"/>
            <a:chExt cx="715125" cy="731700"/>
          </a:xfrm>
        </p:grpSpPr>
        <p:sp>
          <p:nvSpPr>
            <p:cNvPr id="1878" name="Google Shape;1878;p48"/>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879" name="Google Shape;1879;p48"/>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880" name="Google Shape;1880;p48"/>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881" name="Google Shape;1881;p48"/>
          <p:cNvSpPr/>
          <p:nvPr/>
        </p:nvSpPr>
        <p:spPr>
          <a:xfrm rot="10800000" flipH="1">
            <a:off x="5241830" y="4392691"/>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882" name="Google Shape;1882;p48"/>
          <p:cNvSpPr/>
          <p:nvPr/>
        </p:nvSpPr>
        <p:spPr>
          <a:xfrm rot="10800000" flipH="1">
            <a:off x="6414603" y="690715"/>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883" name="Google Shape;1883;p48"/>
          <p:cNvSpPr/>
          <p:nvPr/>
        </p:nvSpPr>
        <p:spPr>
          <a:xfrm rot="10800000" flipH="1">
            <a:off x="3450155" y="3978966"/>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49"/>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HISTORY ABOUT THIS DAY</a:t>
            </a:r>
            <a:endParaRPr/>
          </a:p>
        </p:txBody>
      </p:sp>
      <p:sp>
        <p:nvSpPr>
          <p:cNvPr id="1889" name="Google Shape;1889;p49"/>
          <p:cNvSpPr txBox="1">
            <a:spLocks noGrp="1"/>
          </p:cNvSpPr>
          <p:nvPr>
            <p:ph type="body" idx="1"/>
          </p:nvPr>
        </p:nvSpPr>
        <p:spPr>
          <a:xfrm>
            <a:off x="763175" y="1517750"/>
            <a:ext cx="3663000" cy="266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1890" name="Google Shape;1890;p49"/>
          <p:cNvSpPr txBox="1">
            <a:spLocks noGrp="1"/>
          </p:cNvSpPr>
          <p:nvPr>
            <p:ph type="body" idx="2"/>
          </p:nvPr>
        </p:nvSpPr>
        <p:spPr>
          <a:xfrm>
            <a:off x="4717825" y="1517750"/>
            <a:ext cx="3663000" cy="266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extreme, albeit not as extreme as in Venus, and the solar radiation is so high, Mercury has been deemed to be non-habitable for humans</a:t>
            </a:r>
            <a:endParaRPr/>
          </a:p>
        </p:txBody>
      </p:sp>
      <p:grpSp>
        <p:nvGrpSpPr>
          <p:cNvPr id="1891" name="Google Shape;1891;p49"/>
          <p:cNvGrpSpPr/>
          <p:nvPr/>
        </p:nvGrpSpPr>
        <p:grpSpPr>
          <a:xfrm rot="1086421">
            <a:off x="6887375" y="-1257751"/>
            <a:ext cx="3406441" cy="3399387"/>
            <a:chOff x="6888464" y="-1383307"/>
            <a:chExt cx="3406361" cy="3399307"/>
          </a:xfrm>
        </p:grpSpPr>
        <p:grpSp>
          <p:nvGrpSpPr>
            <p:cNvPr id="1892" name="Google Shape;1892;p49"/>
            <p:cNvGrpSpPr/>
            <p:nvPr/>
          </p:nvGrpSpPr>
          <p:grpSpPr>
            <a:xfrm>
              <a:off x="7173820" y="-1293869"/>
              <a:ext cx="3061683" cy="3220448"/>
              <a:chOff x="7173820" y="-1293869"/>
              <a:chExt cx="3061683" cy="3220448"/>
            </a:xfrm>
          </p:grpSpPr>
          <p:sp>
            <p:nvSpPr>
              <p:cNvPr id="1893" name="Google Shape;1893;p49"/>
              <p:cNvSpPr/>
              <p:nvPr/>
            </p:nvSpPr>
            <p:spPr>
              <a:xfrm rot="-776719">
                <a:off x="7447222" y="-1046817"/>
                <a:ext cx="2514879" cy="2726346"/>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4" name="Google Shape;1894;p49"/>
              <p:cNvGrpSpPr/>
              <p:nvPr/>
            </p:nvGrpSpPr>
            <p:grpSpPr>
              <a:xfrm rot="8100000">
                <a:off x="8939114" y="1159920"/>
                <a:ext cx="70212" cy="266577"/>
                <a:chOff x="5735123" y="3863031"/>
                <a:chExt cx="70213" cy="266579"/>
              </a:xfrm>
            </p:grpSpPr>
            <p:sp>
              <p:nvSpPr>
                <p:cNvPr id="1895" name="Google Shape;1895;p4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97" name="Google Shape;1897;p49"/>
            <p:cNvSpPr/>
            <p:nvPr/>
          </p:nvSpPr>
          <p:spPr>
            <a:xfrm rot="-2539449">
              <a:off x="7360537" y="-861338"/>
              <a:ext cx="2462217" cy="2355370"/>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8" name="Google Shape;1898;p49"/>
            <p:cNvGrpSpPr/>
            <p:nvPr/>
          </p:nvGrpSpPr>
          <p:grpSpPr>
            <a:xfrm rot="-3298310">
              <a:off x="8268470" y="-365522"/>
              <a:ext cx="781177" cy="840852"/>
              <a:chOff x="8604632" y="-457076"/>
              <a:chExt cx="781149" cy="840821"/>
            </a:xfrm>
          </p:grpSpPr>
          <p:sp>
            <p:nvSpPr>
              <p:cNvPr id="1899" name="Google Shape;1899;p49"/>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9"/>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9"/>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9"/>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9"/>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9"/>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9"/>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9"/>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07" name="Google Shape;1907;p49"/>
          <p:cNvSpPr/>
          <p:nvPr/>
        </p:nvSpPr>
        <p:spPr>
          <a:xfrm flipH="1">
            <a:off x="7384398" y="117224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p50"/>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FIRST CONCEPTS TO KNOW</a:t>
            </a:r>
            <a:endParaRPr/>
          </a:p>
        </p:txBody>
      </p:sp>
      <p:sp>
        <p:nvSpPr>
          <p:cNvPr id="1913" name="Google Shape;1913;p50"/>
          <p:cNvSpPr txBox="1">
            <a:spLocks noGrp="1"/>
          </p:cNvSpPr>
          <p:nvPr>
            <p:ph type="subTitle" idx="1"/>
          </p:nvPr>
        </p:nvSpPr>
        <p:spPr>
          <a:xfrm>
            <a:off x="1260250" y="2739672"/>
            <a:ext cx="29757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Ecosystem</a:t>
            </a:r>
            <a:endParaRPr/>
          </a:p>
        </p:txBody>
      </p:sp>
      <p:sp>
        <p:nvSpPr>
          <p:cNvPr id="1914" name="Google Shape;1914;p50"/>
          <p:cNvSpPr txBox="1">
            <a:spLocks noGrp="1"/>
          </p:cNvSpPr>
          <p:nvPr>
            <p:ph type="subTitle" idx="2"/>
          </p:nvPr>
        </p:nvSpPr>
        <p:spPr>
          <a:xfrm>
            <a:off x="1260250" y="3177525"/>
            <a:ext cx="2975700" cy="9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 and the smallest one in the Solar System—it’s only a bit larger than the Moon</a:t>
            </a:r>
            <a:endParaRPr/>
          </a:p>
        </p:txBody>
      </p:sp>
      <p:sp>
        <p:nvSpPr>
          <p:cNvPr id="1915" name="Google Shape;1915;p50"/>
          <p:cNvSpPr txBox="1">
            <a:spLocks noGrp="1"/>
          </p:cNvSpPr>
          <p:nvPr>
            <p:ph type="subTitle" idx="3"/>
          </p:nvPr>
        </p:nvSpPr>
        <p:spPr>
          <a:xfrm>
            <a:off x="4908050" y="2739672"/>
            <a:ext cx="29757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Environment</a:t>
            </a:r>
            <a:endParaRPr/>
          </a:p>
        </p:txBody>
      </p:sp>
      <p:sp>
        <p:nvSpPr>
          <p:cNvPr id="1916" name="Google Shape;1916;p50"/>
          <p:cNvSpPr txBox="1">
            <a:spLocks noGrp="1"/>
          </p:cNvSpPr>
          <p:nvPr>
            <p:ph type="subTitle" idx="4"/>
          </p:nvPr>
        </p:nvSpPr>
        <p:spPr>
          <a:xfrm>
            <a:off x="4908050" y="3177525"/>
            <a:ext cx="2975700" cy="9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has a beautiful name and is the second planet from the Sun. It’s hot and has an extremely poisonous atmosphere</a:t>
            </a:r>
            <a:endParaRPr/>
          </a:p>
        </p:txBody>
      </p:sp>
      <p:sp>
        <p:nvSpPr>
          <p:cNvPr id="1917" name="Google Shape;1917;p50"/>
          <p:cNvSpPr/>
          <p:nvPr/>
        </p:nvSpPr>
        <p:spPr>
          <a:xfrm>
            <a:off x="2272115" y="1820289"/>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50"/>
          <p:cNvSpPr/>
          <p:nvPr/>
        </p:nvSpPr>
        <p:spPr>
          <a:xfrm>
            <a:off x="5919902" y="1820289"/>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9" name="Google Shape;1919;p50"/>
          <p:cNvGrpSpPr/>
          <p:nvPr/>
        </p:nvGrpSpPr>
        <p:grpSpPr>
          <a:xfrm>
            <a:off x="2499648" y="2035419"/>
            <a:ext cx="491465" cy="489968"/>
            <a:chOff x="1190625" y="248525"/>
            <a:chExt cx="5228350" cy="5212425"/>
          </a:xfrm>
        </p:grpSpPr>
        <p:sp>
          <p:nvSpPr>
            <p:cNvPr id="1920" name="Google Shape;1920;p50"/>
            <p:cNvSpPr/>
            <p:nvPr/>
          </p:nvSpPr>
          <p:spPr>
            <a:xfrm>
              <a:off x="1190625" y="248525"/>
              <a:ext cx="5228350" cy="5212425"/>
            </a:xfrm>
            <a:custGeom>
              <a:avLst/>
              <a:gdLst/>
              <a:ahLst/>
              <a:cxnLst/>
              <a:rect l="l" t="t" r="r" b="b"/>
              <a:pathLst>
                <a:path w="209134" h="208497" extrusionOk="0">
                  <a:moveTo>
                    <a:pt x="56811" y="1"/>
                  </a:moveTo>
                  <a:cubicBezTo>
                    <a:pt x="25440" y="1"/>
                    <a:pt x="0" y="29019"/>
                    <a:pt x="0" y="64851"/>
                  </a:cubicBezTo>
                  <a:cubicBezTo>
                    <a:pt x="0" y="157077"/>
                    <a:pt x="104579" y="208497"/>
                    <a:pt x="104579" y="208497"/>
                  </a:cubicBezTo>
                  <a:cubicBezTo>
                    <a:pt x="104579" y="208497"/>
                    <a:pt x="209133" y="159014"/>
                    <a:pt x="209133" y="64851"/>
                  </a:cubicBezTo>
                  <a:cubicBezTo>
                    <a:pt x="209133" y="29019"/>
                    <a:pt x="183718" y="1"/>
                    <a:pt x="152322" y="1"/>
                  </a:cubicBezTo>
                  <a:cubicBezTo>
                    <a:pt x="132298" y="1"/>
                    <a:pt x="114677" y="11838"/>
                    <a:pt x="104579" y="29730"/>
                  </a:cubicBezTo>
                  <a:cubicBezTo>
                    <a:pt x="94457" y="11838"/>
                    <a:pt x="76835" y="1"/>
                    <a:pt x="568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50"/>
            <p:cNvSpPr/>
            <p:nvPr/>
          </p:nvSpPr>
          <p:spPr>
            <a:xfrm>
              <a:off x="3576550" y="248525"/>
              <a:ext cx="2842425" cy="5212425"/>
            </a:xfrm>
            <a:custGeom>
              <a:avLst/>
              <a:gdLst/>
              <a:ahLst/>
              <a:cxnLst/>
              <a:rect l="l" t="t" r="r" b="b"/>
              <a:pathLst>
                <a:path w="113697" h="208497" extrusionOk="0">
                  <a:moveTo>
                    <a:pt x="56885" y="1"/>
                  </a:moveTo>
                  <a:cubicBezTo>
                    <a:pt x="53748" y="1"/>
                    <a:pt x="50635" y="295"/>
                    <a:pt x="47621" y="858"/>
                  </a:cubicBezTo>
                  <a:cubicBezTo>
                    <a:pt x="74605" y="5907"/>
                    <a:pt x="95192" y="32622"/>
                    <a:pt x="95192" y="64851"/>
                  </a:cubicBezTo>
                  <a:cubicBezTo>
                    <a:pt x="95192" y="141612"/>
                    <a:pt x="25685" y="188669"/>
                    <a:pt x="0" y="203448"/>
                  </a:cubicBezTo>
                  <a:cubicBezTo>
                    <a:pt x="5662" y="206781"/>
                    <a:pt x="9142" y="208497"/>
                    <a:pt x="9142" y="208497"/>
                  </a:cubicBezTo>
                  <a:cubicBezTo>
                    <a:pt x="9142" y="208497"/>
                    <a:pt x="113696" y="159014"/>
                    <a:pt x="113696" y="64851"/>
                  </a:cubicBezTo>
                  <a:cubicBezTo>
                    <a:pt x="113696" y="29019"/>
                    <a:pt x="88281" y="1"/>
                    <a:pt x="56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50"/>
            <p:cNvSpPr/>
            <p:nvPr/>
          </p:nvSpPr>
          <p:spPr>
            <a:xfrm>
              <a:off x="2462000" y="1514400"/>
              <a:ext cx="2685575" cy="2685575"/>
            </a:xfrm>
            <a:custGeom>
              <a:avLst/>
              <a:gdLst/>
              <a:ahLst/>
              <a:cxnLst/>
              <a:rect l="l" t="t" r="r" b="b"/>
              <a:pathLst>
                <a:path w="107423" h="107423" extrusionOk="0">
                  <a:moveTo>
                    <a:pt x="53724" y="1"/>
                  </a:moveTo>
                  <a:cubicBezTo>
                    <a:pt x="24044" y="1"/>
                    <a:pt x="1" y="24068"/>
                    <a:pt x="1" y="53724"/>
                  </a:cubicBezTo>
                  <a:cubicBezTo>
                    <a:pt x="1" y="83380"/>
                    <a:pt x="24044" y="107423"/>
                    <a:pt x="53724" y="107423"/>
                  </a:cubicBezTo>
                  <a:cubicBezTo>
                    <a:pt x="83380" y="107423"/>
                    <a:pt x="107423" y="83380"/>
                    <a:pt x="107423" y="53724"/>
                  </a:cubicBezTo>
                  <a:cubicBezTo>
                    <a:pt x="107423" y="24068"/>
                    <a:pt x="83380" y="1"/>
                    <a:pt x="537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50"/>
            <p:cNvSpPr/>
            <p:nvPr/>
          </p:nvSpPr>
          <p:spPr>
            <a:xfrm>
              <a:off x="3573475" y="1514400"/>
              <a:ext cx="1574100" cy="2685575"/>
            </a:xfrm>
            <a:custGeom>
              <a:avLst/>
              <a:gdLst/>
              <a:ahLst/>
              <a:cxnLst/>
              <a:rect l="l" t="t" r="r" b="b"/>
              <a:pathLst>
                <a:path w="62964" h="107423" extrusionOk="0">
                  <a:moveTo>
                    <a:pt x="9265" y="1"/>
                  </a:moveTo>
                  <a:cubicBezTo>
                    <a:pt x="6103" y="1"/>
                    <a:pt x="3015" y="295"/>
                    <a:pt x="1" y="810"/>
                  </a:cubicBezTo>
                  <a:cubicBezTo>
                    <a:pt x="25245" y="5197"/>
                    <a:pt x="44460" y="27206"/>
                    <a:pt x="44460" y="53724"/>
                  </a:cubicBezTo>
                  <a:cubicBezTo>
                    <a:pt x="44460" y="80218"/>
                    <a:pt x="25245" y="102227"/>
                    <a:pt x="1" y="106638"/>
                  </a:cubicBezTo>
                  <a:cubicBezTo>
                    <a:pt x="3015" y="107153"/>
                    <a:pt x="6103" y="107423"/>
                    <a:pt x="9265" y="107423"/>
                  </a:cubicBezTo>
                  <a:cubicBezTo>
                    <a:pt x="38921" y="107423"/>
                    <a:pt x="62964" y="83380"/>
                    <a:pt x="62964" y="53724"/>
                  </a:cubicBezTo>
                  <a:cubicBezTo>
                    <a:pt x="62964" y="24068"/>
                    <a:pt x="38921" y="1"/>
                    <a:pt x="9265"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50"/>
            <p:cNvSpPr/>
            <p:nvPr/>
          </p:nvSpPr>
          <p:spPr>
            <a:xfrm>
              <a:off x="3268350" y="1517475"/>
              <a:ext cx="1824075" cy="2132175"/>
            </a:xfrm>
            <a:custGeom>
              <a:avLst/>
              <a:gdLst/>
              <a:ahLst/>
              <a:cxnLst/>
              <a:rect l="l" t="t" r="r" b="b"/>
              <a:pathLst>
                <a:path w="72963" h="85287" extrusionOk="0">
                  <a:moveTo>
                    <a:pt x="24999" y="0"/>
                  </a:moveTo>
                  <a:cubicBezTo>
                    <a:pt x="24877" y="49"/>
                    <a:pt x="24828" y="74"/>
                    <a:pt x="24828" y="74"/>
                  </a:cubicBezTo>
                  <a:cubicBezTo>
                    <a:pt x="24828" y="74"/>
                    <a:pt x="22744" y="15588"/>
                    <a:pt x="14485" y="20759"/>
                  </a:cubicBezTo>
                  <a:cubicBezTo>
                    <a:pt x="6201" y="25931"/>
                    <a:pt x="0" y="34215"/>
                    <a:pt x="4657" y="43503"/>
                  </a:cubicBezTo>
                  <a:cubicBezTo>
                    <a:pt x="7074" y="48337"/>
                    <a:pt x="11023" y="49685"/>
                    <a:pt x="15599" y="49685"/>
                  </a:cubicBezTo>
                  <a:cubicBezTo>
                    <a:pt x="19839" y="49685"/>
                    <a:pt x="24618" y="48528"/>
                    <a:pt x="29215" y="47915"/>
                  </a:cubicBezTo>
                  <a:cubicBezTo>
                    <a:pt x="29420" y="47887"/>
                    <a:pt x="29618" y="47873"/>
                    <a:pt x="29808" y="47873"/>
                  </a:cubicBezTo>
                  <a:cubicBezTo>
                    <a:pt x="38468" y="47873"/>
                    <a:pt x="31665" y="76255"/>
                    <a:pt x="37229" y="83330"/>
                  </a:cubicBezTo>
                  <a:cubicBezTo>
                    <a:pt x="38302" y="84694"/>
                    <a:pt x="39743" y="85286"/>
                    <a:pt x="41365" y="85286"/>
                  </a:cubicBezTo>
                  <a:cubicBezTo>
                    <a:pt x="48338" y="85286"/>
                    <a:pt x="58652" y="74343"/>
                    <a:pt x="57400" y="66787"/>
                  </a:cubicBezTo>
                  <a:cubicBezTo>
                    <a:pt x="55096" y="52988"/>
                    <a:pt x="54287" y="48160"/>
                    <a:pt x="72914" y="38332"/>
                  </a:cubicBezTo>
                  <a:lnTo>
                    <a:pt x="72963" y="38332"/>
                  </a:lnTo>
                  <a:cubicBezTo>
                    <a:pt x="66713" y="17181"/>
                    <a:pt x="47792" y="1495"/>
                    <a:pt x="24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50"/>
            <p:cNvSpPr/>
            <p:nvPr/>
          </p:nvSpPr>
          <p:spPr>
            <a:xfrm>
              <a:off x="2462000" y="2398550"/>
              <a:ext cx="638475" cy="1518975"/>
            </a:xfrm>
            <a:custGeom>
              <a:avLst/>
              <a:gdLst/>
              <a:ahLst/>
              <a:cxnLst/>
              <a:rect l="l" t="t" r="r" b="b"/>
              <a:pathLst>
                <a:path w="25539" h="60759" extrusionOk="0">
                  <a:moveTo>
                    <a:pt x="3824" y="1"/>
                  </a:moveTo>
                  <a:cubicBezTo>
                    <a:pt x="3824" y="1"/>
                    <a:pt x="3432" y="418"/>
                    <a:pt x="2819" y="1202"/>
                  </a:cubicBezTo>
                  <a:cubicBezTo>
                    <a:pt x="981" y="6594"/>
                    <a:pt x="1" y="12353"/>
                    <a:pt x="1" y="18358"/>
                  </a:cubicBezTo>
                  <a:cubicBezTo>
                    <a:pt x="1" y="35588"/>
                    <a:pt x="8138" y="50930"/>
                    <a:pt x="20760" y="60758"/>
                  </a:cubicBezTo>
                  <a:cubicBezTo>
                    <a:pt x="21495" y="60611"/>
                    <a:pt x="21912" y="60489"/>
                    <a:pt x="21912" y="60489"/>
                  </a:cubicBezTo>
                  <a:cubicBezTo>
                    <a:pt x="21912" y="60489"/>
                    <a:pt x="23995" y="51714"/>
                    <a:pt x="18039" y="42646"/>
                  </a:cubicBezTo>
                  <a:cubicBezTo>
                    <a:pt x="15564" y="38872"/>
                    <a:pt x="22426" y="29975"/>
                    <a:pt x="23995" y="23260"/>
                  </a:cubicBezTo>
                  <a:cubicBezTo>
                    <a:pt x="25539" y="16544"/>
                    <a:pt x="16226" y="17059"/>
                    <a:pt x="13382" y="14731"/>
                  </a:cubicBezTo>
                  <a:cubicBezTo>
                    <a:pt x="10539" y="12402"/>
                    <a:pt x="6667" y="2329"/>
                    <a:pt x="38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50"/>
            <p:cNvSpPr/>
            <p:nvPr/>
          </p:nvSpPr>
          <p:spPr>
            <a:xfrm>
              <a:off x="5112025" y="553450"/>
              <a:ext cx="1003025" cy="1262450"/>
            </a:xfrm>
            <a:custGeom>
              <a:avLst/>
              <a:gdLst/>
              <a:ahLst/>
              <a:cxnLst/>
              <a:rect l="l" t="t" r="r" b="b"/>
              <a:pathLst>
                <a:path w="40121" h="50498" extrusionOk="0">
                  <a:moveTo>
                    <a:pt x="3478" y="1"/>
                  </a:moveTo>
                  <a:cubicBezTo>
                    <a:pt x="2048" y="1"/>
                    <a:pt x="754" y="980"/>
                    <a:pt x="417" y="2411"/>
                  </a:cubicBezTo>
                  <a:cubicBezTo>
                    <a:pt x="0" y="4102"/>
                    <a:pt x="1054" y="5818"/>
                    <a:pt x="2745" y="6234"/>
                  </a:cubicBezTo>
                  <a:cubicBezTo>
                    <a:pt x="2794" y="6234"/>
                    <a:pt x="9068" y="7803"/>
                    <a:pt x="15955" y="13685"/>
                  </a:cubicBezTo>
                  <a:cubicBezTo>
                    <a:pt x="25195" y="21577"/>
                    <a:pt x="31126" y="33071"/>
                    <a:pt x="33602" y="47850"/>
                  </a:cubicBezTo>
                  <a:cubicBezTo>
                    <a:pt x="33871" y="49394"/>
                    <a:pt x="35195" y="50497"/>
                    <a:pt x="36714" y="50497"/>
                  </a:cubicBezTo>
                  <a:cubicBezTo>
                    <a:pt x="36886" y="50497"/>
                    <a:pt x="37057" y="50473"/>
                    <a:pt x="37229" y="50448"/>
                  </a:cubicBezTo>
                  <a:cubicBezTo>
                    <a:pt x="38945" y="50154"/>
                    <a:pt x="40121" y="48536"/>
                    <a:pt x="39827" y="46821"/>
                  </a:cubicBezTo>
                  <a:cubicBezTo>
                    <a:pt x="36420" y="26307"/>
                    <a:pt x="27033" y="14739"/>
                    <a:pt x="19754" y="8636"/>
                  </a:cubicBezTo>
                  <a:cubicBezTo>
                    <a:pt x="11740" y="1921"/>
                    <a:pt x="4485" y="156"/>
                    <a:pt x="4191" y="83"/>
                  </a:cubicBezTo>
                  <a:cubicBezTo>
                    <a:pt x="3952" y="27"/>
                    <a:pt x="3713" y="1"/>
                    <a:pt x="34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50"/>
            <p:cNvSpPr/>
            <p:nvPr/>
          </p:nvSpPr>
          <p:spPr>
            <a:xfrm>
              <a:off x="3868200" y="1517475"/>
              <a:ext cx="1224225" cy="1325325"/>
            </a:xfrm>
            <a:custGeom>
              <a:avLst/>
              <a:gdLst/>
              <a:ahLst/>
              <a:cxnLst/>
              <a:rect l="l" t="t" r="r" b="b"/>
              <a:pathLst>
                <a:path w="48969" h="53013" extrusionOk="0">
                  <a:moveTo>
                    <a:pt x="1005" y="0"/>
                  </a:moveTo>
                  <a:cubicBezTo>
                    <a:pt x="883" y="49"/>
                    <a:pt x="834" y="74"/>
                    <a:pt x="834" y="74"/>
                  </a:cubicBezTo>
                  <a:cubicBezTo>
                    <a:pt x="834" y="74"/>
                    <a:pt x="613" y="1765"/>
                    <a:pt x="0" y="4191"/>
                  </a:cubicBezTo>
                  <a:cubicBezTo>
                    <a:pt x="19044" y="12304"/>
                    <a:pt x="32425" y="31077"/>
                    <a:pt x="32646" y="53013"/>
                  </a:cubicBezTo>
                  <a:cubicBezTo>
                    <a:pt x="33920" y="48013"/>
                    <a:pt x="38185" y="43994"/>
                    <a:pt x="48920" y="38332"/>
                  </a:cubicBezTo>
                  <a:lnTo>
                    <a:pt x="48969" y="38332"/>
                  </a:lnTo>
                  <a:cubicBezTo>
                    <a:pt x="47204" y="32401"/>
                    <a:pt x="44459" y="26886"/>
                    <a:pt x="40881" y="21985"/>
                  </a:cubicBezTo>
                  <a:cubicBezTo>
                    <a:pt x="31764" y="9485"/>
                    <a:pt x="17377" y="1079"/>
                    <a:pt x="1005" y="0"/>
                  </a:cubicBezTo>
                  <a:close/>
                </a:path>
              </a:pathLst>
            </a:custGeom>
            <a:solidFill>
              <a:srgbClr val="76861F">
                <a:alpha val="49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50"/>
            <p:cNvSpPr/>
            <p:nvPr/>
          </p:nvSpPr>
          <p:spPr>
            <a:xfrm>
              <a:off x="4469275" y="3002700"/>
              <a:ext cx="256150" cy="584550"/>
            </a:xfrm>
            <a:custGeom>
              <a:avLst/>
              <a:gdLst/>
              <a:ahLst/>
              <a:cxnLst/>
              <a:rect l="l" t="t" r="r" b="b"/>
              <a:pathLst>
                <a:path w="10246" h="23382" extrusionOk="0">
                  <a:moveTo>
                    <a:pt x="8309" y="1"/>
                  </a:moveTo>
                  <a:cubicBezTo>
                    <a:pt x="7378" y="8554"/>
                    <a:pt x="4461" y="16519"/>
                    <a:pt x="0" y="23382"/>
                  </a:cubicBezTo>
                  <a:cubicBezTo>
                    <a:pt x="5392" y="19706"/>
                    <a:pt x="10245" y="12696"/>
                    <a:pt x="9363" y="7378"/>
                  </a:cubicBezTo>
                  <a:cubicBezTo>
                    <a:pt x="8897" y="4584"/>
                    <a:pt x="8505" y="2182"/>
                    <a:pt x="8309" y="1"/>
                  </a:cubicBezTo>
                  <a:close/>
                </a:path>
              </a:pathLst>
            </a:custGeom>
            <a:solidFill>
              <a:srgbClr val="76861F">
                <a:alpha val="49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9" name="Google Shape;1929;p50"/>
          <p:cNvGrpSpPr/>
          <p:nvPr/>
        </p:nvGrpSpPr>
        <p:grpSpPr>
          <a:xfrm>
            <a:off x="6954679" y="-696684"/>
            <a:ext cx="2865902" cy="2866186"/>
            <a:chOff x="7229917" y="-939609"/>
            <a:chExt cx="2865902" cy="2866186"/>
          </a:xfrm>
        </p:grpSpPr>
        <p:grpSp>
          <p:nvGrpSpPr>
            <p:cNvPr id="1930" name="Google Shape;1930;p50"/>
            <p:cNvGrpSpPr/>
            <p:nvPr/>
          </p:nvGrpSpPr>
          <p:grpSpPr>
            <a:xfrm>
              <a:off x="7229917" y="-938831"/>
              <a:ext cx="2865902" cy="2666882"/>
              <a:chOff x="7229917" y="-938831"/>
              <a:chExt cx="2865902" cy="2666882"/>
            </a:xfrm>
          </p:grpSpPr>
          <p:sp>
            <p:nvSpPr>
              <p:cNvPr id="1931" name="Google Shape;1931;p50"/>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2" name="Google Shape;1932;p50"/>
              <p:cNvGrpSpPr/>
              <p:nvPr/>
            </p:nvGrpSpPr>
            <p:grpSpPr>
              <a:xfrm rot="8100000">
                <a:off x="8939114" y="1159920"/>
                <a:ext cx="70212" cy="266577"/>
                <a:chOff x="5735123" y="3863031"/>
                <a:chExt cx="70213" cy="266579"/>
              </a:xfrm>
            </p:grpSpPr>
            <p:sp>
              <p:nvSpPr>
                <p:cNvPr id="1933" name="Google Shape;1933;p50"/>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50"/>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35" name="Google Shape;1935;p50"/>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6" name="Google Shape;1936;p50"/>
            <p:cNvGrpSpPr/>
            <p:nvPr/>
          </p:nvGrpSpPr>
          <p:grpSpPr>
            <a:xfrm rot="-3298310">
              <a:off x="8268470" y="-365522"/>
              <a:ext cx="781177" cy="840852"/>
              <a:chOff x="8604632" y="-457076"/>
              <a:chExt cx="781149" cy="840821"/>
            </a:xfrm>
          </p:grpSpPr>
          <p:sp>
            <p:nvSpPr>
              <p:cNvPr id="1937" name="Google Shape;1937;p50"/>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50"/>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50"/>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50"/>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50"/>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50"/>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50"/>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50"/>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45" name="Google Shape;1945;p50"/>
          <p:cNvGrpSpPr/>
          <p:nvPr/>
        </p:nvGrpSpPr>
        <p:grpSpPr>
          <a:xfrm rot="2996445">
            <a:off x="4145358" y="1504171"/>
            <a:ext cx="740371" cy="757532"/>
            <a:chOff x="4391775" y="4244400"/>
            <a:chExt cx="715125" cy="731700"/>
          </a:xfrm>
        </p:grpSpPr>
        <p:sp>
          <p:nvSpPr>
            <p:cNvPr id="1946" name="Google Shape;1946;p50"/>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50"/>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50"/>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49" name="Google Shape;1949;p50"/>
          <p:cNvSpPr/>
          <p:nvPr/>
        </p:nvSpPr>
        <p:spPr>
          <a:xfrm rot="10800000" flipH="1">
            <a:off x="7009742" y="141819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50"/>
          <p:cNvSpPr/>
          <p:nvPr/>
        </p:nvSpPr>
        <p:spPr>
          <a:xfrm rot="10800000" flipH="1">
            <a:off x="4606886" y="2964882"/>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0"/>
          <p:cNvSpPr/>
          <p:nvPr/>
        </p:nvSpPr>
        <p:spPr>
          <a:xfrm rot="10800000" flipH="1">
            <a:off x="1361553" y="1487640"/>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0"/>
          <p:cNvSpPr/>
          <p:nvPr/>
        </p:nvSpPr>
        <p:spPr>
          <a:xfrm rot="10800000" flipH="1">
            <a:off x="8032330" y="2206741"/>
            <a:ext cx="113943" cy="94537"/>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3" name="Google Shape;1953;p50"/>
          <p:cNvGrpSpPr/>
          <p:nvPr/>
        </p:nvGrpSpPr>
        <p:grpSpPr>
          <a:xfrm>
            <a:off x="6174661" y="2045887"/>
            <a:ext cx="444952" cy="445697"/>
            <a:chOff x="3060998" y="1486326"/>
            <a:chExt cx="435502" cy="436188"/>
          </a:xfrm>
        </p:grpSpPr>
        <p:sp>
          <p:nvSpPr>
            <p:cNvPr id="1954" name="Google Shape;1954;p50"/>
            <p:cNvSpPr/>
            <p:nvPr/>
          </p:nvSpPr>
          <p:spPr>
            <a:xfrm>
              <a:off x="3060998" y="1642134"/>
              <a:ext cx="137942" cy="66247"/>
            </a:xfrm>
            <a:custGeom>
              <a:avLst/>
              <a:gdLst/>
              <a:ahLst/>
              <a:cxnLst/>
              <a:rect l="l" t="t" r="r" b="b"/>
              <a:pathLst>
                <a:path w="3621" h="1739" extrusionOk="0">
                  <a:moveTo>
                    <a:pt x="1715" y="0"/>
                  </a:moveTo>
                  <a:cubicBezTo>
                    <a:pt x="1144" y="0"/>
                    <a:pt x="691" y="477"/>
                    <a:pt x="691" y="1048"/>
                  </a:cubicBezTo>
                  <a:cubicBezTo>
                    <a:pt x="405" y="1048"/>
                    <a:pt x="167" y="1215"/>
                    <a:pt x="48" y="1477"/>
                  </a:cubicBezTo>
                  <a:cubicBezTo>
                    <a:pt x="1" y="1596"/>
                    <a:pt x="96" y="1739"/>
                    <a:pt x="239" y="1739"/>
                  </a:cubicBezTo>
                  <a:lnTo>
                    <a:pt x="3430" y="1739"/>
                  </a:lnTo>
                  <a:cubicBezTo>
                    <a:pt x="3525" y="1739"/>
                    <a:pt x="3620" y="1667"/>
                    <a:pt x="3620" y="1548"/>
                  </a:cubicBezTo>
                  <a:cubicBezTo>
                    <a:pt x="3620" y="1167"/>
                    <a:pt x="3311" y="834"/>
                    <a:pt x="2906" y="834"/>
                  </a:cubicBezTo>
                  <a:lnTo>
                    <a:pt x="2858" y="834"/>
                  </a:lnTo>
                  <a:cubicBezTo>
                    <a:pt x="2763" y="834"/>
                    <a:pt x="2692" y="786"/>
                    <a:pt x="2668" y="691"/>
                  </a:cubicBezTo>
                  <a:cubicBezTo>
                    <a:pt x="2525" y="286"/>
                    <a:pt x="2144" y="0"/>
                    <a:pt x="17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0"/>
            <p:cNvSpPr/>
            <p:nvPr/>
          </p:nvSpPr>
          <p:spPr>
            <a:xfrm>
              <a:off x="3211587" y="1487240"/>
              <a:ext cx="157904" cy="327312"/>
            </a:xfrm>
            <a:custGeom>
              <a:avLst/>
              <a:gdLst/>
              <a:ahLst/>
              <a:cxnLst/>
              <a:rect l="l" t="t" r="r" b="b"/>
              <a:pathLst>
                <a:path w="4145" h="8592" extrusionOk="0">
                  <a:moveTo>
                    <a:pt x="2082" y="0"/>
                  </a:moveTo>
                  <a:cubicBezTo>
                    <a:pt x="1977" y="0"/>
                    <a:pt x="1870" y="54"/>
                    <a:pt x="1811" y="161"/>
                  </a:cubicBezTo>
                  <a:lnTo>
                    <a:pt x="1" y="4019"/>
                  </a:lnTo>
                  <a:lnTo>
                    <a:pt x="2168" y="8591"/>
                  </a:lnTo>
                  <a:lnTo>
                    <a:pt x="4145" y="4019"/>
                  </a:lnTo>
                  <a:lnTo>
                    <a:pt x="2335" y="161"/>
                  </a:lnTo>
                  <a:cubicBezTo>
                    <a:pt x="2287" y="54"/>
                    <a:pt x="2186" y="0"/>
                    <a:pt x="20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0"/>
            <p:cNvSpPr/>
            <p:nvPr/>
          </p:nvSpPr>
          <p:spPr>
            <a:xfrm>
              <a:off x="3271473" y="1487240"/>
              <a:ext cx="98018" cy="199389"/>
            </a:xfrm>
            <a:custGeom>
              <a:avLst/>
              <a:gdLst/>
              <a:ahLst/>
              <a:cxnLst/>
              <a:rect l="l" t="t" r="r" b="b"/>
              <a:pathLst>
                <a:path w="2573" h="5234" extrusionOk="0">
                  <a:moveTo>
                    <a:pt x="510" y="0"/>
                  </a:moveTo>
                  <a:cubicBezTo>
                    <a:pt x="405" y="0"/>
                    <a:pt x="298" y="54"/>
                    <a:pt x="239" y="161"/>
                  </a:cubicBezTo>
                  <a:lnTo>
                    <a:pt x="1" y="685"/>
                  </a:lnTo>
                  <a:lnTo>
                    <a:pt x="2072" y="5233"/>
                  </a:lnTo>
                  <a:lnTo>
                    <a:pt x="2573" y="4019"/>
                  </a:lnTo>
                  <a:lnTo>
                    <a:pt x="763" y="161"/>
                  </a:lnTo>
                  <a:cubicBezTo>
                    <a:pt x="715" y="54"/>
                    <a:pt x="614" y="0"/>
                    <a:pt x="510"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0"/>
            <p:cNvSpPr/>
            <p:nvPr/>
          </p:nvSpPr>
          <p:spPr>
            <a:xfrm>
              <a:off x="3098178" y="1551620"/>
              <a:ext cx="215961" cy="216646"/>
            </a:xfrm>
            <a:custGeom>
              <a:avLst/>
              <a:gdLst/>
              <a:ahLst/>
              <a:cxnLst/>
              <a:rect l="l" t="t" r="r" b="b"/>
              <a:pathLst>
                <a:path w="5669" h="5687" extrusionOk="0">
                  <a:moveTo>
                    <a:pt x="2835" y="1"/>
                  </a:moveTo>
                  <a:cubicBezTo>
                    <a:pt x="2728" y="1"/>
                    <a:pt x="2621" y="54"/>
                    <a:pt x="2573" y="162"/>
                  </a:cubicBezTo>
                  <a:lnTo>
                    <a:pt x="1" y="5687"/>
                  </a:lnTo>
                  <a:lnTo>
                    <a:pt x="5669" y="5663"/>
                  </a:lnTo>
                  <a:lnTo>
                    <a:pt x="3097" y="162"/>
                  </a:lnTo>
                  <a:cubicBezTo>
                    <a:pt x="3049" y="54"/>
                    <a:pt x="2942" y="1"/>
                    <a:pt x="28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0"/>
            <p:cNvSpPr/>
            <p:nvPr/>
          </p:nvSpPr>
          <p:spPr>
            <a:xfrm>
              <a:off x="3098178" y="1551620"/>
              <a:ext cx="215961" cy="216646"/>
            </a:xfrm>
            <a:custGeom>
              <a:avLst/>
              <a:gdLst/>
              <a:ahLst/>
              <a:cxnLst/>
              <a:rect l="l" t="t" r="r" b="b"/>
              <a:pathLst>
                <a:path w="5669" h="5687" extrusionOk="0">
                  <a:moveTo>
                    <a:pt x="2835" y="1"/>
                  </a:moveTo>
                  <a:cubicBezTo>
                    <a:pt x="2728" y="1"/>
                    <a:pt x="2621" y="54"/>
                    <a:pt x="2573" y="162"/>
                  </a:cubicBezTo>
                  <a:lnTo>
                    <a:pt x="2263" y="828"/>
                  </a:lnTo>
                  <a:lnTo>
                    <a:pt x="4526" y="5663"/>
                  </a:lnTo>
                  <a:lnTo>
                    <a:pt x="1" y="5687"/>
                  </a:lnTo>
                  <a:lnTo>
                    <a:pt x="5669" y="5663"/>
                  </a:lnTo>
                  <a:lnTo>
                    <a:pt x="3097" y="162"/>
                  </a:lnTo>
                  <a:cubicBezTo>
                    <a:pt x="3049" y="54"/>
                    <a:pt x="2942" y="1"/>
                    <a:pt x="2835"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50"/>
            <p:cNvSpPr/>
            <p:nvPr/>
          </p:nvSpPr>
          <p:spPr>
            <a:xfrm>
              <a:off x="3289606" y="1602439"/>
              <a:ext cx="166970" cy="163123"/>
            </a:xfrm>
            <a:custGeom>
              <a:avLst/>
              <a:gdLst/>
              <a:ahLst/>
              <a:cxnLst/>
              <a:rect l="l" t="t" r="r" b="b"/>
              <a:pathLst>
                <a:path w="4383" h="4282" extrusionOk="0">
                  <a:moveTo>
                    <a:pt x="2177" y="1"/>
                  </a:moveTo>
                  <a:cubicBezTo>
                    <a:pt x="2073" y="1"/>
                    <a:pt x="1966" y="54"/>
                    <a:pt x="1906" y="161"/>
                  </a:cubicBezTo>
                  <a:lnTo>
                    <a:pt x="1" y="4257"/>
                  </a:lnTo>
                  <a:lnTo>
                    <a:pt x="4383" y="4281"/>
                  </a:lnTo>
                  <a:lnTo>
                    <a:pt x="2430" y="161"/>
                  </a:lnTo>
                  <a:cubicBezTo>
                    <a:pt x="2382" y="54"/>
                    <a:pt x="2281" y="1"/>
                    <a:pt x="2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50"/>
            <p:cNvSpPr/>
            <p:nvPr/>
          </p:nvSpPr>
          <p:spPr>
            <a:xfrm>
              <a:off x="3353110" y="1602439"/>
              <a:ext cx="105295" cy="166742"/>
            </a:xfrm>
            <a:custGeom>
              <a:avLst/>
              <a:gdLst/>
              <a:ahLst/>
              <a:cxnLst/>
              <a:rect l="l" t="t" r="r" b="b"/>
              <a:pathLst>
                <a:path w="2764" h="4377" extrusionOk="0">
                  <a:moveTo>
                    <a:pt x="510" y="1"/>
                  </a:moveTo>
                  <a:cubicBezTo>
                    <a:pt x="406" y="1"/>
                    <a:pt x="299" y="54"/>
                    <a:pt x="239" y="161"/>
                  </a:cubicBezTo>
                  <a:lnTo>
                    <a:pt x="1" y="685"/>
                  </a:lnTo>
                  <a:lnTo>
                    <a:pt x="1692" y="4376"/>
                  </a:lnTo>
                  <a:lnTo>
                    <a:pt x="2763" y="4376"/>
                  </a:lnTo>
                  <a:lnTo>
                    <a:pt x="763" y="161"/>
                  </a:lnTo>
                  <a:cubicBezTo>
                    <a:pt x="715" y="54"/>
                    <a:pt x="614" y="1"/>
                    <a:pt x="510"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50"/>
            <p:cNvSpPr/>
            <p:nvPr/>
          </p:nvSpPr>
          <p:spPr>
            <a:xfrm>
              <a:off x="3168045" y="1551620"/>
              <a:ext cx="78057" cy="124571"/>
            </a:xfrm>
            <a:custGeom>
              <a:avLst/>
              <a:gdLst/>
              <a:ahLst/>
              <a:cxnLst/>
              <a:rect l="l" t="t" r="r" b="b"/>
              <a:pathLst>
                <a:path w="2049" h="3270" extrusionOk="0">
                  <a:moveTo>
                    <a:pt x="1001" y="1"/>
                  </a:moveTo>
                  <a:cubicBezTo>
                    <a:pt x="894" y="1"/>
                    <a:pt x="787" y="54"/>
                    <a:pt x="739" y="162"/>
                  </a:cubicBezTo>
                  <a:lnTo>
                    <a:pt x="1" y="1733"/>
                  </a:lnTo>
                  <a:lnTo>
                    <a:pt x="644" y="2114"/>
                  </a:lnTo>
                  <a:cubicBezTo>
                    <a:pt x="787" y="2186"/>
                    <a:pt x="858" y="2305"/>
                    <a:pt x="858" y="2448"/>
                  </a:cubicBezTo>
                  <a:lnTo>
                    <a:pt x="858" y="2876"/>
                  </a:lnTo>
                  <a:cubicBezTo>
                    <a:pt x="858" y="3138"/>
                    <a:pt x="1054" y="3269"/>
                    <a:pt x="1251" y="3269"/>
                  </a:cubicBezTo>
                  <a:cubicBezTo>
                    <a:pt x="1447" y="3269"/>
                    <a:pt x="1644" y="3138"/>
                    <a:pt x="1644" y="2876"/>
                  </a:cubicBezTo>
                  <a:lnTo>
                    <a:pt x="1644" y="2329"/>
                  </a:lnTo>
                  <a:cubicBezTo>
                    <a:pt x="1644" y="2186"/>
                    <a:pt x="1692" y="2067"/>
                    <a:pt x="1811" y="1995"/>
                  </a:cubicBezTo>
                  <a:lnTo>
                    <a:pt x="2049" y="1852"/>
                  </a:lnTo>
                  <a:lnTo>
                    <a:pt x="1263" y="162"/>
                  </a:lnTo>
                  <a:cubicBezTo>
                    <a:pt x="1215" y="54"/>
                    <a:pt x="1108" y="1"/>
                    <a:pt x="10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50"/>
            <p:cNvSpPr/>
            <p:nvPr/>
          </p:nvSpPr>
          <p:spPr>
            <a:xfrm>
              <a:off x="3250597" y="1486326"/>
              <a:ext cx="78057" cy="130437"/>
            </a:xfrm>
            <a:custGeom>
              <a:avLst/>
              <a:gdLst/>
              <a:ahLst/>
              <a:cxnLst/>
              <a:rect l="l" t="t" r="r" b="b"/>
              <a:pathLst>
                <a:path w="2049" h="3424" extrusionOk="0">
                  <a:moveTo>
                    <a:pt x="1058" y="0"/>
                  </a:moveTo>
                  <a:cubicBezTo>
                    <a:pt x="953" y="0"/>
                    <a:pt x="846" y="54"/>
                    <a:pt x="787" y="161"/>
                  </a:cubicBezTo>
                  <a:lnTo>
                    <a:pt x="1" y="1852"/>
                  </a:lnTo>
                  <a:lnTo>
                    <a:pt x="72" y="1899"/>
                  </a:lnTo>
                  <a:lnTo>
                    <a:pt x="334" y="2138"/>
                  </a:lnTo>
                  <a:cubicBezTo>
                    <a:pt x="382" y="2209"/>
                    <a:pt x="429" y="2281"/>
                    <a:pt x="429" y="2376"/>
                  </a:cubicBezTo>
                  <a:lnTo>
                    <a:pt x="429" y="2995"/>
                  </a:lnTo>
                  <a:cubicBezTo>
                    <a:pt x="406" y="3281"/>
                    <a:pt x="614" y="3424"/>
                    <a:pt x="822" y="3424"/>
                  </a:cubicBezTo>
                  <a:cubicBezTo>
                    <a:pt x="1031" y="3424"/>
                    <a:pt x="1239" y="3281"/>
                    <a:pt x="1215" y="2995"/>
                  </a:cubicBezTo>
                  <a:lnTo>
                    <a:pt x="1215" y="2685"/>
                  </a:lnTo>
                  <a:cubicBezTo>
                    <a:pt x="1215" y="2519"/>
                    <a:pt x="1334" y="2400"/>
                    <a:pt x="1501" y="2376"/>
                  </a:cubicBezTo>
                  <a:cubicBezTo>
                    <a:pt x="1811" y="2376"/>
                    <a:pt x="2049" y="2114"/>
                    <a:pt x="2049" y="1804"/>
                  </a:cubicBezTo>
                  <a:lnTo>
                    <a:pt x="2049" y="1733"/>
                  </a:lnTo>
                  <a:lnTo>
                    <a:pt x="1311" y="161"/>
                  </a:lnTo>
                  <a:cubicBezTo>
                    <a:pt x="1263" y="54"/>
                    <a:pt x="1162" y="0"/>
                    <a:pt x="105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50"/>
            <p:cNvSpPr/>
            <p:nvPr/>
          </p:nvSpPr>
          <p:spPr>
            <a:xfrm>
              <a:off x="3271473" y="1487240"/>
              <a:ext cx="57181" cy="92342"/>
            </a:xfrm>
            <a:custGeom>
              <a:avLst/>
              <a:gdLst/>
              <a:ahLst/>
              <a:cxnLst/>
              <a:rect l="l" t="t" r="r" b="b"/>
              <a:pathLst>
                <a:path w="1501" h="2424" extrusionOk="0">
                  <a:moveTo>
                    <a:pt x="510" y="0"/>
                  </a:moveTo>
                  <a:cubicBezTo>
                    <a:pt x="405" y="0"/>
                    <a:pt x="298" y="54"/>
                    <a:pt x="239" y="161"/>
                  </a:cubicBezTo>
                  <a:lnTo>
                    <a:pt x="1" y="685"/>
                  </a:lnTo>
                  <a:lnTo>
                    <a:pt x="786" y="2423"/>
                  </a:lnTo>
                  <a:cubicBezTo>
                    <a:pt x="834" y="2376"/>
                    <a:pt x="882" y="2376"/>
                    <a:pt x="953" y="2376"/>
                  </a:cubicBezTo>
                  <a:cubicBezTo>
                    <a:pt x="1263" y="2376"/>
                    <a:pt x="1501" y="2114"/>
                    <a:pt x="1501" y="1804"/>
                  </a:cubicBezTo>
                  <a:lnTo>
                    <a:pt x="1501" y="1733"/>
                  </a:lnTo>
                  <a:lnTo>
                    <a:pt x="763" y="161"/>
                  </a:lnTo>
                  <a:cubicBezTo>
                    <a:pt x="715" y="54"/>
                    <a:pt x="614" y="0"/>
                    <a:pt x="510"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50"/>
            <p:cNvSpPr/>
            <p:nvPr/>
          </p:nvSpPr>
          <p:spPr>
            <a:xfrm>
              <a:off x="3335891" y="1602439"/>
              <a:ext cx="63542" cy="62400"/>
            </a:xfrm>
            <a:custGeom>
              <a:avLst/>
              <a:gdLst/>
              <a:ahLst/>
              <a:cxnLst/>
              <a:rect l="l" t="t" r="r" b="b"/>
              <a:pathLst>
                <a:path w="1668" h="1638" extrusionOk="0">
                  <a:moveTo>
                    <a:pt x="962" y="1"/>
                  </a:moveTo>
                  <a:cubicBezTo>
                    <a:pt x="858" y="1"/>
                    <a:pt x="751" y="54"/>
                    <a:pt x="691" y="161"/>
                  </a:cubicBezTo>
                  <a:lnTo>
                    <a:pt x="0" y="1638"/>
                  </a:lnTo>
                  <a:lnTo>
                    <a:pt x="310" y="1638"/>
                  </a:lnTo>
                  <a:cubicBezTo>
                    <a:pt x="500" y="1638"/>
                    <a:pt x="691" y="1542"/>
                    <a:pt x="810" y="1400"/>
                  </a:cubicBezTo>
                  <a:cubicBezTo>
                    <a:pt x="929" y="1233"/>
                    <a:pt x="1120" y="1161"/>
                    <a:pt x="1334" y="1161"/>
                  </a:cubicBezTo>
                  <a:lnTo>
                    <a:pt x="1667" y="1161"/>
                  </a:lnTo>
                  <a:lnTo>
                    <a:pt x="1215" y="161"/>
                  </a:lnTo>
                  <a:cubicBezTo>
                    <a:pt x="1167" y="54"/>
                    <a:pt x="1066" y="1"/>
                    <a:pt x="96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0"/>
            <p:cNvSpPr/>
            <p:nvPr/>
          </p:nvSpPr>
          <p:spPr>
            <a:xfrm>
              <a:off x="3354024" y="1602439"/>
              <a:ext cx="45409" cy="53333"/>
            </a:xfrm>
            <a:custGeom>
              <a:avLst/>
              <a:gdLst/>
              <a:ahLst/>
              <a:cxnLst/>
              <a:rect l="l" t="t" r="r" b="b"/>
              <a:pathLst>
                <a:path w="1192" h="1400" extrusionOk="0">
                  <a:moveTo>
                    <a:pt x="486" y="1"/>
                  </a:moveTo>
                  <a:cubicBezTo>
                    <a:pt x="382" y="1"/>
                    <a:pt x="275" y="54"/>
                    <a:pt x="215" y="161"/>
                  </a:cubicBezTo>
                  <a:lnTo>
                    <a:pt x="1" y="661"/>
                  </a:lnTo>
                  <a:lnTo>
                    <a:pt x="334" y="1400"/>
                  </a:lnTo>
                  <a:cubicBezTo>
                    <a:pt x="441" y="1250"/>
                    <a:pt x="605" y="1158"/>
                    <a:pt x="793" y="1158"/>
                  </a:cubicBezTo>
                  <a:cubicBezTo>
                    <a:pt x="814" y="1158"/>
                    <a:pt x="836" y="1159"/>
                    <a:pt x="858" y="1161"/>
                  </a:cubicBezTo>
                  <a:lnTo>
                    <a:pt x="1191" y="1161"/>
                  </a:lnTo>
                  <a:lnTo>
                    <a:pt x="739" y="161"/>
                  </a:lnTo>
                  <a:cubicBezTo>
                    <a:pt x="691" y="54"/>
                    <a:pt x="590" y="1"/>
                    <a:pt x="486"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0"/>
            <p:cNvSpPr/>
            <p:nvPr/>
          </p:nvSpPr>
          <p:spPr>
            <a:xfrm>
              <a:off x="3185302" y="1551620"/>
              <a:ext cx="60800" cy="121409"/>
            </a:xfrm>
            <a:custGeom>
              <a:avLst/>
              <a:gdLst/>
              <a:ahLst/>
              <a:cxnLst/>
              <a:rect l="l" t="t" r="r" b="b"/>
              <a:pathLst>
                <a:path w="1596" h="3187" extrusionOk="0">
                  <a:moveTo>
                    <a:pt x="548" y="1"/>
                  </a:moveTo>
                  <a:cubicBezTo>
                    <a:pt x="441" y="1"/>
                    <a:pt x="334" y="54"/>
                    <a:pt x="286" y="162"/>
                  </a:cubicBezTo>
                  <a:lnTo>
                    <a:pt x="0" y="757"/>
                  </a:lnTo>
                  <a:lnTo>
                    <a:pt x="1072" y="3186"/>
                  </a:lnTo>
                  <a:cubicBezTo>
                    <a:pt x="1143" y="3091"/>
                    <a:pt x="1191" y="2996"/>
                    <a:pt x="1191" y="2876"/>
                  </a:cubicBezTo>
                  <a:lnTo>
                    <a:pt x="1191" y="2329"/>
                  </a:lnTo>
                  <a:cubicBezTo>
                    <a:pt x="1191" y="2186"/>
                    <a:pt x="1239" y="2067"/>
                    <a:pt x="1358" y="1995"/>
                  </a:cubicBezTo>
                  <a:lnTo>
                    <a:pt x="1596" y="1852"/>
                  </a:lnTo>
                  <a:lnTo>
                    <a:pt x="810" y="162"/>
                  </a:lnTo>
                  <a:cubicBezTo>
                    <a:pt x="762" y="54"/>
                    <a:pt x="655" y="1"/>
                    <a:pt x="548"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0"/>
            <p:cNvSpPr/>
            <p:nvPr/>
          </p:nvSpPr>
          <p:spPr>
            <a:xfrm>
              <a:off x="3070979" y="1757333"/>
              <a:ext cx="416455" cy="165180"/>
            </a:xfrm>
            <a:custGeom>
              <a:avLst/>
              <a:gdLst/>
              <a:ahLst/>
              <a:cxnLst/>
              <a:rect l="l" t="t" r="r" b="b"/>
              <a:pathLst>
                <a:path w="10932" h="4336" extrusionOk="0">
                  <a:moveTo>
                    <a:pt x="1" y="1"/>
                  </a:moveTo>
                  <a:lnTo>
                    <a:pt x="1" y="25"/>
                  </a:lnTo>
                  <a:cubicBezTo>
                    <a:pt x="596" y="2549"/>
                    <a:pt x="2858" y="4335"/>
                    <a:pt x="5454" y="4335"/>
                  </a:cubicBezTo>
                  <a:cubicBezTo>
                    <a:pt x="8050" y="4335"/>
                    <a:pt x="10312" y="2573"/>
                    <a:pt x="10931" y="48"/>
                  </a:cubicBezTo>
                  <a:lnTo>
                    <a:pt x="109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50"/>
            <p:cNvSpPr/>
            <p:nvPr/>
          </p:nvSpPr>
          <p:spPr>
            <a:xfrm>
              <a:off x="3255130" y="1757333"/>
              <a:ext cx="232303" cy="165180"/>
            </a:xfrm>
            <a:custGeom>
              <a:avLst/>
              <a:gdLst/>
              <a:ahLst/>
              <a:cxnLst/>
              <a:rect l="l" t="t" r="r" b="b"/>
              <a:pathLst>
                <a:path w="6098" h="4336" extrusionOk="0">
                  <a:moveTo>
                    <a:pt x="4811" y="1"/>
                  </a:moveTo>
                  <a:lnTo>
                    <a:pt x="4811" y="48"/>
                  </a:lnTo>
                  <a:cubicBezTo>
                    <a:pt x="4240" y="2335"/>
                    <a:pt x="2335" y="4002"/>
                    <a:pt x="1" y="4311"/>
                  </a:cubicBezTo>
                  <a:cubicBezTo>
                    <a:pt x="191" y="4311"/>
                    <a:pt x="406" y="4335"/>
                    <a:pt x="620" y="4335"/>
                  </a:cubicBezTo>
                  <a:cubicBezTo>
                    <a:pt x="3216" y="4311"/>
                    <a:pt x="5454" y="2549"/>
                    <a:pt x="6097" y="48"/>
                  </a:cubicBezTo>
                  <a:lnTo>
                    <a:pt x="60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50"/>
            <p:cNvSpPr/>
            <p:nvPr/>
          </p:nvSpPr>
          <p:spPr>
            <a:xfrm>
              <a:off x="3070979" y="1758248"/>
              <a:ext cx="84419" cy="120685"/>
            </a:xfrm>
            <a:custGeom>
              <a:avLst/>
              <a:gdLst/>
              <a:ahLst/>
              <a:cxnLst/>
              <a:rect l="l" t="t" r="r" b="b"/>
              <a:pathLst>
                <a:path w="2216" h="3168" extrusionOk="0">
                  <a:moveTo>
                    <a:pt x="1" y="1"/>
                  </a:moveTo>
                  <a:cubicBezTo>
                    <a:pt x="310" y="1239"/>
                    <a:pt x="1072" y="2358"/>
                    <a:pt x="2096" y="3168"/>
                  </a:cubicBezTo>
                  <a:lnTo>
                    <a:pt x="2096" y="3049"/>
                  </a:lnTo>
                  <a:cubicBezTo>
                    <a:pt x="2215" y="2382"/>
                    <a:pt x="2072" y="1691"/>
                    <a:pt x="1691" y="1120"/>
                  </a:cubicBezTo>
                  <a:cubicBezTo>
                    <a:pt x="1548" y="906"/>
                    <a:pt x="1691" y="501"/>
                    <a:pt x="1906" y="72"/>
                  </a:cubicBezTo>
                  <a:lnTo>
                    <a:pt x="19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50"/>
            <p:cNvSpPr/>
            <p:nvPr/>
          </p:nvSpPr>
          <p:spPr>
            <a:xfrm>
              <a:off x="3278749" y="1822628"/>
              <a:ext cx="171466" cy="99885"/>
            </a:xfrm>
            <a:custGeom>
              <a:avLst/>
              <a:gdLst/>
              <a:ahLst/>
              <a:cxnLst/>
              <a:rect l="l" t="t" r="r" b="b"/>
              <a:pathLst>
                <a:path w="4501" h="2622" extrusionOk="0">
                  <a:moveTo>
                    <a:pt x="3314" y="0"/>
                  </a:moveTo>
                  <a:cubicBezTo>
                    <a:pt x="2682" y="0"/>
                    <a:pt x="2631" y="1021"/>
                    <a:pt x="1535" y="1021"/>
                  </a:cubicBezTo>
                  <a:cubicBezTo>
                    <a:pt x="1355" y="1021"/>
                    <a:pt x="1148" y="994"/>
                    <a:pt x="905" y="930"/>
                  </a:cubicBezTo>
                  <a:cubicBezTo>
                    <a:pt x="849" y="916"/>
                    <a:pt x="797" y="909"/>
                    <a:pt x="748" y="909"/>
                  </a:cubicBezTo>
                  <a:cubicBezTo>
                    <a:pt x="65" y="909"/>
                    <a:pt x="22" y="2216"/>
                    <a:pt x="0" y="2550"/>
                  </a:cubicBezTo>
                  <a:lnTo>
                    <a:pt x="0" y="2621"/>
                  </a:lnTo>
                  <a:lnTo>
                    <a:pt x="24" y="2621"/>
                  </a:lnTo>
                  <a:cubicBezTo>
                    <a:pt x="1786" y="2621"/>
                    <a:pt x="3429" y="1788"/>
                    <a:pt x="4501" y="359"/>
                  </a:cubicBezTo>
                  <a:lnTo>
                    <a:pt x="4477" y="359"/>
                  </a:lnTo>
                  <a:cubicBezTo>
                    <a:pt x="4477" y="359"/>
                    <a:pt x="4484" y="364"/>
                    <a:pt x="4474" y="364"/>
                  </a:cubicBezTo>
                  <a:cubicBezTo>
                    <a:pt x="4448" y="364"/>
                    <a:pt x="4300" y="326"/>
                    <a:pt x="3572" y="49"/>
                  </a:cubicBezTo>
                  <a:cubicBezTo>
                    <a:pt x="3476" y="15"/>
                    <a:pt x="3390" y="0"/>
                    <a:pt x="3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50"/>
            <p:cNvSpPr/>
            <p:nvPr/>
          </p:nvSpPr>
          <p:spPr>
            <a:xfrm>
              <a:off x="3437491" y="1850780"/>
              <a:ext cx="38" cy="38"/>
            </a:xfrm>
            <a:custGeom>
              <a:avLst/>
              <a:gdLst/>
              <a:ahLst/>
              <a:cxnLst/>
              <a:rect l="l" t="t" r="r" b="b"/>
              <a:pathLst>
                <a:path w="1" h="1" extrusionOk="0">
                  <a:moveTo>
                    <a:pt x="1" y="1"/>
                  </a:moveTo>
                  <a:close/>
                </a:path>
              </a:pathLst>
            </a:custGeom>
            <a:solidFill>
              <a:srgbClr val="BAEB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50"/>
            <p:cNvSpPr/>
            <p:nvPr/>
          </p:nvSpPr>
          <p:spPr>
            <a:xfrm>
              <a:off x="3278749" y="1823581"/>
              <a:ext cx="171466" cy="98933"/>
            </a:xfrm>
            <a:custGeom>
              <a:avLst/>
              <a:gdLst/>
              <a:ahLst/>
              <a:cxnLst/>
              <a:rect l="l" t="t" r="r" b="b"/>
              <a:pathLst>
                <a:path w="4501" h="2597" extrusionOk="0">
                  <a:moveTo>
                    <a:pt x="3453" y="0"/>
                  </a:moveTo>
                  <a:cubicBezTo>
                    <a:pt x="2667" y="1239"/>
                    <a:pt x="1429" y="2120"/>
                    <a:pt x="0" y="2453"/>
                  </a:cubicBezTo>
                  <a:cubicBezTo>
                    <a:pt x="0" y="2477"/>
                    <a:pt x="0" y="2501"/>
                    <a:pt x="0" y="2525"/>
                  </a:cubicBezTo>
                  <a:lnTo>
                    <a:pt x="0" y="2596"/>
                  </a:lnTo>
                  <a:cubicBezTo>
                    <a:pt x="1762" y="2596"/>
                    <a:pt x="3429" y="1763"/>
                    <a:pt x="4501" y="334"/>
                  </a:cubicBezTo>
                  <a:lnTo>
                    <a:pt x="4477" y="334"/>
                  </a:lnTo>
                  <a:cubicBezTo>
                    <a:pt x="4477" y="334"/>
                    <a:pt x="4484" y="339"/>
                    <a:pt x="4474" y="339"/>
                  </a:cubicBezTo>
                  <a:cubicBezTo>
                    <a:pt x="4448" y="339"/>
                    <a:pt x="4300" y="301"/>
                    <a:pt x="3572" y="24"/>
                  </a:cubicBezTo>
                  <a:cubicBezTo>
                    <a:pt x="3525" y="24"/>
                    <a:pt x="3501" y="0"/>
                    <a:pt x="3453"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50"/>
            <p:cNvSpPr/>
            <p:nvPr/>
          </p:nvSpPr>
          <p:spPr>
            <a:xfrm>
              <a:off x="3351320" y="1486402"/>
              <a:ext cx="137942" cy="66857"/>
            </a:xfrm>
            <a:custGeom>
              <a:avLst/>
              <a:gdLst/>
              <a:ahLst/>
              <a:cxnLst/>
              <a:rect l="l" t="t" r="r" b="b"/>
              <a:pathLst>
                <a:path w="3621" h="1755" extrusionOk="0">
                  <a:moveTo>
                    <a:pt x="1711" y="1"/>
                  </a:moveTo>
                  <a:cubicBezTo>
                    <a:pt x="1187" y="1"/>
                    <a:pt x="664" y="379"/>
                    <a:pt x="691" y="1040"/>
                  </a:cubicBezTo>
                  <a:cubicBezTo>
                    <a:pt x="405" y="1064"/>
                    <a:pt x="167" y="1231"/>
                    <a:pt x="48" y="1493"/>
                  </a:cubicBezTo>
                  <a:cubicBezTo>
                    <a:pt x="0" y="1612"/>
                    <a:pt x="95" y="1755"/>
                    <a:pt x="238" y="1755"/>
                  </a:cubicBezTo>
                  <a:lnTo>
                    <a:pt x="3429" y="1755"/>
                  </a:lnTo>
                  <a:cubicBezTo>
                    <a:pt x="3525" y="1755"/>
                    <a:pt x="3620" y="1659"/>
                    <a:pt x="3620" y="1564"/>
                  </a:cubicBezTo>
                  <a:cubicBezTo>
                    <a:pt x="3620" y="1159"/>
                    <a:pt x="3310" y="850"/>
                    <a:pt x="2906" y="850"/>
                  </a:cubicBezTo>
                  <a:lnTo>
                    <a:pt x="2858" y="850"/>
                  </a:lnTo>
                  <a:cubicBezTo>
                    <a:pt x="2763" y="850"/>
                    <a:pt x="2691" y="778"/>
                    <a:pt x="2667" y="707"/>
                  </a:cubicBezTo>
                  <a:cubicBezTo>
                    <a:pt x="2513" y="222"/>
                    <a:pt x="2112" y="1"/>
                    <a:pt x="17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50"/>
            <p:cNvSpPr/>
            <p:nvPr/>
          </p:nvSpPr>
          <p:spPr>
            <a:xfrm>
              <a:off x="3388500" y="1657563"/>
              <a:ext cx="107999" cy="52647"/>
            </a:xfrm>
            <a:custGeom>
              <a:avLst/>
              <a:gdLst/>
              <a:ahLst/>
              <a:cxnLst/>
              <a:rect l="l" t="t" r="r" b="b"/>
              <a:pathLst>
                <a:path w="2835" h="1382" extrusionOk="0">
                  <a:moveTo>
                    <a:pt x="1501" y="0"/>
                  </a:moveTo>
                  <a:cubicBezTo>
                    <a:pt x="1168" y="0"/>
                    <a:pt x="858" y="238"/>
                    <a:pt x="739" y="548"/>
                  </a:cubicBezTo>
                  <a:cubicBezTo>
                    <a:pt x="715" y="619"/>
                    <a:pt x="667" y="667"/>
                    <a:pt x="596" y="667"/>
                  </a:cubicBezTo>
                  <a:lnTo>
                    <a:pt x="548" y="667"/>
                  </a:lnTo>
                  <a:cubicBezTo>
                    <a:pt x="239" y="667"/>
                    <a:pt x="1" y="929"/>
                    <a:pt x="1" y="1239"/>
                  </a:cubicBezTo>
                  <a:cubicBezTo>
                    <a:pt x="1" y="1310"/>
                    <a:pt x="72" y="1381"/>
                    <a:pt x="143" y="1381"/>
                  </a:cubicBezTo>
                  <a:lnTo>
                    <a:pt x="2668" y="1381"/>
                  </a:lnTo>
                  <a:cubicBezTo>
                    <a:pt x="2763" y="1381"/>
                    <a:pt x="2835" y="1262"/>
                    <a:pt x="2811" y="1167"/>
                  </a:cubicBezTo>
                  <a:cubicBezTo>
                    <a:pt x="2715" y="977"/>
                    <a:pt x="2525" y="834"/>
                    <a:pt x="2311" y="834"/>
                  </a:cubicBezTo>
                  <a:cubicBezTo>
                    <a:pt x="2311" y="381"/>
                    <a:pt x="1953" y="0"/>
                    <a:pt x="15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0"/>
            <p:cNvSpPr/>
            <p:nvPr/>
          </p:nvSpPr>
          <p:spPr>
            <a:xfrm>
              <a:off x="3070979" y="1493335"/>
              <a:ext cx="86209" cy="74095"/>
            </a:xfrm>
            <a:custGeom>
              <a:avLst/>
              <a:gdLst/>
              <a:ahLst/>
              <a:cxnLst/>
              <a:rect l="l" t="t" r="r" b="b"/>
              <a:pathLst>
                <a:path w="2263" h="1945" extrusionOk="0">
                  <a:moveTo>
                    <a:pt x="1310" y="1"/>
                  </a:moveTo>
                  <a:cubicBezTo>
                    <a:pt x="453" y="1"/>
                    <a:pt x="1" y="1049"/>
                    <a:pt x="620" y="1668"/>
                  </a:cubicBezTo>
                  <a:cubicBezTo>
                    <a:pt x="818" y="1859"/>
                    <a:pt x="1058" y="1944"/>
                    <a:pt x="1293" y="1944"/>
                  </a:cubicBezTo>
                  <a:cubicBezTo>
                    <a:pt x="1790" y="1944"/>
                    <a:pt x="2263" y="1560"/>
                    <a:pt x="2263" y="977"/>
                  </a:cubicBezTo>
                  <a:cubicBezTo>
                    <a:pt x="2263" y="429"/>
                    <a:pt x="1834" y="1"/>
                    <a:pt x="1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9"/>
        <p:cNvGrpSpPr/>
        <p:nvPr/>
      </p:nvGrpSpPr>
      <p:grpSpPr>
        <a:xfrm>
          <a:off x="0" y="0"/>
          <a:ext cx="0" cy="0"/>
          <a:chOff x="0" y="0"/>
          <a:chExt cx="0" cy="0"/>
        </a:xfrm>
      </p:grpSpPr>
      <p:sp>
        <p:nvSpPr>
          <p:cNvPr id="1980" name="Google Shape;1980;p51"/>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CAN I HELP?</a:t>
            </a:r>
            <a:endParaRPr/>
          </a:p>
        </p:txBody>
      </p:sp>
      <p:sp>
        <p:nvSpPr>
          <p:cNvPr id="1981" name="Google Shape;1981;p51"/>
          <p:cNvSpPr txBox="1">
            <a:spLocks noGrp="1"/>
          </p:cNvSpPr>
          <p:nvPr>
            <p:ph type="subTitle" idx="1"/>
          </p:nvPr>
        </p:nvSpPr>
        <p:spPr>
          <a:xfrm>
            <a:off x="708326" y="2739675"/>
            <a:ext cx="25032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Recycling</a:t>
            </a:r>
            <a:endParaRPr/>
          </a:p>
        </p:txBody>
      </p:sp>
      <p:sp>
        <p:nvSpPr>
          <p:cNvPr id="1982" name="Google Shape;1982;p51"/>
          <p:cNvSpPr txBox="1">
            <a:spLocks noGrp="1"/>
          </p:cNvSpPr>
          <p:nvPr>
            <p:ph type="subTitle" idx="2"/>
          </p:nvPr>
        </p:nvSpPr>
        <p:spPr>
          <a:xfrm>
            <a:off x="708326" y="3177526"/>
            <a:ext cx="2503200" cy="9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1983" name="Google Shape;1983;p51"/>
          <p:cNvSpPr txBox="1">
            <a:spLocks noGrp="1"/>
          </p:cNvSpPr>
          <p:nvPr>
            <p:ph type="subTitle" idx="3"/>
          </p:nvPr>
        </p:nvSpPr>
        <p:spPr>
          <a:xfrm>
            <a:off x="3258000" y="2739675"/>
            <a:ext cx="25032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Eating less meat</a:t>
            </a:r>
            <a:endParaRPr/>
          </a:p>
        </p:txBody>
      </p:sp>
      <p:sp>
        <p:nvSpPr>
          <p:cNvPr id="1984" name="Google Shape;1984;p51"/>
          <p:cNvSpPr txBox="1">
            <a:spLocks noGrp="1"/>
          </p:cNvSpPr>
          <p:nvPr>
            <p:ph type="subTitle" idx="4"/>
          </p:nvPr>
        </p:nvSpPr>
        <p:spPr>
          <a:xfrm>
            <a:off x="3258000" y="3177526"/>
            <a:ext cx="2503200" cy="9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1985" name="Google Shape;1985;p51"/>
          <p:cNvSpPr txBox="1">
            <a:spLocks noGrp="1"/>
          </p:cNvSpPr>
          <p:nvPr>
            <p:ph type="subTitle" idx="5"/>
          </p:nvPr>
        </p:nvSpPr>
        <p:spPr>
          <a:xfrm>
            <a:off x="5932474" y="2739675"/>
            <a:ext cx="25032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Rationing water</a:t>
            </a:r>
            <a:endParaRPr/>
          </a:p>
        </p:txBody>
      </p:sp>
      <p:sp>
        <p:nvSpPr>
          <p:cNvPr id="1986" name="Google Shape;1986;p51"/>
          <p:cNvSpPr txBox="1">
            <a:spLocks noGrp="1"/>
          </p:cNvSpPr>
          <p:nvPr>
            <p:ph type="subTitle" idx="6"/>
          </p:nvPr>
        </p:nvSpPr>
        <p:spPr>
          <a:xfrm>
            <a:off x="5932474" y="3177526"/>
            <a:ext cx="2503200" cy="9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1987" name="Google Shape;1987;p51"/>
          <p:cNvSpPr/>
          <p:nvPr/>
        </p:nvSpPr>
        <p:spPr>
          <a:xfrm>
            <a:off x="1483939" y="1795127"/>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51"/>
          <p:cNvSpPr/>
          <p:nvPr/>
        </p:nvSpPr>
        <p:spPr>
          <a:xfrm>
            <a:off x="4033613" y="1795127"/>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51"/>
          <p:cNvSpPr/>
          <p:nvPr/>
        </p:nvSpPr>
        <p:spPr>
          <a:xfrm>
            <a:off x="6708087" y="1795127"/>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51"/>
          <p:cNvSpPr/>
          <p:nvPr/>
        </p:nvSpPr>
        <p:spPr>
          <a:xfrm rot="-302623" flipH="1">
            <a:off x="7675265" y="350819"/>
            <a:ext cx="1508275" cy="1268290"/>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51"/>
          <p:cNvSpPr/>
          <p:nvPr/>
        </p:nvSpPr>
        <p:spPr>
          <a:xfrm flipH="1">
            <a:off x="6742342" y="88210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51"/>
          <p:cNvSpPr/>
          <p:nvPr/>
        </p:nvSpPr>
        <p:spPr>
          <a:xfrm flipH="1">
            <a:off x="5250103" y="1234521"/>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51"/>
          <p:cNvSpPr/>
          <p:nvPr/>
        </p:nvSpPr>
        <p:spPr>
          <a:xfrm flipH="1">
            <a:off x="8189180" y="1840247"/>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51"/>
          <p:cNvSpPr/>
          <p:nvPr/>
        </p:nvSpPr>
        <p:spPr>
          <a:xfrm flipH="1">
            <a:off x="3122328" y="1634496"/>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5" name="Google Shape;1995;p51"/>
          <p:cNvGrpSpPr/>
          <p:nvPr/>
        </p:nvGrpSpPr>
        <p:grpSpPr>
          <a:xfrm>
            <a:off x="6940039" y="1990116"/>
            <a:ext cx="488071" cy="477428"/>
            <a:chOff x="7461884" y="2121788"/>
            <a:chExt cx="445483" cy="435769"/>
          </a:xfrm>
        </p:grpSpPr>
        <p:sp>
          <p:nvSpPr>
            <p:cNvPr id="1996" name="Google Shape;1996;p51"/>
            <p:cNvSpPr/>
            <p:nvPr/>
          </p:nvSpPr>
          <p:spPr>
            <a:xfrm>
              <a:off x="7790301" y="2416872"/>
              <a:ext cx="104380" cy="139771"/>
            </a:xfrm>
            <a:custGeom>
              <a:avLst/>
              <a:gdLst/>
              <a:ahLst/>
              <a:cxnLst/>
              <a:rect l="l" t="t" r="r" b="b"/>
              <a:pathLst>
                <a:path w="2740" h="3669" extrusionOk="0">
                  <a:moveTo>
                    <a:pt x="1358" y="1"/>
                  </a:moveTo>
                  <a:cubicBezTo>
                    <a:pt x="1358" y="1"/>
                    <a:pt x="0" y="858"/>
                    <a:pt x="96" y="2382"/>
                  </a:cubicBezTo>
                  <a:cubicBezTo>
                    <a:pt x="120" y="3073"/>
                    <a:pt x="667" y="3644"/>
                    <a:pt x="1358" y="3668"/>
                  </a:cubicBezTo>
                  <a:cubicBezTo>
                    <a:pt x="2049" y="3668"/>
                    <a:pt x="2549" y="3097"/>
                    <a:pt x="2620" y="2382"/>
                  </a:cubicBezTo>
                  <a:cubicBezTo>
                    <a:pt x="2739" y="906"/>
                    <a:pt x="1358" y="1"/>
                    <a:pt x="13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51"/>
            <p:cNvSpPr/>
            <p:nvPr/>
          </p:nvSpPr>
          <p:spPr>
            <a:xfrm>
              <a:off x="7822949" y="2416872"/>
              <a:ext cx="71733" cy="140685"/>
            </a:xfrm>
            <a:custGeom>
              <a:avLst/>
              <a:gdLst/>
              <a:ahLst/>
              <a:cxnLst/>
              <a:rect l="l" t="t" r="r" b="b"/>
              <a:pathLst>
                <a:path w="1883" h="3693" extrusionOk="0">
                  <a:moveTo>
                    <a:pt x="501" y="1"/>
                  </a:moveTo>
                  <a:cubicBezTo>
                    <a:pt x="310" y="120"/>
                    <a:pt x="144" y="263"/>
                    <a:pt x="1" y="430"/>
                  </a:cubicBezTo>
                  <a:cubicBezTo>
                    <a:pt x="501" y="930"/>
                    <a:pt x="787" y="1644"/>
                    <a:pt x="739" y="2382"/>
                  </a:cubicBezTo>
                  <a:cubicBezTo>
                    <a:pt x="715" y="2882"/>
                    <a:pt x="429" y="3311"/>
                    <a:pt x="1" y="3573"/>
                  </a:cubicBezTo>
                  <a:cubicBezTo>
                    <a:pt x="144" y="3644"/>
                    <a:pt x="334" y="3692"/>
                    <a:pt x="501" y="3692"/>
                  </a:cubicBezTo>
                  <a:cubicBezTo>
                    <a:pt x="1192" y="3692"/>
                    <a:pt x="1692" y="3097"/>
                    <a:pt x="1763" y="2382"/>
                  </a:cubicBezTo>
                  <a:cubicBezTo>
                    <a:pt x="1882" y="906"/>
                    <a:pt x="501" y="1"/>
                    <a:pt x="5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51"/>
            <p:cNvSpPr/>
            <p:nvPr/>
          </p:nvSpPr>
          <p:spPr>
            <a:xfrm>
              <a:off x="7832930" y="2498091"/>
              <a:ext cx="39962" cy="38590"/>
            </a:xfrm>
            <a:custGeom>
              <a:avLst/>
              <a:gdLst/>
              <a:ahLst/>
              <a:cxnLst/>
              <a:rect l="l" t="t" r="r" b="b"/>
              <a:pathLst>
                <a:path w="1049" h="1013" extrusionOk="0">
                  <a:moveTo>
                    <a:pt x="882" y="0"/>
                  </a:moveTo>
                  <a:cubicBezTo>
                    <a:pt x="799" y="0"/>
                    <a:pt x="715" y="60"/>
                    <a:pt x="715" y="179"/>
                  </a:cubicBezTo>
                  <a:cubicBezTo>
                    <a:pt x="715" y="441"/>
                    <a:pt x="501" y="655"/>
                    <a:pt x="239" y="679"/>
                  </a:cubicBezTo>
                  <a:cubicBezTo>
                    <a:pt x="1" y="679"/>
                    <a:pt x="1" y="1012"/>
                    <a:pt x="239" y="1012"/>
                  </a:cubicBezTo>
                  <a:cubicBezTo>
                    <a:pt x="691" y="1012"/>
                    <a:pt x="1049" y="631"/>
                    <a:pt x="1049" y="179"/>
                  </a:cubicBezTo>
                  <a:cubicBezTo>
                    <a:pt x="1049" y="60"/>
                    <a:pt x="965" y="0"/>
                    <a:pt x="8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51"/>
            <p:cNvSpPr/>
            <p:nvPr/>
          </p:nvSpPr>
          <p:spPr>
            <a:xfrm>
              <a:off x="7577998" y="2181902"/>
              <a:ext cx="306703" cy="182399"/>
            </a:xfrm>
            <a:custGeom>
              <a:avLst/>
              <a:gdLst/>
              <a:ahLst/>
              <a:cxnLst/>
              <a:rect l="l" t="t" r="r" b="b"/>
              <a:pathLst>
                <a:path w="8051" h="4788" extrusionOk="0">
                  <a:moveTo>
                    <a:pt x="1" y="1"/>
                  </a:moveTo>
                  <a:lnTo>
                    <a:pt x="1" y="2120"/>
                  </a:lnTo>
                  <a:lnTo>
                    <a:pt x="3930" y="2120"/>
                  </a:lnTo>
                  <a:cubicBezTo>
                    <a:pt x="3944" y="2120"/>
                    <a:pt x="3958" y="2120"/>
                    <a:pt x="3973" y="2120"/>
                  </a:cubicBezTo>
                  <a:cubicBezTo>
                    <a:pt x="5048" y="2120"/>
                    <a:pt x="5907" y="3015"/>
                    <a:pt x="5907" y="4073"/>
                  </a:cubicBezTo>
                  <a:lnTo>
                    <a:pt x="5907" y="4788"/>
                  </a:lnTo>
                  <a:lnTo>
                    <a:pt x="8050" y="4788"/>
                  </a:lnTo>
                  <a:lnTo>
                    <a:pt x="8026" y="4097"/>
                  </a:lnTo>
                  <a:cubicBezTo>
                    <a:pt x="8026" y="1835"/>
                    <a:pt x="6193" y="1"/>
                    <a:pt x="39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51"/>
            <p:cNvSpPr/>
            <p:nvPr/>
          </p:nvSpPr>
          <p:spPr>
            <a:xfrm>
              <a:off x="7688702" y="2181902"/>
              <a:ext cx="195999" cy="183313"/>
            </a:xfrm>
            <a:custGeom>
              <a:avLst/>
              <a:gdLst/>
              <a:ahLst/>
              <a:cxnLst/>
              <a:rect l="l" t="t" r="r" b="b"/>
              <a:pathLst>
                <a:path w="5145" h="4812" extrusionOk="0">
                  <a:moveTo>
                    <a:pt x="0" y="1"/>
                  </a:moveTo>
                  <a:cubicBezTo>
                    <a:pt x="2263" y="1"/>
                    <a:pt x="4096" y="1835"/>
                    <a:pt x="4096" y="4097"/>
                  </a:cubicBezTo>
                  <a:lnTo>
                    <a:pt x="4120" y="4811"/>
                  </a:lnTo>
                  <a:lnTo>
                    <a:pt x="5144" y="4811"/>
                  </a:lnTo>
                  <a:lnTo>
                    <a:pt x="5120" y="4097"/>
                  </a:lnTo>
                  <a:cubicBezTo>
                    <a:pt x="5120" y="1835"/>
                    <a:pt x="3287" y="1"/>
                    <a:pt x="1024"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51"/>
            <p:cNvSpPr/>
            <p:nvPr/>
          </p:nvSpPr>
          <p:spPr>
            <a:xfrm>
              <a:off x="7775787" y="2354282"/>
              <a:ext cx="131580" cy="36343"/>
            </a:xfrm>
            <a:custGeom>
              <a:avLst/>
              <a:gdLst/>
              <a:ahLst/>
              <a:cxnLst/>
              <a:rect l="l" t="t" r="r" b="b"/>
              <a:pathLst>
                <a:path w="3454" h="954" extrusionOk="0">
                  <a:moveTo>
                    <a:pt x="643" y="1"/>
                  </a:moveTo>
                  <a:cubicBezTo>
                    <a:pt x="0" y="1"/>
                    <a:pt x="0" y="953"/>
                    <a:pt x="643" y="953"/>
                  </a:cubicBezTo>
                  <a:lnTo>
                    <a:pt x="2834" y="953"/>
                  </a:lnTo>
                  <a:cubicBezTo>
                    <a:pt x="3454" y="953"/>
                    <a:pt x="3454" y="1"/>
                    <a:pt x="2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51"/>
            <p:cNvSpPr/>
            <p:nvPr/>
          </p:nvSpPr>
          <p:spPr>
            <a:xfrm>
              <a:off x="7844739" y="2354282"/>
              <a:ext cx="62628" cy="36343"/>
            </a:xfrm>
            <a:custGeom>
              <a:avLst/>
              <a:gdLst/>
              <a:ahLst/>
              <a:cxnLst/>
              <a:rect l="l" t="t" r="r" b="b"/>
              <a:pathLst>
                <a:path w="1644" h="954" extrusionOk="0">
                  <a:moveTo>
                    <a:pt x="0" y="1"/>
                  </a:moveTo>
                  <a:cubicBezTo>
                    <a:pt x="643" y="1"/>
                    <a:pt x="643" y="953"/>
                    <a:pt x="0" y="953"/>
                  </a:cubicBezTo>
                  <a:lnTo>
                    <a:pt x="1024" y="953"/>
                  </a:lnTo>
                  <a:cubicBezTo>
                    <a:pt x="1644" y="953"/>
                    <a:pt x="1644" y="1"/>
                    <a:pt x="1024"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51"/>
            <p:cNvSpPr/>
            <p:nvPr/>
          </p:nvSpPr>
          <p:spPr>
            <a:xfrm>
              <a:off x="7461884" y="2121788"/>
              <a:ext cx="209599" cy="201675"/>
            </a:xfrm>
            <a:custGeom>
              <a:avLst/>
              <a:gdLst/>
              <a:ahLst/>
              <a:cxnLst/>
              <a:rect l="l" t="t" r="r" b="b"/>
              <a:pathLst>
                <a:path w="5502" h="5294" extrusionOk="0">
                  <a:moveTo>
                    <a:pt x="3680" y="0"/>
                  </a:moveTo>
                  <a:cubicBezTo>
                    <a:pt x="3382" y="0"/>
                    <a:pt x="3047" y="293"/>
                    <a:pt x="2763" y="293"/>
                  </a:cubicBezTo>
                  <a:cubicBezTo>
                    <a:pt x="2454" y="293"/>
                    <a:pt x="2110" y="8"/>
                    <a:pt x="1806" y="8"/>
                  </a:cubicBezTo>
                  <a:cubicBezTo>
                    <a:pt x="1759" y="8"/>
                    <a:pt x="1713" y="15"/>
                    <a:pt x="1668" y="31"/>
                  </a:cubicBezTo>
                  <a:cubicBezTo>
                    <a:pt x="1358" y="150"/>
                    <a:pt x="1310" y="722"/>
                    <a:pt x="1072" y="984"/>
                  </a:cubicBezTo>
                  <a:cubicBezTo>
                    <a:pt x="858" y="1222"/>
                    <a:pt x="263" y="1246"/>
                    <a:pt x="144" y="1579"/>
                  </a:cubicBezTo>
                  <a:cubicBezTo>
                    <a:pt x="1" y="1889"/>
                    <a:pt x="405" y="2293"/>
                    <a:pt x="405" y="2651"/>
                  </a:cubicBezTo>
                  <a:cubicBezTo>
                    <a:pt x="405" y="2984"/>
                    <a:pt x="24" y="3413"/>
                    <a:pt x="144" y="3722"/>
                  </a:cubicBezTo>
                  <a:cubicBezTo>
                    <a:pt x="263" y="4056"/>
                    <a:pt x="834" y="4079"/>
                    <a:pt x="1072" y="4318"/>
                  </a:cubicBezTo>
                  <a:cubicBezTo>
                    <a:pt x="1334" y="4556"/>
                    <a:pt x="1358" y="5127"/>
                    <a:pt x="1668" y="5270"/>
                  </a:cubicBezTo>
                  <a:cubicBezTo>
                    <a:pt x="1713" y="5286"/>
                    <a:pt x="1759" y="5293"/>
                    <a:pt x="1806" y="5293"/>
                  </a:cubicBezTo>
                  <a:cubicBezTo>
                    <a:pt x="2110" y="5293"/>
                    <a:pt x="2454" y="5008"/>
                    <a:pt x="2763" y="5008"/>
                  </a:cubicBezTo>
                  <a:cubicBezTo>
                    <a:pt x="3051" y="5008"/>
                    <a:pt x="3393" y="5293"/>
                    <a:pt x="3696" y="5293"/>
                  </a:cubicBezTo>
                  <a:cubicBezTo>
                    <a:pt x="3743" y="5293"/>
                    <a:pt x="3790" y="5286"/>
                    <a:pt x="3835" y="5270"/>
                  </a:cubicBezTo>
                  <a:cubicBezTo>
                    <a:pt x="4144" y="5127"/>
                    <a:pt x="4192" y="4556"/>
                    <a:pt x="4430" y="4318"/>
                  </a:cubicBezTo>
                  <a:cubicBezTo>
                    <a:pt x="4668" y="4079"/>
                    <a:pt x="5240" y="4056"/>
                    <a:pt x="5359" y="3722"/>
                  </a:cubicBezTo>
                  <a:cubicBezTo>
                    <a:pt x="5502" y="3413"/>
                    <a:pt x="5121" y="2984"/>
                    <a:pt x="5121" y="2651"/>
                  </a:cubicBezTo>
                  <a:cubicBezTo>
                    <a:pt x="5121" y="2293"/>
                    <a:pt x="5502" y="1889"/>
                    <a:pt x="5359" y="1579"/>
                  </a:cubicBezTo>
                  <a:cubicBezTo>
                    <a:pt x="5240" y="1246"/>
                    <a:pt x="4668" y="1198"/>
                    <a:pt x="4430" y="984"/>
                  </a:cubicBezTo>
                  <a:cubicBezTo>
                    <a:pt x="4192" y="745"/>
                    <a:pt x="4144" y="174"/>
                    <a:pt x="3835" y="31"/>
                  </a:cubicBezTo>
                  <a:cubicBezTo>
                    <a:pt x="3785" y="10"/>
                    <a:pt x="3733" y="0"/>
                    <a:pt x="36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51"/>
            <p:cNvSpPr/>
            <p:nvPr/>
          </p:nvSpPr>
          <p:spPr>
            <a:xfrm>
              <a:off x="7513351" y="2179235"/>
              <a:ext cx="103695" cy="88914"/>
            </a:xfrm>
            <a:custGeom>
              <a:avLst/>
              <a:gdLst/>
              <a:ahLst/>
              <a:cxnLst/>
              <a:rect l="l" t="t" r="r" b="b"/>
              <a:pathLst>
                <a:path w="2722" h="2334" extrusionOk="0">
                  <a:moveTo>
                    <a:pt x="1391" y="1"/>
                  </a:moveTo>
                  <a:cubicBezTo>
                    <a:pt x="619" y="1"/>
                    <a:pt x="0" y="818"/>
                    <a:pt x="340" y="1619"/>
                  </a:cubicBezTo>
                  <a:cubicBezTo>
                    <a:pt x="531" y="2095"/>
                    <a:pt x="966" y="2333"/>
                    <a:pt x="1403" y="2333"/>
                  </a:cubicBezTo>
                  <a:cubicBezTo>
                    <a:pt x="1841" y="2333"/>
                    <a:pt x="2281" y="2095"/>
                    <a:pt x="2484" y="1619"/>
                  </a:cubicBezTo>
                  <a:cubicBezTo>
                    <a:pt x="2722" y="1024"/>
                    <a:pt x="2436" y="333"/>
                    <a:pt x="1841" y="95"/>
                  </a:cubicBezTo>
                  <a:cubicBezTo>
                    <a:pt x="1689" y="30"/>
                    <a:pt x="1537" y="1"/>
                    <a:pt x="13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51"/>
            <p:cNvSpPr/>
            <p:nvPr/>
          </p:nvSpPr>
          <p:spPr>
            <a:xfrm>
              <a:off x="7547179" y="2179540"/>
              <a:ext cx="85142" cy="88914"/>
            </a:xfrm>
            <a:custGeom>
              <a:avLst/>
              <a:gdLst/>
              <a:ahLst/>
              <a:cxnLst/>
              <a:rect l="l" t="t" r="r" b="b"/>
              <a:pathLst>
                <a:path w="2235" h="2334" extrusionOk="0">
                  <a:moveTo>
                    <a:pt x="498" y="0"/>
                  </a:moveTo>
                  <a:cubicBezTo>
                    <a:pt x="330" y="0"/>
                    <a:pt x="162" y="36"/>
                    <a:pt x="0" y="111"/>
                  </a:cubicBezTo>
                  <a:cubicBezTo>
                    <a:pt x="572" y="373"/>
                    <a:pt x="810" y="1039"/>
                    <a:pt x="572" y="1611"/>
                  </a:cubicBezTo>
                  <a:cubicBezTo>
                    <a:pt x="453" y="1873"/>
                    <a:pt x="262" y="2087"/>
                    <a:pt x="0" y="2206"/>
                  </a:cubicBezTo>
                  <a:lnTo>
                    <a:pt x="72" y="2230"/>
                  </a:lnTo>
                  <a:cubicBezTo>
                    <a:pt x="243" y="2301"/>
                    <a:pt x="407" y="2333"/>
                    <a:pt x="560" y="2333"/>
                  </a:cubicBezTo>
                  <a:cubicBezTo>
                    <a:pt x="1684" y="2333"/>
                    <a:pt x="2234" y="611"/>
                    <a:pt x="977" y="87"/>
                  </a:cubicBezTo>
                  <a:lnTo>
                    <a:pt x="953" y="87"/>
                  </a:lnTo>
                  <a:cubicBezTo>
                    <a:pt x="805" y="30"/>
                    <a:pt x="652" y="0"/>
                    <a:pt x="498"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51"/>
            <p:cNvSpPr/>
            <p:nvPr/>
          </p:nvSpPr>
          <p:spPr>
            <a:xfrm>
              <a:off x="7467332" y="2326473"/>
              <a:ext cx="244075" cy="90171"/>
            </a:xfrm>
            <a:custGeom>
              <a:avLst/>
              <a:gdLst/>
              <a:ahLst/>
              <a:cxnLst/>
              <a:rect l="l" t="t" r="r" b="b"/>
              <a:pathLst>
                <a:path w="6407" h="2367" extrusionOk="0">
                  <a:moveTo>
                    <a:pt x="6228" y="1"/>
                  </a:moveTo>
                  <a:cubicBezTo>
                    <a:pt x="6208" y="1"/>
                    <a:pt x="6188" y="6"/>
                    <a:pt x="6168" y="16"/>
                  </a:cubicBezTo>
                  <a:lnTo>
                    <a:pt x="5430" y="183"/>
                  </a:lnTo>
                  <a:cubicBezTo>
                    <a:pt x="5230" y="250"/>
                    <a:pt x="5279" y="545"/>
                    <a:pt x="5480" y="545"/>
                  </a:cubicBezTo>
                  <a:cubicBezTo>
                    <a:pt x="5495" y="545"/>
                    <a:pt x="5510" y="543"/>
                    <a:pt x="5525" y="540"/>
                  </a:cubicBezTo>
                  <a:lnTo>
                    <a:pt x="5764" y="469"/>
                  </a:lnTo>
                  <a:lnTo>
                    <a:pt x="5764" y="469"/>
                  </a:lnTo>
                  <a:cubicBezTo>
                    <a:pt x="4974" y="1488"/>
                    <a:pt x="3787" y="2031"/>
                    <a:pt x="2588" y="2031"/>
                  </a:cubicBezTo>
                  <a:cubicBezTo>
                    <a:pt x="1797" y="2031"/>
                    <a:pt x="1001" y="1794"/>
                    <a:pt x="310" y="1302"/>
                  </a:cubicBezTo>
                  <a:cubicBezTo>
                    <a:pt x="270" y="1272"/>
                    <a:pt x="230" y="1259"/>
                    <a:pt x="194" y="1259"/>
                  </a:cubicBezTo>
                  <a:cubicBezTo>
                    <a:pt x="143" y="1259"/>
                    <a:pt x="100" y="1285"/>
                    <a:pt x="72" y="1326"/>
                  </a:cubicBezTo>
                  <a:cubicBezTo>
                    <a:pt x="1" y="1397"/>
                    <a:pt x="24" y="1517"/>
                    <a:pt x="96" y="1564"/>
                  </a:cubicBezTo>
                  <a:cubicBezTo>
                    <a:pt x="856" y="2106"/>
                    <a:pt x="1734" y="2367"/>
                    <a:pt x="2604" y="2367"/>
                  </a:cubicBezTo>
                  <a:cubicBezTo>
                    <a:pt x="3914" y="2367"/>
                    <a:pt x="5205" y="1775"/>
                    <a:pt x="6049" y="659"/>
                  </a:cubicBezTo>
                  <a:lnTo>
                    <a:pt x="6049" y="945"/>
                  </a:lnTo>
                  <a:cubicBezTo>
                    <a:pt x="6073" y="1040"/>
                    <a:pt x="6145" y="1112"/>
                    <a:pt x="6240" y="1112"/>
                  </a:cubicBezTo>
                  <a:cubicBezTo>
                    <a:pt x="6335" y="1112"/>
                    <a:pt x="6407" y="1040"/>
                    <a:pt x="6407" y="945"/>
                  </a:cubicBezTo>
                  <a:lnTo>
                    <a:pt x="6383" y="159"/>
                  </a:lnTo>
                  <a:cubicBezTo>
                    <a:pt x="6383" y="111"/>
                    <a:pt x="6359" y="64"/>
                    <a:pt x="6311" y="40"/>
                  </a:cubicBezTo>
                  <a:cubicBezTo>
                    <a:pt x="6283" y="12"/>
                    <a:pt x="6256" y="1"/>
                    <a:pt x="62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7" name="Google Shape;2007;p51"/>
          <p:cNvGrpSpPr/>
          <p:nvPr/>
        </p:nvGrpSpPr>
        <p:grpSpPr>
          <a:xfrm>
            <a:off x="1737943" y="1998872"/>
            <a:ext cx="443966" cy="444858"/>
            <a:chOff x="3074598" y="4062576"/>
            <a:chExt cx="436416" cy="437293"/>
          </a:xfrm>
        </p:grpSpPr>
        <p:sp>
          <p:nvSpPr>
            <p:cNvPr id="2008" name="Google Shape;2008;p51"/>
            <p:cNvSpPr/>
            <p:nvPr/>
          </p:nvSpPr>
          <p:spPr>
            <a:xfrm>
              <a:off x="3091855" y="4062576"/>
              <a:ext cx="321179" cy="411883"/>
            </a:xfrm>
            <a:custGeom>
              <a:avLst/>
              <a:gdLst/>
              <a:ahLst/>
              <a:cxnLst/>
              <a:rect l="l" t="t" r="r" b="b"/>
              <a:pathLst>
                <a:path w="8431" h="10812" extrusionOk="0">
                  <a:moveTo>
                    <a:pt x="4215" y="0"/>
                  </a:moveTo>
                  <a:cubicBezTo>
                    <a:pt x="1882" y="0"/>
                    <a:pt x="0" y="1929"/>
                    <a:pt x="72" y="4263"/>
                  </a:cubicBezTo>
                  <a:lnTo>
                    <a:pt x="72" y="10812"/>
                  </a:lnTo>
                  <a:lnTo>
                    <a:pt x="8359" y="10764"/>
                  </a:lnTo>
                  <a:lnTo>
                    <a:pt x="8359" y="4263"/>
                  </a:lnTo>
                  <a:cubicBezTo>
                    <a:pt x="8431" y="1929"/>
                    <a:pt x="6549" y="0"/>
                    <a:pt x="4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51"/>
            <p:cNvSpPr/>
            <p:nvPr/>
          </p:nvSpPr>
          <p:spPr>
            <a:xfrm>
              <a:off x="3094559" y="4066195"/>
              <a:ext cx="315769" cy="408264"/>
            </a:xfrm>
            <a:custGeom>
              <a:avLst/>
              <a:gdLst/>
              <a:ahLst/>
              <a:cxnLst/>
              <a:rect l="l" t="t" r="r" b="b"/>
              <a:pathLst>
                <a:path w="8289" h="10717" extrusionOk="0">
                  <a:moveTo>
                    <a:pt x="4144" y="0"/>
                  </a:moveTo>
                  <a:cubicBezTo>
                    <a:pt x="3954" y="0"/>
                    <a:pt x="3763" y="0"/>
                    <a:pt x="3573" y="24"/>
                  </a:cubicBezTo>
                  <a:cubicBezTo>
                    <a:pt x="5645" y="310"/>
                    <a:pt x="7169" y="2096"/>
                    <a:pt x="7169" y="4168"/>
                  </a:cubicBezTo>
                  <a:lnTo>
                    <a:pt x="7169" y="10669"/>
                  </a:lnTo>
                  <a:lnTo>
                    <a:pt x="1" y="10717"/>
                  </a:lnTo>
                  <a:lnTo>
                    <a:pt x="8288" y="10669"/>
                  </a:lnTo>
                  <a:lnTo>
                    <a:pt x="8288" y="4168"/>
                  </a:lnTo>
                  <a:cubicBezTo>
                    <a:pt x="8288" y="1858"/>
                    <a:pt x="6431" y="0"/>
                    <a:pt x="4144"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51"/>
            <p:cNvSpPr/>
            <p:nvPr/>
          </p:nvSpPr>
          <p:spPr>
            <a:xfrm>
              <a:off x="3074598" y="4472631"/>
              <a:ext cx="355693" cy="27238"/>
            </a:xfrm>
            <a:custGeom>
              <a:avLst/>
              <a:gdLst/>
              <a:ahLst/>
              <a:cxnLst/>
              <a:rect l="l" t="t" r="r" b="b"/>
              <a:pathLst>
                <a:path w="9337" h="715" extrusionOk="0">
                  <a:moveTo>
                    <a:pt x="358" y="0"/>
                  </a:moveTo>
                  <a:cubicBezTo>
                    <a:pt x="167" y="0"/>
                    <a:pt x="1" y="167"/>
                    <a:pt x="1" y="357"/>
                  </a:cubicBezTo>
                  <a:cubicBezTo>
                    <a:pt x="1" y="548"/>
                    <a:pt x="167" y="715"/>
                    <a:pt x="358" y="715"/>
                  </a:cubicBezTo>
                  <a:lnTo>
                    <a:pt x="8979" y="715"/>
                  </a:lnTo>
                  <a:cubicBezTo>
                    <a:pt x="9169" y="715"/>
                    <a:pt x="9336" y="548"/>
                    <a:pt x="9336" y="357"/>
                  </a:cubicBezTo>
                  <a:cubicBezTo>
                    <a:pt x="9336" y="167"/>
                    <a:pt x="9169" y="0"/>
                    <a:pt x="8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51"/>
            <p:cNvSpPr/>
            <p:nvPr/>
          </p:nvSpPr>
          <p:spPr>
            <a:xfrm>
              <a:off x="3176235" y="4294613"/>
              <a:ext cx="55352" cy="85523"/>
            </a:xfrm>
            <a:custGeom>
              <a:avLst/>
              <a:gdLst/>
              <a:ahLst/>
              <a:cxnLst/>
              <a:rect l="l" t="t" r="r" b="b"/>
              <a:pathLst>
                <a:path w="1453" h="2245" extrusionOk="0">
                  <a:moveTo>
                    <a:pt x="943" y="1"/>
                  </a:moveTo>
                  <a:cubicBezTo>
                    <a:pt x="930" y="1"/>
                    <a:pt x="918" y="2"/>
                    <a:pt x="905" y="6"/>
                  </a:cubicBezTo>
                  <a:lnTo>
                    <a:pt x="452" y="101"/>
                  </a:lnTo>
                  <a:cubicBezTo>
                    <a:pt x="357" y="101"/>
                    <a:pt x="310" y="196"/>
                    <a:pt x="310" y="291"/>
                  </a:cubicBezTo>
                  <a:cubicBezTo>
                    <a:pt x="330" y="374"/>
                    <a:pt x="405" y="439"/>
                    <a:pt x="487" y="439"/>
                  </a:cubicBezTo>
                  <a:cubicBezTo>
                    <a:pt x="499" y="439"/>
                    <a:pt x="511" y="437"/>
                    <a:pt x="524" y="434"/>
                  </a:cubicBezTo>
                  <a:lnTo>
                    <a:pt x="572" y="434"/>
                  </a:lnTo>
                  <a:lnTo>
                    <a:pt x="119" y="1220"/>
                  </a:lnTo>
                  <a:cubicBezTo>
                    <a:pt x="0" y="1434"/>
                    <a:pt x="0" y="1696"/>
                    <a:pt x="119" y="1911"/>
                  </a:cubicBezTo>
                  <a:cubicBezTo>
                    <a:pt x="238" y="2125"/>
                    <a:pt x="476" y="2244"/>
                    <a:pt x="714" y="2244"/>
                  </a:cubicBezTo>
                  <a:lnTo>
                    <a:pt x="1286" y="2244"/>
                  </a:lnTo>
                  <a:cubicBezTo>
                    <a:pt x="1381" y="2244"/>
                    <a:pt x="1453" y="2173"/>
                    <a:pt x="1453" y="2077"/>
                  </a:cubicBezTo>
                  <a:cubicBezTo>
                    <a:pt x="1453" y="1982"/>
                    <a:pt x="1381" y="1911"/>
                    <a:pt x="1286" y="1887"/>
                  </a:cubicBezTo>
                  <a:lnTo>
                    <a:pt x="738" y="1887"/>
                  </a:lnTo>
                  <a:cubicBezTo>
                    <a:pt x="452" y="1887"/>
                    <a:pt x="286" y="1601"/>
                    <a:pt x="429" y="1387"/>
                  </a:cubicBezTo>
                  <a:lnTo>
                    <a:pt x="881" y="601"/>
                  </a:lnTo>
                  <a:lnTo>
                    <a:pt x="881" y="649"/>
                  </a:lnTo>
                  <a:cubicBezTo>
                    <a:pt x="905" y="720"/>
                    <a:pt x="953" y="768"/>
                    <a:pt x="1024" y="791"/>
                  </a:cubicBezTo>
                  <a:lnTo>
                    <a:pt x="1095" y="791"/>
                  </a:lnTo>
                  <a:cubicBezTo>
                    <a:pt x="1167" y="768"/>
                    <a:pt x="1238" y="672"/>
                    <a:pt x="1215" y="577"/>
                  </a:cubicBezTo>
                  <a:lnTo>
                    <a:pt x="1119" y="125"/>
                  </a:lnTo>
                  <a:cubicBezTo>
                    <a:pt x="1099" y="63"/>
                    <a:pt x="1024" y="1"/>
                    <a:pt x="9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51"/>
            <p:cNvSpPr/>
            <p:nvPr/>
          </p:nvSpPr>
          <p:spPr>
            <a:xfrm>
              <a:off x="3215244" y="4243108"/>
              <a:ext cx="96723" cy="75314"/>
            </a:xfrm>
            <a:custGeom>
              <a:avLst/>
              <a:gdLst/>
              <a:ahLst/>
              <a:cxnLst/>
              <a:rect l="l" t="t" r="r" b="b"/>
              <a:pathLst>
                <a:path w="2539" h="1977" extrusionOk="0">
                  <a:moveTo>
                    <a:pt x="1000" y="0"/>
                  </a:moveTo>
                  <a:cubicBezTo>
                    <a:pt x="768" y="0"/>
                    <a:pt x="536" y="119"/>
                    <a:pt x="405" y="357"/>
                  </a:cubicBezTo>
                  <a:lnTo>
                    <a:pt x="48" y="953"/>
                  </a:lnTo>
                  <a:cubicBezTo>
                    <a:pt x="0" y="1024"/>
                    <a:pt x="24" y="1119"/>
                    <a:pt x="95" y="1191"/>
                  </a:cubicBezTo>
                  <a:cubicBezTo>
                    <a:pt x="122" y="1204"/>
                    <a:pt x="148" y="1210"/>
                    <a:pt x="174" y="1210"/>
                  </a:cubicBezTo>
                  <a:cubicBezTo>
                    <a:pt x="240" y="1210"/>
                    <a:pt x="299" y="1171"/>
                    <a:pt x="333" y="1119"/>
                  </a:cubicBezTo>
                  <a:lnTo>
                    <a:pt x="357" y="1096"/>
                  </a:lnTo>
                  <a:lnTo>
                    <a:pt x="691" y="524"/>
                  </a:lnTo>
                  <a:cubicBezTo>
                    <a:pt x="732" y="420"/>
                    <a:pt x="828" y="353"/>
                    <a:pt x="930" y="353"/>
                  </a:cubicBezTo>
                  <a:cubicBezTo>
                    <a:pt x="946" y="353"/>
                    <a:pt x="961" y="354"/>
                    <a:pt x="976" y="357"/>
                  </a:cubicBezTo>
                  <a:cubicBezTo>
                    <a:pt x="992" y="354"/>
                    <a:pt x="1007" y="353"/>
                    <a:pt x="1022" y="353"/>
                  </a:cubicBezTo>
                  <a:cubicBezTo>
                    <a:pt x="1125" y="353"/>
                    <a:pt x="1224" y="420"/>
                    <a:pt x="1286" y="524"/>
                  </a:cubicBezTo>
                  <a:lnTo>
                    <a:pt x="1881" y="1548"/>
                  </a:lnTo>
                  <a:lnTo>
                    <a:pt x="1834" y="1548"/>
                  </a:lnTo>
                  <a:cubicBezTo>
                    <a:pt x="1815" y="1542"/>
                    <a:pt x="1797" y="1539"/>
                    <a:pt x="1781" y="1539"/>
                  </a:cubicBezTo>
                  <a:cubicBezTo>
                    <a:pt x="1737" y="1539"/>
                    <a:pt x="1702" y="1561"/>
                    <a:pt x="1667" y="1596"/>
                  </a:cubicBezTo>
                  <a:cubicBezTo>
                    <a:pt x="1643" y="1620"/>
                    <a:pt x="1619" y="1643"/>
                    <a:pt x="1619" y="1667"/>
                  </a:cubicBezTo>
                  <a:cubicBezTo>
                    <a:pt x="1596" y="1762"/>
                    <a:pt x="1667" y="1858"/>
                    <a:pt x="1762" y="1881"/>
                  </a:cubicBezTo>
                  <a:lnTo>
                    <a:pt x="2191" y="1977"/>
                  </a:lnTo>
                  <a:lnTo>
                    <a:pt x="2215" y="1977"/>
                  </a:lnTo>
                  <a:cubicBezTo>
                    <a:pt x="2310" y="1977"/>
                    <a:pt x="2381" y="1929"/>
                    <a:pt x="2381" y="1858"/>
                  </a:cubicBezTo>
                  <a:lnTo>
                    <a:pt x="2524" y="1405"/>
                  </a:lnTo>
                  <a:cubicBezTo>
                    <a:pt x="2539" y="1277"/>
                    <a:pt x="2442" y="1199"/>
                    <a:pt x="2346" y="1199"/>
                  </a:cubicBezTo>
                  <a:cubicBezTo>
                    <a:pt x="2282" y="1199"/>
                    <a:pt x="2220" y="1234"/>
                    <a:pt x="2191" y="1310"/>
                  </a:cubicBezTo>
                  <a:lnTo>
                    <a:pt x="2191" y="1358"/>
                  </a:lnTo>
                  <a:lnTo>
                    <a:pt x="1596" y="357"/>
                  </a:lnTo>
                  <a:cubicBezTo>
                    <a:pt x="1465" y="119"/>
                    <a:pt x="1232" y="0"/>
                    <a:pt x="10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51"/>
            <p:cNvSpPr/>
            <p:nvPr/>
          </p:nvSpPr>
          <p:spPr>
            <a:xfrm>
              <a:off x="3237911" y="4322879"/>
              <a:ext cx="95276" cy="68914"/>
            </a:xfrm>
            <a:custGeom>
              <a:avLst/>
              <a:gdLst/>
              <a:ahLst/>
              <a:cxnLst/>
              <a:rect l="l" t="t" r="r" b="b"/>
              <a:pathLst>
                <a:path w="2501" h="1809" extrusionOk="0">
                  <a:moveTo>
                    <a:pt x="1886" y="1"/>
                  </a:moveTo>
                  <a:cubicBezTo>
                    <a:pt x="1854" y="1"/>
                    <a:pt x="1820" y="9"/>
                    <a:pt x="1786" y="26"/>
                  </a:cubicBezTo>
                  <a:cubicBezTo>
                    <a:pt x="1715" y="73"/>
                    <a:pt x="1667" y="169"/>
                    <a:pt x="1739" y="264"/>
                  </a:cubicBezTo>
                  <a:lnTo>
                    <a:pt x="1953" y="621"/>
                  </a:lnTo>
                  <a:cubicBezTo>
                    <a:pt x="2072" y="859"/>
                    <a:pt x="1906" y="1145"/>
                    <a:pt x="1644" y="1145"/>
                  </a:cubicBezTo>
                  <a:lnTo>
                    <a:pt x="572" y="1145"/>
                  </a:lnTo>
                  <a:lnTo>
                    <a:pt x="620" y="1097"/>
                  </a:lnTo>
                  <a:cubicBezTo>
                    <a:pt x="643" y="1073"/>
                    <a:pt x="667" y="1026"/>
                    <a:pt x="667" y="1002"/>
                  </a:cubicBezTo>
                  <a:cubicBezTo>
                    <a:pt x="684" y="887"/>
                    <a:pt x="587" y="806"/>
                    <a:pt x="494" y="806"/>
                  </a:cubicBezTo>
                  <a:cubicBezTo>
                    <a:pt x="452" y="806"/>
                    <a:pt x="411" y="822"/>
                    <a:pt x="381" y="859"/>
                  </a:cubicBezTo>
                  <a:lnTo>
                    <a:pt x="72" y="1193"/>
                  </a:lnTo>
                  <a:cubicBezTo>
                    <a:pt x="0" y="1264"/>
                    <a:pt x="0" y="1359"/>
                    <a:pt x="72" y="1431"/>
                  </a:cubicBezTo>
                  <a:lnTo>
                    <a:pt x="405" y="1764"/>
                  </a:lnTo>
                  <a:cubicBezTo>
                    <a:pt x="441" y="1795"/>
                    <a:pt x="481" y="1808"/>
                    <a:pt x="519" y="1808"/>
                  </a:cubicBezTo>
                  <a:cubicBezTo>
                    <a:pt x="656" y="1808"/>
                    <a:pt x="774" y="1638"/>
                    <a:pt x="643" y="1526"/>
                  </a:cubicBezTo>
                  <a:lnTo>
                    <a:pt x="620" y="1478"/>
                  </a:lnTo>
                  <a:lnTo>
                    <a:pt x="1644" y="1478"/>
                  </a:lnTo>
                  <a:cubicBezTo>
                    <a:pt x="2168" y="1478"/>
                    <a:pt x="2501" y="907"/>
                    <a:pt x="2239" y="454"/>
                  </a:cubicBezTo>
                  <a:lnTo>
                    <a:pt x="2239" y="454"/>
                  </a:lnTo>
                  <a:lnTo>
                    <a:pt x="2239" y="478"/>
                  </a:lnTo>
                  <a:lnTo>
                    <a:pt x="2025" y="73"/>
                  </a:lnTo>
                  <a:cubicBezTo>
                    <a:pt x="1994" y="27"/>
                    <a:pt x="1943" y="1"/>
                    <a:pt x="18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51"/>
            <p:cNvSpPr/>
            <p:nvPr/>
          </p:nvSpPr>
          <p:spPr>
            <a:xfrm>
              <a:off x="3100602" y="4093761"/>
              <a:ext cx="80799" cy="96228"/>
            </a:xfrm>
            <a:custGeom>
              <a:avLst/>
              <a:gdLst/>
              <a:ahLst/>
              <a:cxnLst/>
              <a:rect l="l" t="t" r="r" b="b"/>
              <a:pathLst>
                <a:path w="2121" h="2526" extrusionOk="0">
                  <a:moveTo>
                    <a:pt x="1525" y="1"/>
                  </a:moveTo>
                  <a:cubicBezTo>
                    <a:pt x="786" y="549"/>
                    <a:pt x="239" y="1358"/>
                    <a:pt x="1" y="2263"/>
                  </a:cubicBezTo>
                  <a:lnTo>
                    <a:pt x="48" y="2287"/>
                  </a:lnTo>
                  <a:cubicBezTo>
                    <a:pt x="263" y="2430"/>
                    <a:pt x="525" y="2525"/>
                    <a:pt x="786" y="2525"/>
                  </a:cubicBezTo>
                  <a:cubicBezTo>
                    <a:pt x="1549" y="2501"/>
                    <a:pt x="2120" y="1882"/>
                    <a:pt x="2120" y="1144"/>
                  </a:cubicBezTo>
                  <a:cubicBezTo>
                    <a:pt x="2120" y="691"/>
                    <a:pt x="1906" y="263"/>
                    <a:pt x="1525"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51"/>
            <p:cNvSpPr/>
            <p:nvPr/>
          </p:nvSpPr>
          <p:spPr>
            <a:xfrm>
              <a:off x="3401224" y="4164175"/>
              <a:ext cx="108876" cy="335693"/>
            </a:xfrm>
            <a:custGeom>
              <a:avLst/>
              <a:gdLst/>
              <a:ahLst/>
              <a:cxnLst/>
              <a:rect l="l" t="t" r="r" b="b"/>
              <a:pathLst>
                <a:path w="2858" h="8812" extrusionOk="0">
                  <a:moveTo>
                    <a:pt x="857" y="0"/>
                  </a:moveTo>
                  <a:cubicBezTo>
                    <a:pt x="786" y="0"/>
                    <a:pt x="738" y="48"/>
                    <a:pt x="738" y="119"/>
                  </a:cubicBezTo>
                  <a:lnTo>
                    <a:pt x="738" y="643"/>
                  </a:lnTo>
                  <a:cubicBezTo>
                    <a:pt x="738" y="715"/>
                    <a:pt x="786" y="762"/>
                    <a:pt x="857" y="762"/>
                  </a:cubicBezTo>
                  <a:cubicBezTo>
                    <a:pt x="929" y="762"/>
                    <a:pt x="976" y="834"/>
                    <a:pt x="976" y="905"/>
                  </a:cubicBezTo>
                  <a:lnTo>
                    <a:pt x="976" y="1977"/>
                  </a:lnTo>
                  <a:cubicBezTo>
                    <a:pt x="976" y="2358"/>
                    <a:pt x="810" y="2715"/>
                    <a:pt x="500" y="2953"/>
                  </a:cubicBezTo>
                  <a:cubicBezTo>
                    <a:pt x="191" y="3191"/>
                    <a:pt x="24" y="3549"/>
                    <a:pt x="24" y="3930"/>
                  </a:cubicBezTo>
                  <a:lnTo>
                    <a:pt x="24" y="8454"/>
                  </a:lnTo>
                  <a:cubicBezTo>
                    <a:pt x="0" y="8645"/>
                    <a:pt x="167" y="8812"/>
                    <a:pt x="381" y="8812"/>
                  </a:cubicBezTo>
                  <a:lnTo>
                    <a:pt x="2501" y="8812"/>
                  </a:lnTo>
                  <a:cubicBezTo>
                    <a:pt x="2691" y="8812"/>
                    <a:pt x="2858" y="8645"/>
                    <a:pt x="2858" y="8454"/>
                  </a:cubicBezTo>
                  <a:lnTo>
                    <a:pt x="2858" y="3930"/>
                  </a:lnTo>
                  <a:cubicBezTo>
                    <a:pt x="2858" y="3549"/>
                    <a:pt x="2691" y="3191"/>
                    <a:pt x="2381" y="2953"/>
                  </a:cubicBezTo>
                  <a:cubicBezTo>
                    <a:pt x="2096" y="2715"/>
                    <a:pt x="1929" y="2358"/>
                    <a:pt x="1929" y="1977"/>
                  </a:cubicBezTo>
                  <a:lnTo>
                    <a:pt x="1929" y="905"/>
                  </a:lnTo>
                  <a:cubicBezTo>
                    <a:pt x="1929" y="834"/>
                    <a:pt x="1977" y="762"/>
                    <a:pt x="2048" y="762"/>
                  </a:cubicBezTo>
                  <a:cubicBezTo>
                    <a:pt x="2119" y="762"/>
                    <a:pt x="2167" y="715"/>
                    <a:pt x="2167" y="643"/>
                  </a:cubicBezTo>
                  <a:lnTo>
                    <a:pt x="2167" y="119"/>
                  </a:lnTo>
                  <a:cubicBezTo>
                    <a:pt x="2167" y="48"/>
                    <a:pt x="2119" y="0"/>
                    <a:pt x="20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51"/>
            <p:cNvSpPr/>
            <p:nvPr/>
          </p:nvSpPr>
          <p:spPr>
            <a:xfrm>
              <a:off x="3437491" y="4164175"/>
              <a:ext cx="73523" cy="335693"/>
            </a:xfrm>
            <a:custGeom>
              <a:avLst/>
              <a:gdLst/>
              <a:ahLst/>
              <a:cxnLst/>
              <a:rect l="l" t="t" r="r" b="b"/>
              <a:pathLst>
                <a:path w="1930" h="8812" extrusionOk="0">
                  <a:moveTo>
                    <a:pt x="96" y="0"/>
                  </a:moveTo>
                  <a:cubicBezTo>
                    <a:pt x="167" y="0"/>
                    <a:pt x="215" y="72"/>
                    <a:pt x="215" y="119"/>
                  </a:cubicBezTo>
                  <a:lnTo>
                    <a:pt x="215" y="643"/>
                  </a:lnTo>
                  <a:cubicBezTo>
                    <a:pt x="215" y="715"/>
                    <a:pt x="143" y="762"/>
                    <a:pt x="96" y="762"/>
                  </a:cubicBezTo>
                  <a:cubicBezTo>
                    <a:pt x="48" y="762"/>
                    <a:pt x="1" y="786"/>
                    <a:pt x="1" y="810"/>
                  </a:cubicBezTo>
                  <a:cubicBezTo>
                    <a:pt x="1" y="834"/>
                    <a:pt x="24" y="858"/>
                    <a:pt x="24" y="905"/>
                  </a:cubicBezTo>
                  <a:lnTo>
                    <a:pt x="24" y="1977"/>
                  </a:lnTo>
                  <a:cubicBezTo>
                    <a:pt x="24" y="2048"/>
                    <a:pt x="1" y="2144"/>
                    <a:pt x="1" y="2239"/>
                  </a:cubicBezTo>
                  <a:cubicBezTo>
                    <a:pt x="48" y="2525"/>
                    <a:pt x="215" y="2763"/>
                    <a:pt x="429" y="2953"/>
                  </a:cubicBezTo>
                  <a:cubicBezTo>
                    <a:pt x="739" y="3168"/>
                    <a:pt x="906" y="3549"/>
                    <a:pt x="906" y="3930"/>
                  </a:cubicBezTo>
                  <a:lnTo>
                    <a:pt x="906" y="8454"/>
                  </a:lnTo>
                  <a:cubicBezTo>
                    <a:pt x="906" y="8645"/>
                    <a:pt x="739" y="8812"/>
                    <a:pt x="548" y="8812"/>
                  </a:cubicBezTo>
                  <a:lnTo>
                    <a:pt x="1572" y="8812"/>
                  </a:lnTo>
                  <a:cubicBezTo>
                    <a:pt x="1763" y="8812"/>
                    <a:pt x="1930" y="8645"/>
                    <a:pt x="1930" y="8454"/>
                  </a:cubicBezTo>
                  <a:lnTo>
                    <a:pt x="1930" y="3930"/>
                  </a:lnTo>
                  <a:cubicBezTo>
                    <a:pt x="1906" y="3549"/>
                    <a:pt x="1739" y="3191"/>
                    <a:pt x="1453" y="2953"/>
                  </a:cubicBezTo>
                  <a:cubicBezTo>
                    <a:pt x="1144" y="2715"/>
                    <a:pt x="977" y="2358"/>
                    <a:pt x="977" y="1977"/>
                  </a:cubicBezTo>
                  <a:lnTo>
                    <a:pt x="977" y="905"/>
                  </a:lnTo>
                  <a:cubicBezTo>
                    <a:pt x="977" y="834"/>
                    <a:pt x="1025" y="762"/>
                    <a:pt x="1096" y="762"/>
                  </a:cubicBezTo>
                  <a:cubicBezTo>
                    <a:pt x="1167" y="762"/>
                    <a:pt x="1215" y="715"/>
                    <a:pt x="1215" y="643"/>
                  </a:cubicBezTo>
                  <a:lnTo>
                    <a:pt x="1215" y="119"/>
                  </a:lnTo>
                  <a:cubicBezTo>
                    <a:pt x="1215" y="48"/>
                    <a:pt x="1167" y="0"/>
                    <a:pt x="10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51"/>
            <p:cNvSpPr/>
            <p:nvPr/>
          </p:nvSpPr>
          <p:spPr>
            <a:xfrm>
              <a:off x="3448386" y="4339260"/>
              <a:ext cx="62628" cy="84419"/>
            </a:xfrm>
            <a:custGeom>
              <a:avLst/>
              <a:gdLst/>
              <a:ahLst/>
              <a:cxnLst/>
              <a:rect l="l" t="t" r="r" b="b"/>
              <a:pathLst>
                <a:path w="1644" h="2216" extrusionOk="0">
                  <a:moveTo>
                    <a:pt x="0" y="0"/>
                  </a:moveTo>
                  <a:lnTo>
                    <a:pt x="0" y="2215"/>
                  </a:lnTo>
                  <a:lnTo>
                    <a:pt x="1644" y="2215"/>
                  </a:lnTo>
                  <a:lnTo>
                    <a:pt x="164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8" name="Google Shape;2018;p51"/>
          <p:cNvGrpSpPr/>
          <p:nvPr/>
        </p:nvGrpSpPr>
        <p:grpSpPr>
          <a:xfrm>
            <a:off x="4265566" y="2006394"/>
            <a:ext cx="488068" cy="444856"/>
            <a:chOff x="1389585" y="1988317"/>
            <a:chExt cx="388125" cy="353790"/>
          </a:xfrm>
        </p:grpSpPr>
        <p:sp>
          <p:nvSpPr>
            <p:cNvPr id="2019" name="Google Shape;2019;p51"/>
            <p:cNvSpPr/>
            <p:nvPr/>
          </p:nvSpPr>
          <p:spPr>
            <a:xfrm>
              <a:off x="1673551" y="2066221"/>
              <a:ext cx="104159" cy="74546"/>
            </a:xfrm>
            <a:custGeom>
              <a:avLst/>
              <a:gdLst/>
              <a:ahLst/>
              <a:cxnLst/>
              <a:rect l="l" t="t" r="r" b="b"/>
              <a:pathLst>
                <a:path w="3971" h="2842" extrusionOk="0">
                  <a:moveTo>
                    <a:pt x="3608" y="0"/>
                  </a:moveTo>
                  <a:lnTo>
                    <a:pt x="0" y="1831"/>
                  </a:lnTo>
                  <a:lnTo>
                    <a:pt x="685" y="2747"/>
                  </a:lnTo>
                  <a:cubicBezTo>
                    <a:pt x="997" y="2812"/>
                    <a:pt x="1276" y="2842"/>
                    <a:pt x="1526" y="2842"/>
                  </a:cubicBezTo>
                  <a:cubicBezTo>
                    <a:pt x="3970" y="2842"/>
                    <a:pt x="3608" y="1"/>
                    <a:pt x="360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51"/>
            <p:cNvSpPr/>
            <p:nvPr/>
          </p:nvSpPr>
          <p:spPr>
            <a:xfrm>
              <a:off x="1691519" y="2074745"/>
              <a:ext cx="77510" cy="66021"/>
            </a:xfrm>
            <a:custGeom>
              <a:avLst/>
              <a:gdLst/>
              <a:ahLst/>
              <a:cxnLst/>
              <a:rect l="l" t="t" r="r" b="b"/>
              <a:pathLst>
                <a:path w="2955" h="2517" extrusionOk="0">
                  <a:moveTo>
                    <a:pt x="2936" y="1"/>
                  </a:moveTo>
                  <a:lnTo>
                    <a:pt x="2936" y="1"/>
                  </a:lnTo>
                  <a:cubicBezTo>
                    <a:pt x="2292" y="394"/>
                    <a:pt x="977" y="1276"/>
                    <a:pt x="0" y="2422"/>
                  </a:cubicBezTo>
                  <a:cubicBezTo>
                    <a:pt x="312" y="2487"/>
                    <a:pt x="591" y="2517"/>
                    <a:pt x="841" y="2517"/>
                  </a:cubicBezTo>
                  <a:cubicBezTo>
                    <a:pt x="2770" y="2517"/>
                    <a:pt x="2954" y="751"/>
                    <a:pt x="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51"/>
            <p:cNvSpPr/>
            <p:nvPr/>
          </p:nvSpPr>
          <p:spPr>
            <a:xfrm>
              <a:off x="1389585" y="2066221"/>
              <a:ext cx="104002" cy="74546"/>
            </a:xfrm>
            <a:custGeom>
              <a:avLst/>
              <a:gdLst/>
              <a:ahLst/>
              <a:cxnLst/>
              <a:rect l="l" t="t" r="r" b="b"/>
              <a:pathLst>
                <a:path w="3965" h="2842" extrusionOk="0">
                  <a:moveTo>
                    <a:pt x="364" y="0"/>
                  </a:moveTo>
                  <a:cubicBezTo>
                    <a:pt x="364" y="1"/>
                    <a:pt x="1" y="2842"/>
                    <a:pt x="2441" y="2842"/>
                  </a:cubicBezTo>
                  <a:cubicBezTo>
                    <a:pt x="2690" y="2842"/>
                    <a:pt x="2968" y="2812"/>
                    <a:pt x="3279" y="2747"/>
                  </a:cubicBezTo>
                  <a:lnTo>
                    <a:pt x="3964" y="1831"/>
                  </a:lnTo>
                  <a:lnTo>
                    <a:pt x="36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51"/>
            <p:cNvSpPr/>
            <p:nvPr/>
          </p:nvSpPr>
          <p:spPr>
            <a:xfrm>
              <a:off x="1398267" y="2074745"/>
              <a:ext cx="77352" cy="66021"/>
            </a:xfrm>
            <a:custGeom>
              <a:avLst/>
              <a:gdLst/>
              <a:ahLst/>
              <a:cxnLst/>
              <a:rect l="l" t="t" r="r" b="b"/>
              <a:pathLst>
                <a:path w="2949" h="2517" extrusionOk="0">
                  <a:moveTo>
                    <a:pt x="12" y="1"/>
                  </a:moveTo>
                  <a:lnTo>
                    <a:pt x="12" y="1"/>
                  </a:lnTo>
                  <a:cubicBezTo>
                    <a:pt x="0" y="751"/>
                    <a:pt x="185" y="2517"/>
                    <a:pt x="2109" y="2517"/>
                  </a:cubicBezTo>
                  <a:cubicBezTo>
                    <a:pt x="2359" y="2517"/>
                    <a:pt x="2637" y="2487"/>
                    <a:pt x="2948" y="2422"/>
                  </a:cubicBezTo>
                  <a:cubicBezTo>
                    <a:pt x="1972" y="1276"/>
                    <a:pt x="657" y="394"/>
                    <a:pt x="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51"/>
            <p:cNvSpPr/>
            <p:nvPr/>
          </p:nvSpPr>
          <p:spPr>
            <a:xfrm>
              <a:off x="1655584" y="1988317"/>
              <a:ext cx="89838" cy="101930"/>
            </a:xfrm>
            <a:custGeom>
              <a:avLst/>
              <a:gdLst/>
              <a:ahLst/>
              <a:cxnLst/>
              <a:rect l="l" t="t" r="r" b="b"/>
              <a:pathLst>
                <a:path w="3425" h="3886" extrusionOk="0">
                  <a:moveTo>
                    <a:pt x="2286" y="1"/>
                  </a:moveTo>
                  <a:cubicBezTo>
                    <a:pt x="2285" y="1"/>
                    <a:pt x="1865" y="1994"/>
                    <a:pt x="0" y="2516"/>
                  </a:cubicBezTo>
                  <a:lnTo>
                    <a:pt x="909" y="3886"/>
                  </a:lnTo>
                  <a:cubicBezTo>
                    <a:pt x="3425" y="2292"/>
                    <a:pt x="2286" y="1"/>
                    <a:pt x="2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51"/>
            <p:cNvSpPr/>
            <p:nvPr/>
          </p:nvSpPr>
          <p:spPr>
            <a:xfrm>
              <a:off x="1670168" y="1988317"/>
              <a:ext cx="75254" cy="101930"/>
            </a:xfrm>
            <a:custGeom>
              <a:avLst/>
              <a:gdLst/>
              <a:ahLst/>
              <a:cxnLst/>
              <a:rect l="l" t="t" r="r" b="b"/>
              <a:pathLst>
                <a:path w="2869" h="3886" extrusionOk="0">
                  <a:moveTo>
                    <a:pt x="1730" y="1"/>
                  </a:moveTo>
                  <a:cubicBezTo>
                    <a:pt x="1730" y="1"/>
                    <a:pt x="1967" y="2123"/>
                    <a:pt x="0" y="3350"/>
                  </a:cubicBezTo>
                  <a:lnTo>
                    <a:pt x="353" y="3886"/>
                  </a:lnTo>
                  <a:cubicBezTo>
                    <a:pt x="2869" y="2286"/>
                    <a:pt x="1730" y="1"/>
                    <a:pt x="1730" y="1"/>
                  </a:cubicBezTo>
                  <a:close/>
                </a:path>
              </a:pathLst>
            </a:custGeom>
            <a:solidFill>
              <a:srgbClr val="222221">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51"/>
            <p:cNvSpPr/>
            <p:nvPr/>
          </p:nvSpPr>
          <p:spPr>
            <a:xfrm>
              <a:off x="1421691" y="1988317"/>
              <a:ext cx="90021" cy="101930"/>
            </a:xfrm>
            <a:custGeom>
              <a:avLst/>
              <a:gdLst/>
              <a:ahLst/>
              <a:cxnLst/>
              <a:rect l="l" t="t" r="r" b="b"/>
              <a:pathLst>
                <a:path w="3432" h="3886" extrusionOk="0">
                  <a:moveTo>
                    <a:pt x="1140" y="1"/>
                  </a:moveTo>
                  <a:cubicBezTo>
                    <a:pt x="1140" y="1"/>
                    <a:pt x="1" y="2292"/>
                    <a:pt x="2516" y="3886"/>
                  </a:cubicBezTo>
                  <a:lnTo>
                    <a:pt x="3432" y="2516"/>
                  </a:lnTo>
                  <a:cubicBezTo>
                    <a:pt x="1560" y="1994"/>
                    <a:pt x="1140" y="1"/>
                    <a:pt x="11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51"/>
            <p:cNvSpPr/>
            <p:nvPr/>
          </p:nvSpPr>
          <p:spPr>
            <a:xfrm>
              <a:off x="1421691" y="1988317"/>
              <a:ext cx="75280" cy="101930"/>
            </a:xfrm>
            <a:custGeom>
              <a:avLst/>
              <a:gdLst/>
              <a:ahLst/>
              <a:cxnLst/>
              <a:rect l="l" t="t" r="r" b="b"/>
              <a:pathLst>
                <a:path w="2870" h="3886" extrusionOk="0">
                  <a:moveTo>
                    <a:pt x="1140" y="1"/>
                  </a:moveTo>
                  <a:cubicBezTo>
                    <a:pt x="1140" y="1"/>
                    <a:pt x="1" y="2286"/>
                    <a:pt x="2516" y="3886"/>
                  </a:cubicBezTo>
                  <a:lnTo>
                    <a:pt x="2869" y="3350"/>
                  </a:lnTo>
                  <a:cubicBezTo>
                    <a:pt x="903" y="2123"/>
                    <a:pt x="1140" y="1"/>
                    <a:pt x="1140" y="1"/>
                  </a:cubicBezTo>
                  <a:close/>
                </a:path>
              </a:pathLst>
            </a:custGeom>
            <a:solidFill>
              <a:srgbClr val="222221">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51"/>
            <p:cNvSpPr/>
            <p:nvPr/>
          </p:nvSpPr>
          <p:spPr>
            <a:xfrm>
              <a:off x="1461193" y="2012502"/>
              <a:ext cx="244726" cy="295088"/>
            </a:xfrm>
            <a:custGeom>
              <a:avLst/>
              <a:gdLst/>
              <a:ahLst/>
              <a:cxnLst/>
              <a:rect l="l" t="t" r="r" b="b"/>
              <a:pathLst>
                <a:path w="9330" h="11250" extrusionOk="0">
                  <a:moveTo>
                    <a:pt x="4654" y="1"/>
                  </a:moveTo>
                  <a:cubicBezTo>
                    <a:pt x="2015" y="1"/>
                    <a:pt x="1" y="2357"/>
                    <a:pt x="400" y="4964"/>
                  </a:cubicBezTo>
                  <a:lnTo>
                    <a:pt x="977" y="8721"/>
                  </a:lnTo>
                  <a:cubicBezTo>
                    <a:pt x="1139" y="9751"/>
                    <a:pt x="1722" y="10673"/>
                    <a:pt x="2597" y="11250"/>
                  </a:cubicBezTo>
                  <a:lnTo>
                    <a:pt x="6740" y="11250"/>
                  </a:lnTo>
                  <a:cubicBezTo>
                    <a:pt x="7608" y="10673"/>
                    <a:pt x="8191" y="9751"/>
                    <a:pt x="8354" y="8721"/>
                  </a:cubicBezTo>
                  <a:lnTo>
                    <a:pt x="8930" y="4971"/>
                  </a:lnTo>
                  <a:cubicBezTo>
                    <a:pt x="9330" y="2357"/>
                    <a:pt x="7316" y="1"/>
                    <a:pt x="4677" y="1"/>
                  </a:cubicBezTo>
                  <a:cubicBezTo>
                    <a:pt x="4673" y="1"/>
                    <a:pt x="4669" y="1"/>
                    <a:pt x="4665" y="1"/>
                  </a:cubicBezTo>
                  <a:cubicBezTo>
                    <a:pt x="4661" y="1"/>
                    <a:pt x="4658" y="1"/>
                    <a:pt x="46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51"/>
            <p:cNvSpPr/>
            <p:nvPr/>
          </p:nvSpPr>
          <p:spPr>
            <a:xfrm>
              <a:off x="1461901" y="2012869"/>
              <a:ext cx="111346" cy="294720"/>
            </a:xfrm>
            <a:custGeom>
              <a:avLst/>
              <a:gdLst/>
              <a:ahLst/>
              <a:cxnLst/>
              <a:rect l="l" t="t" r="r" b="b"/>
              <a:pathLst>
                <a:path w="4245" h="11236" extrusionOk="0">
                  <a:moveTo>
                    <a:pt x="4245" y="0"/>
                  </a:moveTo>
                  <a:cubicBezTo>
                    <a:pt x="1770" y="224"/>
                    <a:pt x="0" y="2489"/>
                    <a:pt x="373" y="4950"/>
                  </a:cubicBezTo>
                  <a:lnTo>
                    <a:pt x="956" y="8700"/>
                  </a:lnTo>
                  <a:cubicBezTo>
                    <a:pt x="1112" y="9737"/>
                    <a:pt x="1695" y="10653"/>
                    <a:pt x="2570" y="11236"/>
                  </a:cubicBezTo>
                  <a:lnTo>
                    <a:pt x="3628" y="11236"/>
                  </a:lnTo>
                  <a:cubicBezTo>
                    <a:pt x="3079" y="10605"/>
                    <a:pt x="2733" y="9825"/>
                    <a:pt x="2624" y="8998"/>
                  </a:cubicBezTo>
                  <a:lnTo>
                    <a:pt x="2062" y="4889"/>
                  </a:lnTo>
                  <a:cubicBezTo>
                    <a:pt x="1777" y="2821"/>
                    <a:pt x="2726" y="909"/>
                    <a:pt x="4245" y="0"/>
                  </a:cubicBezTo>
                  <a:close/>
                </a:path>
              </a:pathLst>
            </a:custGeom>
            <a:solidFill>
              <a:srgbClr val="222221">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51"/>
            <p:cNvSpPr/>
            <p:nvPr/>
          </p:nvSpPr>
          <p:spPr>
            <a:xfrm>
              <a:off x="1526270" y="2270054"/>
              <a:ext cx="114573" cy="72054"/>
            </a:xfrm>
            <a:custGeom>
              <a:avLst/>
              <a:gdLst/>
              <a:ahLst/>
              <a:cxnLst/>
              <a:rect l="l" t="t" r="r" b="b"/>
              <a:pathLst>
                <a:path w="4368" h="2747" extrusionOk="0">
                  <a:moveTo>
                    <a:pt x="1520" y="0"/>
                  </a:moveTo>
                  <a:cubicBezTo>
                    <a:pt x="848" y="0"/>
                    <a:pt x="272" y="488"/>
                    <a:pt x="164" y="1146"/>
                  </a:cubicBezTo>
                  <a:lnTo>
                    <a:pt x="123" y="1417"/>
                  </a:lnTo>
                  <a:cubicBezTo>
                    <a:pt x="1" y="2109"/>
                    <a:pt x="543" y="2746"/>
                    <a:pt x="1249" y="2746"/>
                  </a:cubicBezTo>
                  <a:lnTo>
                    <a:pt x="3120" y="2746"/>
                  </a:lnTo>
                  <a:cubicBezTo>
                    <a:pt x="3832" y="2746"/>
                    <a:pt x="4368" y="2116"/>
                    <a:pt x="4252" y="1417"/>
                  </a:cubicBezTo>
                  <a:lnTo>
                    <a:pt x="4212" y="1146"/>
                  </a:lnTo>
                  <a:cubicBezTo>
                    <a:pt x="4096" y="488"/>
                    <a:pt x="3527" y="0"/>
                    <a:pt x="2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51"/>
            <p:cNvSpPr/>
            <p:nvPr/>
          </p:nvSpPr>
          <p:spPr>
            <a:xfrm>
              <a:off x="1526270" y="2270211"/>
              <a:ext cx="75437" cy="71896"/>
            </a:xfrm>
            <a:custGeom>
              <a:avLst/>
              <a:gdLst/>
              <a:ahLst/>
              <a:cxnLst/>
              <a:rect l="l" t="t" r="r" b="b"/>
              <a:pathLst>
                <a:path w="2876" h="2741" extrusionOk="0">
                  <a:moveTo>
                    <a:pt x="1506" y="1"/>
                  </a:moveTo>
                  <a:cubicBezTo>
                    <a:pt x="841" y="1"/>
                    <a:pt x="271" y="487"/>
                    <a:pt x="164" y="1147"/>
                  </a:cubicBezTo>
                  <a:lnTo>
                    <a:pt x="116" y="1411"/>
                  </a:lnTo>
                  <a:cubicBezTo>
                    <a:pt x="1" y="2110"/>
                    <a:pt x="537" y="2740"/>
                    <a:pt x="1249" y="2740"/>
                  </a:cubicBezTo>
                  <a:lnTo>
                    <a:pt x="1777" y="2740"/>
                  </a:lnTo>
                  <a:cubicBezTo>
                    <a:pt x="1547" y="2421"/>
                    <a:pt x="1452" y="2028"/>
                    <a:pt x="1513" y="1642"/>
                  </a:cubicBezTo>
                  <a:lnTo>
                    <a:pt x="1560" y="1330"/>
                  </a:lnTo>
                  <a:cubicBezTo>
                    <a:pt x="1669" y="577"/>
                    <a:pt x="2218" y="21"/>
                    <a:pt x="2876" y="1"/>
                  </a:cubicBezTo>
                  <a:lnTo>
                    <a:pt x="1520" y="1"/>
                  </a:lnTo>
                  <a:cubicBezTo>
                    <a:pt x="1515" y="1"/>
                    <a:pt x="1511" y="1"/>
                    <a:pt x="1506"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51"/>
            <p:cNvSpPr/>
            <p:nvPr/>
          </p:nvSpPr>
          <p:spPr>
            <a:xfrm>
              <a:off x="1547621" y="2287628"/>
              <a:ext cx="19463" cy="24420"/>
            </a:xfrm>
            <a:custGeom>
              <a:avLst/>
              <a:gdLst/>
              <a:ahLst/>
              <a:cxnLst/>
              <a:rect l="l" t="t" r="r" b="b"/>
              <a:pathLst>
                <a:path w="742" h="931" extrusionOk="0">
                  <a:moveTo>
                    <a:pt x="406" y="1"/>
                  </a:moveTo>
                  <a:cubicBezTo>
                    <a:pt x="344" y="1"/>
                    <a:pt x="281" y="28"/>
                    <a:pt x="231" y="96"/>
                  </a:cubicBezTo>
                  <a:cubicBezTo>
                    <a:pt x="82" y="266"/>
                    <a:pt x="1" y="483"/>
                    <a:pt x="1" y="706"/>
                  </a:cubicBezTo>
                  <a:cubicBezTo>
                    <a:pt x="1" y="829"/>
                    <a:pt x="102" y="930"/>
                    <a:pt x="231" y="930"/>
                  </a:cubicBezTo>
                  <a:cubicBezTo>
                    <a:pt x="353" y="930"/>
                    <a:pt x="455" y="829"/>
                    <a:pt x="455" y="706"/>
                  </a:cubicBezTo>
                  <a:cubicBezTo>
                    <a:pt x="455" y="591"/>
                    <a:pt x="502" y="476"/>
                    <a:pt x="577" y="395"/>
                  </a:cubicBezTo>
                  <a:cubicBezTo>
                    <a:pt x="742" y="220"/>
                    <a:pt x="579" y="1"/>
                    <a:pt x="4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51"/>
            <p:cNvSpPr/>
            <p:nvPr/>
          </p:nvSpPr>
          <p:spPr>
            <a:xfrm>
              <a:off x="1600029" y="2287628"/>
              <a:ext cx="19463" cy="24420"/>
            </a:xfrm>
            <a:custGeom>
              <a:avLst/>
              <a:gdLst/>
              <a:ahLst/>
              <a:cxnLst/>
              <a:rect l="l" t="t" r="r" b="b"/>
              <a:pathLst>
                <a:path w="742" h="931" extrusionOk="0">
                  <a:moveTo>
                    <a:pt x="337" y="1"/>
                  </a:moveTo>
                  <a:cubicBezTo>
                    <a:pt x="164" y="1"/>
                    <a:pt x="1" y="220"/>
                    <a:pt x="166" y="395"/>
                  </a:cubicBezTo>
                  <a:cubicBezTo>
                    <a:pt x="240" y="476"/>
                    <a:pt x="288" y="591"/>
                    <a:pt x="288" y="706"/>
                  </a:cubicBezTo>
                  <a:cubicBezTo>
                    <a:pt x="288" y="829"/>
                    <a:pt x="389" y="930"/>
                    <a:pt x="518" y="930"/>
                  </a:cubicBezTo>
                  <a:cubicBezTo>
                    <a:pt x="640" y="930"/>
                    <a:pt x="742" y="829"/>
                    <a:pt x="742" y="706"/>
                  </a:cubicBezTo>
                  <a:cubicBezTo>
                    <a:pt x="742" y="483"/>
                    <a:pt x="661" y="266"/>
                    <a:pt x="511" y="96"/>
                  </a:cubicBezTo>
                  <a:cubicBezTo>
                    <a:pt x="461" y="28"/>
                    <a:pt x="398" y="1"/>
                    <a:pt x="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51"/>
            <p:cNvSpPr/>
            <p:nvPr/>
          </p:nvSpPr>
          <p:spPr>
            <a:xfrm>
              <a:off x="1499594" y="2126156"/>
              <a:ext cx="35961" cy="41994"/>
            </a:xfrm>
            <a:custGeom>
              <a:avLst/>
              <a:gdLst/>
              <a:ahLst/>
              <a:cxnLst/>
              <a:rect l="l" t="t" r="r" b="b"/>
              <a:pathLst>
                <a:path w="1371" h="1601" extrusionOk="0">
                  <a:moveTo>
                    <a:pt x="686" y="1"/>
                  </a:moveTo>
                  <a:cubicBezTo>
                    <a:pt x="306" y="1"/>
                    <a:pt x="1" y="312"/>
                    <a:pt x="1" y="685"/>
                  </a:cubicBezTo>
                  <a:lnTo>
                    <a:pt x="1" y="916"/>
                  </a:lnTo>
                  <a:cubicBezTo>
                    <a:pt x="1" y="1296"/>
                    <a:pt x="306" y="1601"/>
                    <a:pt x="686" y="1601"/>
                  </a:cubicBezTo>
                  <a:cubicBezTo>
                    <a:pt x="1065" y="1601"/>
                    <a:pt x="1370" y="1296"/>
                    <a:pt x="1370" y="923"/>
                  </a:cubicBezTo>
                  <a:lnTo>
                    <a:pt x="1370" y="685"/>
                  </a:lnTo>
                  <a:cubicBezTo>
                    <a:pt x="1370" y="312"/>
                    <a:pt x="1065" y="1"/>
                    <a:pt x="6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51"/>
            <p:cNvSpPr/>
            <p:nvPr/>
          </p:nvSpPr>
          <p:spPr>
            <a:xfrm>
              <a:off x="1517561" y="2126156"/>
              <a:ext cx="17994" cy="30086"/>
            </a:xfrm>
            <a:custGeom>
              <a:avLst/>
              <a:gdLst/>
              <a:ahLst/>
              <a:cxnLst/>
              <a:rect l="l" t="t" r="r" b="b"/>
              <a:pathLst>
                <a:path w="686" h="1147" extrusionOk="0">
                  <a:moveTo>
                    <a:pt x="1" y="1"/>
                  </a:moveTo>
                  <a:lnTo>
                    <a:pt x="1" y="801"/>
                  </a:lnTo>
                  <a:cubicBezTo>
                    <a:pt x="1" y="1031"/>
                    <a:pt x="172" y="1146"/>
                    <a:pt x="343" y="1146"/>
                  </a:cubicBezTo>
                  <a:cubicBezTo>
                    <a:pt x="514" y="1146"/>
                    <a:pt x="685" y="1031"/>
                    <a:pt x="685" y="801"/>
                  </a:cubicBezTo>
                  <a:lnTo>
                    <a:pt x="685" y="685"/>
                  </a:lnTo>
                  <a:cubicBezTo>
                    <a:pt x="685" y="312"/>
                    <a:pt x="380"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51"/>
            <p:cNvSpPr/>
            <p:nvPr/>
          </p:nvSpPr>
          <p:spPr>
            <a:xfrm>
              <a:off x="1511686" y="2132215"/>
              <a:ext cx="11961" cy="11935"/>
            </a:xfrm>
            <a:custGeom>
              <a:avLst/>
              <a:gdLst/>
              <a:ahLst/>
              <a:cxnLst/>
              <a:rect l="l" t="t" r="r" b="b"/>
              <a:pathLst>
                <a:path w="456" h="455" extrusionOk="0">
                  <a:moveTo>
                    <a:pt x="225" y="0"/>
                  </a:moveTo>
                  <a:cubicBezTo>
                    <a:pt x="103" y="0"/>
                    <a:pt x="1" y="102"/>
                    <a:pt x="1" y="231"/>
                  </a:cubicBezTo>
                  <a:cubicBezTo>
                    <a:pt x="1" y="353"/>
                    <a:pt x="103" y="454"/>
                    <a:pt x="225" y="454"/>
                  </a:cubicBezTo>
                  <a:cubicBezTo>
                    <a:pt x="353" y="454"/>
                    <a:pt x="455" y="353"/>
                    <a:pt x="455" y="231"/>
                  </a:cubicBezTo>
                  <a:cubicBezTo>
                    <a:pt x="455" y="102"/>
                    <a:pt x="353" y="0"/>
                    <a:pt x="2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51"/>
            <p:cNvSpPr/>
            <p:nvPr/>
          </p:nvSpPr>
          <p:spPr>
            <a:xfrm>
              <a:off x="1631583" y="2126156"/>
              <a:ext cx="35935" cy="41994"/>
            </a:xfrm>
            <a:custGeom>
              <a:avLst/>
              <a:gdLst/>
              <a:ahLst/>
              <a:cxnLst/>
              <a:rect l="l" t="t" r="r" b="b"/>
              <a:pathLst>
                <a:path w="1370" h="1601" extrusionOk="0">
                  <a:moveTo>
                    <a:pt x="685" y="1"/>
                  </a:moveTo>
                  <a:cubicBezTo>
                    <a:pt x="305" y="1"/>
                    <a:pt x="0" y="312"/>
                    <a:pt x="0" y="685"/>
                  </a:cubicBezTo>
                  <a:lnTo>
                    <a:pt x="0" y="916"/>
                  </a:lnTo>
                  <a:cubicBezTo>
                    <a:pt x="0" y="1296"/>
                    <a:pt x="305" y="1601"/>
                    <a:pt x="685" y="1601"/>
                  </a:cubicBezTo>
                  <a:cubicBezTo>
                    <a:pt x="1065" y="1601"/>
                    <a:pt x="1370" y="1296"/>
                    <a:pt x="1370" y="923"/>
                  </a:cubicBezTo>
                  <a:lnTo>
                    <a:pt x="1370" y="685"/>
                  </a:lnTo>
                  <a:cubicBezTo>
                    <a:pt x="1370" y="312"/>
                    <a:pt x="1065"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51"/>
            <p:cNvSpPr/>
            <p:nvPr/>
          </p:nvSpPr>
          <p:spPr>
            <a:xfrm>
              <a:off x="1649525" y="2126156"/>
              <a:ext cx="17994" cy="30086"/>
            </a:xfrm>
            <a:custGeom>
              <a:avLst/>
              <a:gdLst/>
              <a:ahLst/>
              <a:cxnLst/>
              <a:rect l="l" t="t" r="r" b="b"/>
              <a:pathLst>
                <a:path w="686" h="1147" extrusionOk="0">
                  <a:moveTo>
                    <a:pt x="1" y="1"/>
                  </a:moveTo>
                  <a:lnTo>
                    <a:pt x="1" y="801"/>
                  </a:lnTo>
                  <a:cubicBezTo>
                    <a:pt x="1" y="1031"/>
                    <a:pt x="172" y="1146"/>
                    <a:pt x="343" y="1146"/>
                  </a:cubicBezTo>
                  <a:cubicBezTo>
                    <a:pt x="515" y="1146"/>
                    <a:pt x="686" y="1031"/>
                    <a:pt x="686" y="801"/>
                  </a:cubicBezTo>
                  <a:lnTo>
                    <a:pt x="686" y="685"/>
                  </a:lnTo>
                  <a:cubicBezTo>
                    <a:pt x="686" y="312"/>
                    <a:pt x="38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51"/>
            <p:cNvSpPr/>
            <p:nvPr/>
          </p:nvSpPr>
          <p:spPr>
            <a:xfrm>
              <a:off x="1643492" y="2132215"/>
              <a:ext cx="12118" cy="11935"/>
            </a:xfrm>
            <a:custGeom>
              <a:avLst/>
              <a:gdLst/>
              <a:ahLst/>
              <a:cxnLst/>
              <a:rect l="l" t="t" r="r" b="b"/>
              <a:pathLst>
                <a:path w="462" h="455" extrusionOk="0">
                  <a:moveTo>
                    <a:pt x="231" y="0"/>
                  </a:moveTo>
                  <a:cubicBezTo>
                    <a:pt x="102" y="0"/>
                    <a:pt x="0" y="102"/>
                    <a:pt x="0" y="231"/>
                  </a:cubicBezTo>
                  <a:cubicBezTo>
                    <a:pt x="0" y="353"/>
                    <a:pt x="102" y="454"/>
                    <a:pt x="231" y="454"/>
                  </a:cubicBezTo>
                  <a:cubicBezTo>
                    <a:pt x="360" y="454"/>
                    <a:pt x="461" y="353"/>
                    <a:pt x="461" y="231"/>
                  </a:cubicBezTo>
                  <a:cubicBezTo>
                    <a:pt x="461" y="102"/>
                    <a:pt x="360" y="0"/>
                    <a:pt x="2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2"/>
        <p:cNvGrpSpPr/>
        <p:nvPr/>
      </p:nvGrpSpPr>
      <p:grpSpPr>
        <a:xfrm>
          <a:off x="0" y="0"/>
          <a:ext cx="0" cy="0"/>
          <a:chOff x="0" y="0"/>
          <a:chExt cx="0" cy="0"/>
        </a:xfrm>
      </p:grpSpPr>
      <p:sp>
        <p:nvSpPr>
          <p:cNvPr id="2043" name="Google Shape;2043;p52"/>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OTHER KEY TIPS</a:t>
            </a:r>
            <a:endParaRPr/>
          </a:p>
        </p:txBody>
      </p:sp>
      <p:sp>
        <p:nvSpPr>
          <p:cNvPr id="2044" name="Google Shape;2044;p52"/>
          <p:cNvSpPr txBox="1">
            <a:spLocks noGrp="1"/>
          </p:cNvSpPr>
          <p:nvPr>
            <p:ph type="subTitle" idx="1"/>
          </p:nvPr>
        </p:nvSpPr>
        <p:spPr>
          <a:xfrm>
            <a:off x="2116918" y="1620675"/>
            <a:ext cx="2378400" cy="53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Sort waste</a:t>
            </a:r>
            <a:endParaRPr/>
          </a:p>
        </p:txBody>
      </p:sp>
      <p:sp>
        <p:nvSpPr>
          <p:cNvPr id="2045" name="Google Shape;2045;p52"/>
          <p:cNvSpPr txBox="1">
            <a:spLocks noGrp="1"/>
          </p:cNvSpPr>
          <p:nvPr>
            <p:ph type="subTitle" idx="2"/>
          </p:nvPr>
        </p:nvSpPr>
        <p:spPr>
          <a:xfrm>
            <a:off x="2116930" y="2058525"/>
            <a:ext cx="2378400" cy="65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Mars is actually a very cold place</a:t>
            </a:r>
            <a:endParaRPr/>
          </a:p>
        </p:txBody>
      </p:sp>
      <p:sp>
        <p:nvSpPr>
          <p:cNvPr id="2046" name="Google Shape;2046;p52"/>
          <p:cNvSpPr txBox="1">
            <a:spLocks noGrp="1"/>
          </p:cNvSpPr>
          <p:nvPr>
            <p:ph type="subTitle" idx="3"/>
          </p:nvPr>
        </p:nvSpPr>
        <p:spPr>
          <a:xfrm>
            <a:off x="5677743" y="1620675"/>
            <a:ext cx="2378400" cy="53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Respect animals</a:t>
            </a:r>
            <a:endParaRPr/>
          </a:p>
        </p:txBody>
      </p:sp>
      <p:sp>
        <p:nvSpPr>
          <p:cNvPr id="2047" name="Google Shape;2047;p52"/>
          <p:cNvSpPr txBox="1">
            <a:spLocks noGrp="1"/>
          </p:cNvSpPr>
          <p:nvPr>
            <p:ph type="subTitle" idx="4"/>
          </p:nvPr>
        </p:nvSpPr>
        <p:spPr>
          <a:xfrm>
            <a:off x="5677755" y="2058525"/>
            <a:ext cx="2378400" cy="65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2048" name="Google Shape;2048;p52"/>
          <p:cNvSpPr txBox="1">
            <a:spLocks noGrp="1"/>
          </p:cNvSpPr>
          <p:nvPr>
            <p:ph type="subTitle" idx="5"/>
          </p:nvPr>
        </p:nvSpPr>
        <p:spPr>
          <a:xfrm>
            <a:off x="2116905" y="3199150"/>
            <a:ext cx="2378400" cy="53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Eco stuff</a:t>
            </a:r>
            <a:endParaRPr/>
          </a:p>
        </p:txBody>
      </p:sp>
      <p:sp>
        <p:nvSpPr>
          <p:cNvPr id="2049" name="Google Shape;2049;p52"/>
          <p:cNvSpPr txBox="1">
            <a:spLocks noGrp="1"/>
          </p:cNvSpPr>
          <p:nvPr>
            <p:ph type="subTitle" idx="6"/>
          </p:nvPr>
        </p:nvSpPr>
        <p:spPr>
          <a:xfrm>
            <a:off x="2116905" y="3637000"/>
            <a:ext cx="2378400" cy="65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2050" name="Google Shape;2050;p52"/>
          <p:cNvSpPr txBox="1">
            <a:spLocks noGrp="1"/>
          </p:cNvSpPr>
          <p:nvPr>
            <p:ph type="subTitle" idx="7"/>
          </p:nvPr>
        </p:nvSpPr>
        <p:spPr>
          <a:xfrm>
            <a:off x="5677730" y="3199150"/>
            <a:ext cx="2378400" cy="53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Care for trees</a:t>
            </a:r>
            <a:endParaRPr/>
          </a:p>
        </p:txBody>
      </p:sp>
      <p:sp>
        <p:nvSpPr>
          <p:cNvPr id="2051" name="Google Shape;2051;p52"/>
          <p:cNvSpPr txBox="1">
            <a:spLocks noGrp="1"/>
          </p:cNvSpPr>
          <p:nvPr>
            <p:ph type="subTitle" idx="8"/>
          </p:nvPr>
        </p:nvSpPr>
        <p:spPr>
          <a:xfrm>
            <a:off x="5677730" y="3637000"/>
            <a:ext cx="2378400" cy="65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2052" name="Google Shape;2052;p52"/>
          <p:cNvSpPr/>
          <p:nvPr/>
        </p:nvSpPr>
        <p:spPr>
          <a:xfrm>
            <a:off x="1087845" y="1704327"/>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2"/>
          <p:cNvSpPr/>
          <p:nvPr/>
        </p:nvSpPr>
        <p:spPr>
          <a:xfrm>
            <a:off x="1087845" y="3304527"/>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2"/>
          <p:cNvSpPr/>
          <p:nvPr/>
        </p:nvSpPr>
        <p:spPr>
          <a:xfrm>
            <a:off x="4650195" y="1704327"/>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2"/>
          <p:cNvSpPr/>
          <p:nvPr/>
        </p:nvSpPr>
        <p:spPr>
          <a:xfrm>
            <a:off x="4650195" y="3304527"/>
            <a:ext cx="951973" cy="867426"/>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52"/>
          <p:cNvSpPr/>
          <p:nvPr/>
        </p:nvSpPr>
        <p:spPr>
          <a:xfrm rot="10800000" flipH="1">
            <a:off x="7523928" y="3004425"/>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52"/>
          <p:cNvSpPr/>
          <p:nvPr/>
        </p:nvSpPr>
        <p:spPr>
          <a:xfrm rot="10800000" flipH="1">
            <a:off x="1625781" y="82794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52"/>
          <p:cNvSpPr/>
          <p:nvPr/>
        </p:nvSpPr>
        <p:spPr>
          <a:xfrm rot="10800000" flipH="1">
            <a:off x="849264" y="2849799"/>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2"/>
          <p:cNvSpPr/>
          <p:nvPr/>
        </p:nvSpPr>
        <p:spPr>
          <a:xfrm rot="10800000" flipH="1">
            <a:off x="4110351" y="2947881"/>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0" name="Google Shape;2060;p52"/>
          <p:cNvGrpSpPr/>
          <p:nvPr/>
        </p:nvGrpSpPr>
        <p:grpSpPr>
          <a:xfrm>
            <a:off x="1332953" y="1894534"/>
            <a:ext cx="475234" cy="467956"/>
            <a:chOff x="3963659" y="3408066"/>
            <a:chExt cx="442778" cy="435997"/>
          </a:xfrm>
        </p:grpSpPr>
        <p:sp>
          <p:nvSpPr>
            <p:cNvPr id="2061" name="Google Shape;2061;p52"/>
            <p:cNvSpPr/>
            <p:nvPr/>
          </p:nvSpPr>
          <p:spPr>
            <a:xfrm>
              <a:off x="3986363" y="3408066"/>
              <a:ext cx="289370" cy="98399"/>
            </a:xfrm>
            <a:custGeom>
              <a:avLst/>
              <a:gdLst/>
              <a:ahLst/>
              <a:cxnLst/>
              <a:rect l="l" t="t" r="r" b="b"/>
              <a:pathLst>
                <a:path w="7596" h="2583" extrusionOk="0">
                  <a:moveTo>
                    <a:pt x="6391" y="1"/>
                  </a:moveTo>
                  <a:cubicBezTo>
                    <a:pt x="6341" y="1"/>
                    <a:pt x="6290" y="4"/>
                    <a:pt x="6240" y="11"/>
                  </a:cubicBezTo>
                  <a:lnTo>
                    <a:pt x="2167" y="582"/>
                  </a:lnTo>
                  <a:lnTo>
                    <a:pt x="2096" y="582"/>
                  </a:lnTo>
                  <a:cubicBezTo>
                    <a:pt x="1143" y="773"/>
                    <a:pt x="358" y="1440"/>
                    <a:pt x="0" y="2345"/>
                  </a:cubicBezTo>
                  <a:lnTo>
                    <a:pt x="7478" y="2583"/>
                  </a:lnTo>
                  <a:lnTo>
                    <a:pt x="7573" y="1249"/>
                  </a:lnTo>
                  <a:cubicBezTo>
                    <a:pt x="7595" y="563"/>
                    <a:pt x="7042" y="1"/>
                    <a:pt x="63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52"/>
            <p:cNvSpPr/>
            <p:nvPr/>
          </p:nvSpPr>
          <p:spPr>
            <a:xfrm>
              <a:off x="4204991" y="3408066"/>
              <a:ext cx="70742" cy="98399"/>
            </a:xfrm>
            <a:custGeom>
              <a:avLst/>
              <a:gdLst/>
              <a:ahLst/>
              <a:cxnLst/>
              <a:rect l="l" t="t" r="r" b="b"/>
              <a:pathLst>
                <a:path w="1857" h="2583" extrusionOk="0">
                  <a:moveTo>
                    <a:pt x="652" y="1"/>
                  </a:moveTo>
                  <a:cubicBezTo>
                    <a:pt x="602" y="1"/>
                    <a:pt x="551" y="4"/>
                    <a:pt x="501" y="11"/>
                  </a:cubicBezTo>
                  <a:lnTo>
                    <a:pt x="1" y="82"/>
                  </a:lnTo>
                  <a:cubicBezTo>
                    <a:pt x="453" y="273"/>
                    <a:pt x="739" y="749"/>
                    <a:pt x="715" y="1249"/>
                  </a:cubicBezTo>
                  <a:lnTo>
                    <a:pt x="644" y="2535"/>
                  </a:lnTo>
                  <a:lnTo>
                    <a:pt x="1739" y="2583"/>
                  </a:lnTo>
                  <a:lnTo>
                    <a:pt x="1834" y="1249"/>
                  </a:lnTo>
                  <a:cubicBezTo>
                    <a:pt x="1856" y="563"/>
                    <a:pt x="1303" y="1"/>
                    <a:pt x="6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52"/>
            <p:cNvSpPr/>
            <p:nvPr/>
          </p:nvSpPr>
          <p:spPr>
            <a:xfrm>
              <a:off x="4025373" y="3517322"/>
              <a:ext cx="244989" cy="326627"/>
            </a:xfrm>
            <a:custGeom>
              <a:avLst/>
              <a:gdLst/>
              <a:ahLst/>
              <a:cxnLst/>
              <a:rect l="l" t="t" r="r" b="b"/>
              <a:pathLst>
                <a:path w="6431" h="8574" extrusionOk="0">
                  <a:moveTo>
                    <a:pt x="0" y="1"/>
                  </a:moveTo>
                  <a:lnTo>
                    <a:pt x="429" y="8574"/>
                  </a:lnTo>
                  <a:lnTo>
                    <a:pt x="5406" y="8574"/>
                  </a:lnTo>
                  <a:cubicBezTo>
                    <a:pt x="5740" y="8574"/>
                    <a:pt x="6025" y="8312"/>
                    <a:pt x="6049" y="7978"/>
                  </a:cubicBezTo>
                  <a:lnTo>
                    <a:pt x="64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52"/>
            <p:cNvSpPr/>
            <p:nvPr/>
          </p:nvSpPr>
          <p:spPr>
            <a:xfrm>
              <a:off x="4192305" y="3517322"/>
              <a:ext cx="78057" cy="326627"/>
            </a:xfrm>
            <a:custGeom>
              <a:avLst/>
              <a:gdLst/>
              <a:ahLst/>
              <a:cxnLst/>
              <a:rect l="l" t="t" r="r" b="b"/>
              <a:pathLst>
                <a:path w="2049" h="8574" extrusionOk="0">
                  <a:moveTo>
                    <a:pt x="1048" y="1"/>
                  </a:moveTo>
                  <a:lnTo>
                    <a:pt x="643" y="7978"/>
                  </a:lnTo>
                  <a:cubicBezTo>
                    <a:pt x="619" y="8312"/>
                    <a:pt x="334" y="8574"/>
                    <a:pt x="0" y="8574"/>
                  </a:cubicBezTo>
                  <a:lnTo>
                    <a:pt x="1024" y="8574"/>
                  </a:lnTo>
                  <a:cubicBezTo>
                    <a:pt x="1358" y="8574"/>
                    <a:pt x="1643" y="8312"/>
                    <a:pt x="1667" y="7978"/>
                  </a:cubicBezTo>
                  <a:lnTo>
                    <a:pt x="20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52"/>
            <p:cNvSpPr/>
            <p:nvPr/>
          </p:nvSpPr>
          <p:spPr>
            <a:xfrm>
              <a:off x="3986363" y="3498275"/>
              <a:ext cx="305750" cy="38133"/>
            </a:xfrm>
            <a:custGeom>
              <a:avLst/>
              <a:gdLst/>
              <a:ahLst/>
              <a:cxnLst/>
              <a:rect l="l" t="t" r="r" b="b"/>
              <a:pathLst>
                <a:path w="8026" h="1001" extrusionOk="0">
                  <a:moveTo>
                    <a:pt x="0" y="1"/>
                  </a:moveTo>
                  <a:lnTo>
                    <a:pt x="477" y="1001"/>
                  </a:lnTo>
                  <a:lnTo>
                    <a:pt x="7621" y="1001"/>
                  </a:lnTo>
                  <a:cubicBezTo>
                    <a:pt x="7835" y="1001"/>
                    <a:pt x="8026" y="834"/>
                    <a:pt x="8026" y="620"/>
                  </a:cubicBezTo>
                  <a:lnTo>
                    <a:pt x="8026" y="382"/>
                  </a:lnTo>
                  <a:cubicBezTo>
                    <a:pt x="8026" y="167"/>
                    <a:pt x="7835" y="1"/>
                    <a:pt x="76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52"/>
            <p:cNvSpPr/>
            <p:nvPr/>
          </p:nvSpPr>
          <p:spPr>
            <a:xfrm>
              <a:off x="4234933" y="3498275"/>
              <a:ext cx="56304" cy="39047"/>
            </a:xfrm>
            <a:custGeom>
              <a:avLst/>
              <a:gdLst/>
              <a:ahLst/>
              <a:cxnLst/>
              <a:rect l="l" t="t" r="r" b="b"/>
              <a:pathLst>
                <a:path w="1478" h="1025" extrusionOk="0">
                  <a:moveTo>
                    <a:pt x="1" y="1"/>
                  </a:moveTo>
                  <a:cubicBezTo>
                    <a:pt x="215" y="1"/>
                    <a:pt x="382" y="167"/>
                    <a:pt x="382" y="382"/>
                  </a:cubicBezTo>
                  <a:lnTo>
                    <a:pt x="382" y="620"/>
                  </a:lnTo>
                  <a:cubicBezTo>
                    <a:pt x="382" y="834"/>
                    <a:pt x="215" y="1025"/>
                    <a:pt x="1" y="1025"/>
                  </a:cubicBezTo>
                  <a:lnTo>
                    <a:pt x="1096" y="1025"/>
                  </a:lnTo>
                  <a:cubicBezTo>
                    <a:pt x="1310" y="1025"/>
                    <a:pt x="1477" y="834"/>
                    <a:pt x="1477" y="620"/>
                  </a:cubicBezTo>
                  <a:lnTo>
                    <a:pt x="1477" y="382"/>
                  </a:lnTo>
                  <a:cubicBezTo>
                    <a:pt x="1477" y="167"/>
                    <a:pt x="1310" y="1"/>
                    <a:pt x="1096"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52"/>
            <p:cNvSpPr/>
            <p:nvPr/>
          </p:nvSpPr>
          <p:spPr>
            <a:xfrm>
              <a:off x="3978211" y="3751378"/>
              <a:ext cx="107961" cy="92685"/>
            </a:xfrm>
            <a:custGeom>
              <a:avLst/>
              <a:gdLst/>
              <a:ahLst/>
              <a:cxnLst/>
              <a:rect l="l" t="t" r="r" b="b"/>
              <a:pathLst>
                <a:path w="2834" h="2433" extrusionOk="0">
                  <a:moveTo>
                    <a:pt x="1619" y="1"/>
                  </a:moveTo>
                  <a:cubicBezTo>
                    <a:pt x="548" y="1"/>
                    <a:pt x="0" y="1311"/>
                    <a:pt x="762" y="2073"/>
                  </a:cubicBezTo>
                  <a:cubicBezTo>
                    <a:pt x="1010" y="2321"/>
                    <a:pt x="1317" y="2433"/>
                    <a:pt x="1617" y="2433"/>
                  </a:cubicBezTo>
                  <a:cubicBezTo>
                    <a:pt x="2239" y="2433"/>
                    <a:pt x="2834" y="1954"/>
                    <a:pt x="2834" y="1215"/>
                  </a:cubicBezTo>
                  <a:cubicBezTo>
                    <a:pt x="2834" y="549"/>
                    <a:pt x="2286" y="1"/>
                    <a:pt x="16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52"/>
            <p:cNvSpPr/>
            <p:nvPr/>
          </p:nvSpPr>
          <p:spPr>
            <a:xfrm>
              <a:off x="4019925" y="3751378"/>
              <a:ext cx="71695" cy="92533"/>
            </a:xfrm>
            <a:custGeom>
              <a:avLst/>
              <a:gdLst/>
              <a:ahLst/>
              <a:cxnLst/>
              <a:rect l="l" t="t" r="r" b="b"/>
              <a:pathLst>
                <a:path w="1882" h="2429" extrusionOk="0">
                  <a:moveTo>
                    <a:pt x="524" y="1"/>
                  </a:moveTo>
                  <a:cubicBezTo>
                    <a:pt x="358" y="1"/>
                    <a:pt x="167" y="25"/>
                    <a:pt x="0" y="120"/>
                  </a:cubicBezTo>
                  <a:cubicBezTo>
                    <a:pt x="929" y="549"/>
                    <a:pt x="929" y="1882"/>
                    <a:pt x="0" y="2311"/>
                  </a:cubicBezTo>
                  <a:cubicBezTo>
                    <a:pt x="172" y="2391"/>
                    <a:pt x="351" y="2429"/>
                    <a:pt x="526" y="2429"/>
                  </a:cubicBezTo>
                  <a:cubicBezTo>
                    <a:pt x="1078" y="2429"/>
                    <a:pt x="1589" y="2056"/>
                    <a:pt x="1715" y="1477"/>
                  </a:cubicBezTo>
                  <a:cubicBezTo>
                    <a:pt x="1882" y="715"/>
                    <a:pt x="1310" y="1"/>
                    <a:pt x="524"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52"/>
            <p:cNvSpPr/>
            <p:nvPr/>
          </p:nvSpPr>
          <p:spPr>
            <a:xfrm>
              <a:off x="4022630" y="3784940"/>
              <a:ext cx="29981" cy="25714"/>
            </a:xfrm>
            <a:custGeom>
              <a:avLst/>
              <a:gdLst/>
              <a:ahLst/>
              <a:cxnLst/>
              <a:rect l="l" t="t" r="r" b="b"/>
              <a:pathLst>
                <a:path w="787" h="675" extrusionOk="0">
                  <a:moveTo>
                    <a:pt x="453" y="1"/>
                  </a:moveTo>
                  <a:cubicBezTo>
                    <a:pt x="144" y="1"/>
                    <a:pt x="1" y="358"/>
                    <a:pt x="215" y="572"/>
                  </a:cubicBezTo>
                  <a:cubicBezTo>
                    <a:pt x="286" y="643"/>
                    <a:pt x="372" y="675"/>
                    <a:pt x="455" y="675"/>
                  </a:cubicBezTo>
                  <a:cubicBezTo>
                    <a:pt x="626" y="675"/>
                    <a:pt x="787" y="542"/>
                    <a:pt x="787" y="334"/>
                  </a:cubicBezTo>
                  <a:cubicBezTo>
                    <a:pt x="787" y="144"/>
                    <a:pt x="644" y="1"/>
                    <a:pt x="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52"/>
            <p:cNvSpPr/>
            <p:nvPr/>
          </p:nvSpPr>
          <p:spPr>
            <a:xfrm>
              <a:off x="3963659" y="3476523"/>
              <a:ext cx="47238" cy="40419"/>
            </a:xfrm>
            <a:custGeom>
              <a:avLst/>
              <a:gdLst/>
              <a:ahLst/>
              <a:cxnLst/>
              <a:rect l="l" t="t" r="r" b="b"/>
              <a:pathLst>
                <a:path w="1240" h="1061" extrusionOk="0">
                  <a:moveTo>
                    <a:pt x="715" y="0"/>
                  </a:moveTo>
                  <a:cubicBezTo>
                    <a:pt x="239" y="0"/>
                    <a:pt x="1" y="572"/>
                    <a:pt x="334" y="905"/>
                  </a:cubicBezTo>
                  <a:cubicBezTo>
                    <a:pt x="442" y="1012"/>
                    <a:pt x="574" y="1060"/>
                    <a:pt x="703" y="1060"/>
                  </a:cubicBezTo>
                  <a:cubicBezTo>
                    <a:pt x="977" y="1060"/>
                    <a:pt x="1239" y="847"/>
                    <a:pt x="1239" y="524"/>
                  </a:cubicBezTo>
                  <a:cubicBezTo>
                    <a:pt x="1239" y="238"/>
                    <a:pt x="1001" y="0"/>
                    <a:pt x="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52"/>
            <p:cNvSpPr/>
            <p:nvPr/>
          </p:nvSpPr>
          <p:spPr>
            <a:xfrm>
              <a:off x="4070744" y="3633436"/>
              <a:ext cx="54438" cy="81714"/>
            </a:xfrm>
            <a:custGeom>
              <a:avLst/>
              <a:gdLst/>
              <a:ahLst/>
              <a:cxnLst/>
              <a:rect l="l" t="t" r="r" b="b"/>
              <a:pathLst>
                <a:path w="1429" h="2145" extrusionOk="0">
                  <a:moveTo>
                    <a:pt x="1000" y="1"/>
                  </a:moveTo>
                  <a:lnTo>
                    <a:pt x="572" y="96"/>
                  </a:lnTo>
                  <a:cubicBezTo>
                    <a:pt x="365" y="142"/>
                    <a:pt x="424" y="431"/>
                    <a:pt x="620" y="431"/>
                  </a:cubicBezTo>
                  <a:cubicBezTo>
                    <a:pt x="627" y="431"/>
                    <a:pt x="635" y="430"/>
                    <a:pt x="643" y="430"/>
                  </a:cubicBezTo>
                  <a:lnTo>
                    <a:pt x="667" y="430"/>
                  </a:lnTo>
                  <a:lnTo>
                    <a:pt x="262" y="1168"/>
                  </a:lnTo>
                  <a:cubicBezTo>
                    <a:pt x="0" y="1596"/>
                    <a:pt x="310" y="2144"/>
                    <a:pt x="834" y="2144"/>
                  </a:cubicBezTo>
                  <a:lnTo>
                    <a:pt x="1215" y="2144"/>
                  </a:lnTo>
                  <a:cubicBezTo>
                    <a:pt x="1429" y="2144"/>
                    <a:pt x="1429" y="1787"/>
                    <a:pt x="1215" y="1787"/>
                  </a:cubicBezTo>
                  <a:lnTo>
                    <a:pt x="1215" y="1763"/>
                  </a:lnTo>
                  <a:lnTo>
                    <a:pt x="834" y="1763"/>
                  </a:lnTo>
                  <a:cubicBezTo>
                    <a:pt x="715" y="1763"/>
                    <a:pt x="619" y="1716"/>
                    <a:pt x="548" y="1620"/>
                  </a:cubicBezTo>
                  <a:cubicBezTo>
                    <a:pt x="500" y="1525"/>
                    <a:pt x="500" y="1406"/>
                    <a:pt x="548" y="1311"/>
                  </a:cubicBezTo>
                  <a:lnTo>
                    <a:pt x="976" y="596"/>
                  </a:lnTo>
                  <a:lnTo>
                    <a:pt x="976" y="620"/>
                  </a:lnTo>
                  <a:cubicBezTo>
                    <a:pt x="976" y="668"/>
                    <a:pt x="1024" y="715"/>
                    <a:pt x="1072" y="739"/>
                  </a:cubicBezTo>
                  <a:cubicBezTo>
                    <a:pt x="1096" y="763"/>
                    <a:pt x="1119" y="763"/>
                    <a:pt x="1143" y="763"/>
                  </a:cubicBezTo>
                  <a:lnTo>
                    <a:pt x="1167" y="763"/>
                  </a:lnTo>
                  <a:cubicBezTo>
                    <a:pt x="1262" y="739"/>
                    <a:pt x="1334" y="644"/>
                    <a:pt x="1310" y="549"/>
                  </a:cubicBezTo>
                  <a:lnTo>
                    <a:pt x="1215" y="144"/>
                  </a:lnTo>
                  <a:cubicBezTo>
                    <a:pt x="1191" y="49"/>
                    <a:pt x="1096" y="1"/>
                    <a:pt x="10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52"/>
            <p:cNvSpPr/>
            <p:nvPr/>
          </p:nvSpPr>
          <p:spPr>
            <a:xfrm>
              <a:off x="4115124" y="3584903"/>
              <a:ext cx="88990" cy="71276"/>
            </a:xfrm>
            <a:custGeom>
              <a:avLst/>
              <a:gdLst/>
              <a:ahLst/>
              <a:cxnLst/>
              <a:rect l="l" t="t" r="r" b="b"/>
              <a:pathLst>
                <a:path w="2336" h="1871" extrusionOk="0">
                  <a:moveTo>
                    <a:pt x="874" y="1"/>
                  </a:moveTo>
                  <a:cubicBezTo>
                    <a:pt x="651" y="1"/>
                    <a:pt x="431" y="108"/>
                    <a:pt x="312" y="322"/>
                  </a:cubicBezTo>
                  <a:lnTo>
                    <a:pt x="50" y="751"/>
                  </a:lnTo>
                  <a:cubicBezTo>
                    <a:pt x="0" y="882"/>
                    <a:pt x="109" y="1002"/>
                    <a:pt x="220" y="1002"/>
                  </a:cubicBezTo>
                  <a:cubicBezTo>
                    <a:pt x="271" y="1002"/>
                    <a:pt x="322" y="977"/>
                    <a:pt x="359" y="918"/>
                  </a:cubicBezTo>
                  <a:lnTo>
                    <a:pt x="597" y="489"/>
                  </a:lnTo>
                  <a:cubicBezTo>
                    <a:pt x="657" y="382"/>
                    <a:pt x="764" y="328"/>
                    <a:pt x="871" y="328"/>
                  </a:cubicBezTo>
                  <a:cubicBezTo>
                    <a:pt x="978" y="328"/>
                    <a:pt x="1086" y="382"/>
                    <a:pt x="1145" y="489"/>
                  </a:cubicBezTo>
                  <a:lnTo>
                    <a:pt x="1693" y="1442"/>
                  </a:lnTo>
                  <a:lnTo>
                    <a:pt x="1669" y="1442"/>
                  </a:lnTo>
                  <a:cubicBezTo>
                    <a:pt x="1653" y="1438"/>
                    <a:pt x="1636" y="1436"/>
                    <a:pt x="1620" y="1436"/>
                  </a:cubicBezTo>
                  <a:cubicBezTo>
                    <a:pt x="1543" y="1436"/>
                    <a:pt x="1474" y="1482"/>
                    <a:pt x="1455" y="1561"/>
                  </a:cubicBezTo>
                  <a:cubicBezTo>
                    <a:pt x="1431" y="1656"/>
                    <a:pt x="1479" y="1751"/>
                    <a:pt x="1574" y="1775"/>
                  </a:cubicBezTo>
                  <a:lnTo>
                    <a:pt x="2002" y="1870"/>
                  </a:lnTo>
                  <a:lnTo>
                    <a:pt x="2026" y="1870"/>
                  </a:lnTo>
                  <a:cubicBezTo>
                    <a:pt x="2121" y="1870"/>
                    <a:pt x="2169" y="1823"/>
                    <a:pt x="2193" y="1751"/>
                  </a:cubicBezTo>
                  <a:lnTo>
                    <a:pt x="2312" y="1323"/>
                  </a:lnTo>
                  <a:cubicBezTo>
                    <a:pt x="2336" y="1227"/>
                    <a:pt x="2288" y="1132"/>
                    <a:pt x="2193" y="1108"/>
                  </a:cubicBezTo>
                  <a:cubicBezTo>
                    <a:pt x="2177" y="1104"/>
                    <a:pt x="2160" y="1102"/>
                    <a:pt x="2144" y="1102"/>
                  </a:cubicBezTo>
                  <a:cubicBezTo>
                    <a:pt x="2067" y="1102"/>
                    <a:pt x="1998" y="1148"/>
                    <a:pt x="1979" y="1227"/>
                  </a:cubicBezTo>
                  <a:lnTo>
                    <a:pt x="1979" y="1251"/>
                  </a:lnTo>
                  <a:lnTo>
                    <a:pt x="1455" y="322"/>
                  </a:lnTo>
                  <a:cubicBezTo>
                    <a:pt x="1324" y="108"/>
                    <a:pt x="1097" y="1"/>
                    <a:pt x="8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52"/>
            <p:cNvSpPr/>
            <p:nvPr/>
          </p:nvSpPr>
          <p:spPr>
            <a:xfrm>
              <a:off x="4134248" y="3663302"/>
              <a:ext cx="89828" cy="60914"/>
            </a:xfrm>
            <a:custGeom>
              <a:avLst/>
              <a:gdLst/>
              <a:ahLst/>
              <a:cxnLst/>
              <a:rect l="l" t="t" r="r" b="b"/>
              <a:pathLst>
                <a:path w="2358" h="1599" extrusionOk="0">
                  <a:moveTo>
                    <a:pt x="1840" y="1"/>
                  </a:moveTo>
                  <a:cubicBezTo>
                    <a:pt x="1730" y="1"/>
                    <a:pt x="1625" y="109"/>
                    <a:pt x="1691" y="241"/>
                  </a:cubicBezTo>
                  <a:lnTo>
                    <a:pt x="1834" y="527"/>
                  </a:lnTo>
                  <a:cubicBezTo>
                    <a:pt x="1881" y="598"/>
                    <a:pt x="1881" y="717"/>
                    <a:pt x="1834" y="812"/>
                  </a:cubicBezTo>
                  <a:cubicBezTo>
                    <a:pt x="1786" y="908"/>
                    <a:pt x="1691" y="979"/>
                    <a:pt x="1572" y="979"/>
                  </a:cubicBezTo>
                  <a:lnTo>
                    <a:pt x="595" y="979"/>
                  </a:lnTo>
                  <a:lnTo>
                    <a:pt x="619" y="955"/>
                  </a:lnTo>
                  <a:cubicBezTo>
                    <a:pt x="643" y="932"/>
                    <a:pt x="643" y="908"/>
                    <a:pt x="643" y="884"/>
                  </a:cubicBezTo>
                  <a:cubicBezTo>
                    <a:pt x="667" y="812"/>
                    <a:pt x="643" y="741"/>
                    <a:pt x="595" y="693"/>
                  </a:cubicBezTo>
                  <a:cubicBezTo>
                    <a:pt x="572" y="658"/>
                    <a:pt x="530" y="640"/>
                    <a:pt x="485" y="640"/>
                  </a:cubicBezTo>
                  <a:cubicBezTo>
                    <a:pt x="441" y="640"/>
                    <a:pt x="393" y="658"/>
                    <a:pt x="357" y="693"/>
                  </a:cubicBezTo>
                  <a:lnTo>
                    <a:pt x="72" y="1003"/>
                  </a:lnTo>
                  <a:cubicBezTo>
                    <a:pt x="0" y="1074"/>
                    <a:pt x="0" y="1170"/>
                    <a:pt x="72" y="1241"/>
                  </a:cubicBezTo>
                  <a:lnTo>
                    <a:pt x="357" y="1527"/>
                  </a:lnTo>
                  <a:cubicBezTo>
                    <a:pt x="381" y="1575"/>
                    <a:pt x="429" y="1575"/>
                    <a:pt x="476" y="1598"/>
                  </a:cubicBezTo>
                  <a:cubicBezTo>
                    <a:pt x="524" y="1575"/>
                    <a:pt x="572" y="1575"/>
                    <a:pt x="595" y="1527"/>
                  </a:cubicBezTo>
                  <a:cubicBezTo>
                    <a:pt x="667" y="1479"/>
                    <a:pt x="667" y="1360"/>
                    <a:pt x="595" y="1289"/>
                  </a:cubicBezTo>
                  <a:lnTo>
                    <a:pt x="1548" y="1289"/>
                  </a:lnTo>
                  <a:cubicBezTo>
                    <a:pt x="2048" y="1289"/>
                    <a:pt x="2358" y="741"/>
                    <a:pt x="2120" y="312"/>
                  </a:cubicBezTo>
                  <a:lnTo>
                    <a:pt x="2120" y="312"/>
                  </a:lnTo>
                  <a:lnTo>
                    <a:pt x="2143" y="360"/>
                  </a:lnTo>
                  <a:lnTo>
                    <a:pt x="2143" y="360"/>
                  </a:lnTo>
                  <a:lnTo>
                    <a:pt x="1977" y="74"/>
                  </a:lnTo>
                  <a:cubicBezTo>
                    <a:pt x="1940" y="23"/>
                    <a:pt x="1889" y="1"/>
                    <a:pt x="18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52"/>
            <p:cNvSpPr/>
            <p:nvPr/>
          </p:nvSpPr>
          <p:spPr>
            <a:xfrm>
              <a:off x="4237638" y="3674274"/>
              <a:ext cx="168799" cy="168799"/>
            </a:xfrm>
            <a:custGeom>
              <a:avLst/>
              <a:gdLst/>
              <a:ahLst/>
              <a:cxnLst/>
              <a:rect l="l" t="t" r="r" b="b"/>
              <a:pathLst>
                <a:path w="4431" h="4431" extrusionOk="0">
                  <a:moveTo>
                    <a:pt x="239" y="1"/>
                  </a:moveTo>
                  <a:cubicBezTo>
                    <a:pt x="120" y="1"/>
                    <a:pt x="25" y="96"/>
                    <a:pt x="25" y="239"/>
                  </a:cubicBezTo>
                  <a:lnTo>
                    <a:pt x="25" y="4192"/>
                  </a:lnTo>
                  <a:cubicBezTo>
                    <a:pt x="1" y="4311"/>
                    <a:pt x="120" y="4430"/>
                    <a:pt x="239" y="4430"/>
                  </a:cubicBezTo>
                  <a:lnTo>
                    <a:pt x="4192" y="4430"/>
                  </a:lnTo>
                  <a:cubicBezTo>
                    <a:pt x="4335" y="4430"/>
                    <a:pt x="4430" y="4311"/>
                    <a:pt x="4430" y="4192"/>
                  </a:cubicBezTo>
                  <a:lnTo>
                    <a:pt x="4430" y="239"/>
                  </a:lnTo>
                  <a:cubicBezTo>
                    <a:pt x="4430" y="96"/>
                    <a:pt x="4335" y="1"/>
                    <a:pt x="41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52"/>
            <p:cNvSpPr/>
            <p:nvPr/>
          </p:nvSpPr>
          <p:spPr>
            <a:xfrm>
              <a:off x="4368304" y="3674274"/>
              <a:ext cx="38133" cy="168799"/>
            </a:xfrm>
            <a:custGeom>
              <a:avLst/>
              <a:gdLst/>
              <a:ahLst/>
              <a:cxnLst/>
              <a:rect l="l" t="t" r="r" b="b"/>
              <a:pathLst>
                <a:path w="1001" h="4431" extrusionOk="0">
                  <a:moveTo>
                    <a:pt x="0" y="1"/>
                  </a:moveTo>
                  <a:lnTo>
                    <a:pt x="0" y="4430"/>
                  </a:lnTo>
                  <a:lnTo>
                    <a:pt x="786" y="4430"/>
                  </a:lnTo>
                  <a:cubicBezTo>
                    <a:pt x="905" y="4430"/>
                    <a:pt x="1000" y="4311"/>
                    <a:pt x="1000" y="4192"/>
                  </a:cubicBezTo>
                  <a:lnTo>
                    <a:pt x="1000" y="239"/>
                  </a:lnTo>
                  <a:cubicBezTo>
                    <a:pt x="1000" y="96"/>
                    <a:pt x="905" y="1"/>
                    <a:pt x="762"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52"/>
            <p:cNvSpPr/>
            <p:nvPr/>
          </p:nvSpPr>
          <p:spPr>
            <a:xfrm>
              <a:off x="4299352" y="3674274"/>
              <a:ext cx="45409" cy="59009"/>
            </a:xfrm>
            <a:custGeom>
              <a:avLst/>
              <a:gdLst/>
              <a:ahLst/>
              <a:cxnLst/>
              <a:rect l="l" t="t" r="r" b="b"/>
              <a:pathLst>
                <a:path w="1192" h="1549" extrusionOk="0">
                  <a:moveTo>
                    <a:pt x="0" y="1"/>
                  </a:moveTo>
                  <a:lnTo>
                    <a:pt x="0" y="1548"/>
                  </a:lnTo>
                  <a:lnTo>
                    <a:pt x="1191" y="1548"/>
                  </a:lnTo>
                  <a:lnTo>
                    <a:pt x="11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7" name="Google Shape;2077;p52"/>
          <p:cNvGrpSpPr/>
          <p:nvPr/>
        </p:nvGrpSpPr>
        <p:grpSpPr>
          <a:xfrm>
            <a:off x="1339674" y="3509282"/>
            <a:ext cx="471309" cy="467424"/>
            <a:chOff x="2190070" y="4065967"/>
            <a:chExt cx="439121" cy="435502"/>
          </a:xfrm>
        </p:grpSpPr>
        <p:sp>
          <p:nvSpPr>
            <p:cNvPr id="2078" name="Google Shape;2078;p52"/>
            <p:cNvSpPr/>
            <p:nvPr/>
          </p:nvSpPr>
          <p:spPr>
            <a:xfrm>
              <a:off x="2233612" y="4109585"/>
              <a:ext cx="395578" cy="391883"/>
            </a:xfrm>
            <a:custGeom>
              <a:avLst/>
              <a:gdLst/>
              <a:ahLst/>
              <a:cxnLst/>
              <a:rect l="l" t="t" r="r" b="b"/>
              <a:pathLst>
                <a:path w="10384" h="10287" extrusionOk="0">
                  <a:moveTo>
                    <a:pt x="2097" y="1377"/>
                  </a:moveTo>
                  <a:cubicBezTo>
                    <a:pt x="2264" y="1377"/>
                    <a:pt x="2435" y="1438"/>
                    <a:pt x="2573" y="1576"/>
                  </a:cubicBezTo>
                  <a:cubicBezTo>
                    <a:pt x="2835" y="1838"/>
                    <a:pt x="2835" y="2267"/>
                    <a:pt x="2573" y="2529"/>
                  </a:cubicBezTo>
                  <a:cubicBezTo>
                    <a:pt x="2432" y="2670"/>
                    <a:pt x="2257" y="2733"/>
                    <a:pt x="2087" y="2733"/>
                  </a:cubicBezTo>
                  <a:cubicBezTo>
                    <a:pt x="1738" y="2733"/>
                    <a:pt x="1406" y="2468"/>
                    <a:pt x="1406" y="2052"/>
                  </a:cubicBezTo>
                  <a:cubicBezTo>
                    <a:pt x="1406" y="1649"/>
                    <a:pt x="1745" y="1377"/>
                    <a:pt x="2097" y="1377"/>
                  </a:cubicBezTo>
                  <a:close/>
                  <a:moveTo>
                    <a:pt x="1834" y="1"/>
                  </a:moveTo>
                  <a:cubicBezTo>
                    <a:pt x="1625" y="1"/>
                    <a:pt x="1439" y="93"/>
                    <a:pt x="1311" y="243"/>
                  </a:cubicBezTo>
                  <a:lnTo>
                    <a:pt x="263" y="1290"/>
                  </a:lnTo>
                  <a:cubicBezTo>
                    <a:pt x="96" y="1433"/>
                    <a:pt x="1" y="1648"/>
                    <a:pt x="25" y="1886"/>
                  </a:cubicBezTo>
                  <a:lnTo>
                    <a:pt x="25" y="4243"/>
                  </a:lnTo>
                  <a:cubicBezTo>
                    <a:pt x="1" y="4458"/>
                    <a:pt x="96" y="4672"/>
                    <a:pt x="263" y="4839"/>
                  </a:cubicBezTo>
                  <a:lnTo>
                    <a:pt x="5478" y="10054"/>
                  </a:lnTo>
                  <a:cubicBezTo>
                    <a:pt x="5633" y="10209"/>
                    <a:pt x="5841" y="10286"/>
                    <a:pt x="6053" y="10286"/>
                  </a:cubicBezTo>
                  <a:cubicBezTo>
                    <a:pt x="6264" y="10286"/>
                    <a:pt x="6478" y="10209"/>
                    <a:pt x="6645" y="10054"/>
                  </a:cubicBezTo>
                  <a:lnTo>
                    <a:pt x="10050" y="6649"/>
                  </a:lnTo>
                  <a:cubicBezTo>
                    <a:pt x="10384" y="6315"/>
                    <a:pt x="10384" y="5791"/>
                    <a:pt x="10074" y="5458"/>
                  </a:cubicBezTo>
                  <a:lnTo>
                    <a:pt x="4859" y="243"/>
                  </a:lnTo>
                  <a:cubicBezTo>
                    <a:pt x="4692" y="76"/>
                    <a:pt x="4478" y="4"/>
                    <a:pt x="4264" y="4"/>
                  </a:cubicBezTo>
                  <a:lnTo>
                    <a:pt x="1906" y="4"/>
                  </a:lnTo>
                  <a:cubicBezTo>
                    <a:pt x="1882" y="2"/>
                    <a:pt x="1858" y="1"/>
                    <a:pt x="18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52"/>
            <p:cNvSpPr/>
            <p:nvPr/>
          </p:nvSpPr>
          <p:spPr>
            <a:xfrm>
              <a:off x="2353383" y="4109738"/>
              <a:ext cx="275808" cy="390817"/>
            </a:xfrm>
            <a:custGeom>
              <a:avLst/>
              <a:gdLst/>
              <a:ahLst/>
              <a:cxnLst/>
              <a:rect l="l" t="t" r="r" b="b"/>
              <a:pathLst>
                <a:path w="7240" h="10259" extrusionOk="0">
                  <a:moveTo>
                    <a:pt x="0" y="0"/>
                  </a:moveTo>
                  <a:cubicBezTo>
                    <a:pt x="215" y="0"/>
                    <a:pt x="405" y="96"/>
                    <a:pt x="548" y="239"/>
                  </a:cubicBezTo>
                  <a:lnTo>
                    <a:pt x="5763" y="5454"/>
                  </a:lnTo>
                  <a:cubicBezTo>
                    <a:pt x="6073" y="5764"/>
                    <a:pt x="6073" y="6287"/>
                    <a:pt x="5763" y="6621"/>
                  </a:cubicBezTo>
                  <a:lnTo>
                    <a:pt x="2358" y="10026"/>
                  </a:lnTo>
                  <a:cubicBezTo>
                    <a:pt x="2513" y="10181"/>
                    <a:pt x="2721" y="10258"/>
                    <a:pt x="2932" y="10258"/>
                  </a:cubicBezTo>
                  <a:cubicBezTo>
                    <a:pt x="3144" y="10258"/>
                    <a:pt x="3358" y="10181"/>
                    <a:pt x="3525" y="10026"/>
                  </a:cubicBezTo>
                  <a:lnTo>
                    <a:pt x="6930" y="6621"/>
                  </a:lnTo>
                  <a:cubicBezTo>
                    <a:pt x="7240" y="6287"/>
                    <a:pt x="7240" y="5764"/>
                    <a:pt x="6930" y="5454"/>
                  </a:cubicBezTo>
                  <a:lnTo>
                    <a:pt x="1715" y="239"/>
                  </a:lnTo>
                  <a:cubicBezTo>
                    <a:pt x="1548" y="72"/>
                    <a:pt x="1334" y="0"/>
                    <a:pt x="1120"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52"/>
            <p:cNvSpPr/>
            <p:nvPr/>
          </p:nvSpPr>
          <p:spPr>
            <a:xfrm>
              <a:off x="2190070" y="4065967"/>
              <a:ext cx="130666" cy="128190"/>
            </a:xfrm>
            <a:custGeom>
              <a:avLst/>
              <a:gdLst/>
              <a:ahLst/>
              <a:cxnLst/>
              <a:rect l="l" t="t" r="r" b="b"/>
              <a:pathLst>
                <a:path w="3430" h="3365" extrusionOk="0">
                  <a:moveTo>
                    <a:pt x="179" y="0"/>
                  </a:moveTo>
                  <a:cubicBezTo>
                    <a:pt x="132" y="0"/>
                    <a:pt x="84" y="18"/>
                    <a:pt x="48" y="54"/>
                  </a:cubicBezTo>
                  <a:cubicBezTo>
                    <a:pt x="1" y="102"/>
                    <a:pt x="1" y="221"/>
                    <a:pt x="48" y="292"/>
                  </a:cubicBezTo>
                  <a:lnTo>
                    <a:pt x="3097" y="3293"/>
                  </a:lnTo>
                  <a:cubicBezTo>
                    <a:pt x="3120" y="3317"/>
                    <a:pt x="3168" y="3340"/>
                    <a:pt x="3216" y="3340"/>
                  </a:cubicBezTo>
                  <a:lnTo>
                    <a:pt x="3216" y="3364"/>
                  </a:lnTo>
                  <a:cubicBezTo>
                    <a:pt x="3359" y="3364"/>
                    <a:pt x="3430" y="3174"/>
                    <a:pt x="3335" y="3078"/>
                  </a:cubicBezTo>
                  <a:lnTo>
                    <a:pt x="310" y="54"/>
                  </a:lnTo>
                  <a:cubicBezTo>
                    <a:pt x="275" y="18"/>
                    <a:pt x="227"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52"/>
            <p:cNvSpPr/>
            <p:nvPr/>
          </p:nvSpPr>
          <p:spPr>
            <a:xfrm>
              <a:off x="2335212" y="4214080"/>
              <a:ext cx="87161" cy="85180"/>
            </a:xfrm>
            <a:custGeom>
              <a:avLst/>
              <a:gdLst/>
              <a:ahLst/>
              <a:cxnLst/>
              <a:rect l="l" t="t" r="r" b="b"/>
              <a:pathLst>
                <a:path w="2288" h="2236" extrusionOk="0">
                  <a:moveTo>
                    <a:pt x="1430" y="0"/>
                  </a:moveTo>
                  <a:cubicBezTo>
                    <a:pt x="1382" y="0"/>
                    <a:pt x="1335" y="24"/>
                    <a:pt x="1287" y="48"/>
                  </a:cubicBezTo>
                  <a:lnTo>
                    <a:pt x="72" y="1262"/>
                  </a:lnTo>
                  <a:cubicBezTo>
                    <a:pt x="1" y="1334"/>
                    <a:pt x="1" y="1453"/>
                    <a:pt x="72" y="1524"/>
                  </a:cubicBezTo>
                  <a:lnTo>
                    <a:pt x="763" y="2191"/>
                  </a:lnTo>
                  <a:cubicBezTo>
                    <a:pt x="794" y="2222"/>
                    <a:pt x="830" y="2235"/>
                    <a:pt x="865" y="2235"/>
                  </a:cubicBezTo>
                  <a:cubicBezTo>
                    <a:pt x="991" y="2235"/>
                    <a:pt x="1113" y="2065"/>
                    <a:pt x="1001" y="1953"/>
                  </a:cubicBezTo>
                  <a:lnTo>
                    <a:pt x="430" y="1381"/>
                  </a:lnTo>
                  <a:lnTo>
                    <a:pt x="811" y="1024"/>
                  </a:lnTo>
                  <a:lnTo>
                    <a:pt x="1287" y="1524"/>
                  </a:lnTo>
                  <a:cubicBezTo>
                    <a:pt x="1311" y="1548"/>
                    <a:pt x="1358" y="1572"/>
                    <a:pt x="1406" y="1572"/>
                  </a:cubicBezTo>
                  <a:cubicBezTo>
                    <a:pt x="1454" y="1572"/>
                    <a:pt x="1501" y="1548"/>
                    <a:pt x="1525" y="1524"/>
                  </a:cubicBezTo>
                  <a:cubicBezTo>
                    <a:pt x="1597" y="1453"/>
                    <a:pt x="1597" y="1334"/>
                    <a:pt x="1525" y="1262"/>
                  </a:cubicBezTo>
                  <a:lnTo>
                    <a:pt x="1049" y="786"/>
                  </a:lnTo>
                  <a:lnTo>
                    <a:pt x="1430" y="405"/>
                  </a:lnTo>
                  <a:lnTo>
                    <a:pt x="1978" y="976"/>
                  </a:lnTo>
                  <a:cubicBezTo>
                    <a:pt x="2013" y="1000"/>
                    <a:pt x="2055" y="1012"/>
                    <a:pt x="2097" y="1012"/>
                  </a:cubicBezTo>
                  <a:cubicBezTo>
                    <a:pt x="2138" y="1012"/>
                    <a:pt x="2180" y="1000"/>
                    <a:pt x="2216" y="976"/>
                  </a:cubicBezTo>
                  <a:cubicBezTo>
                    <a:pt x="2287" y="905"/>
                    <a:pt x="2287" y="786"/>
                    <a:pt x="2216" y="738"/>
                  </a:cubicBezTo>
                  <a:lnTo>
                    <a:pt x="1549" y="48"/>
                  </a:lnTo>
                  <a:cubicBezTo>
                    <a:pt x="1501" y="24"/>
                    <a:pt x="1454" y="0"/>
                    <a:pt x="14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52"/>
            <p:cNvSpPr/>
            <p:nvPr/>
          </p:nvSpPr>
          <p:spPr>
            <a:xfrm>
              <a:off x="2386945" y="4272518"/>
              <a:ext cx="87619" cy="79466"/>
            </a:xfrm>
            <a:custGeom>
              <a:avLst/>
              <a:gdLst/>
              <a:ahLst/>
              <a:cxnLst/>
              <a:rect l="l" t="t" r="r" b="b"/>
              <a:pathLst>
                <a:path w="2300" h="2086" extrusionOk="0">
                  <a:moveTo>
                    <a:pt x="1261" y="1"/>
                  </a:moveTo>
                  <a:cubicBezTo>
                    <a:pt x="874" y="1"/>
                    <a:pt x="495" y="212"/>
                    <a:pt x="310" y="609"/>
                  </a:cubicBezTo>
                  <a:cubicBezTo>
                    <a:pt x="0" y="1252"/>
                    <a:pt x="453" y="2014"/>
                    <a:pt x="1167" y="2086"/>
                  </a:cubicBezTo>
                  <a:lnTo>
                    <a:pt x="1191" y="2086"/>
                  </a:lnTo>
                  <a:cubicBezTo>
                    <a:pt x="1263" y="2086"/>
                    <a:pt x="1334" y="2014"/>
                    <a:pt x="1358" y="1919"/>
                  </a:cubicBezTo>
                  <a:cubicBezTo>
                    <a:pt x="1358" y="1824"/>
                    <a:pt x="1286" y="1752"/>
                    <a:pt x="1191" y="1729"/>
                  </a:cubicBezTo>
                  <a:cubicBezTo>
                    <a:pt x="1024" y="1729"/>
                    <a:pt x="882" y="1657"/>
                    <a:pt x="762" y="1538"/>
                  </a:cubicBezTo>
                  <a:cubicBezTo>
                    <a:pt x="405" y="1181"/>
                    <a:pt x="524" y="609"/>
                    <a:pt x="977" y="419"/>
                  </a:cubicBezTo>
                  <a:cubicBezTo>
                    <a:pt x="1072" y="371"/>
                    <a:pt x="1170" y="350"/>
                    <a:pt x="1266" y="350"/>
                  </a:cubicBezTo>
                  <a:cubicBezTo>
                    <a:pt x="1605" y="350"/>
                    <a:pt x="1916" y="620"/>
                    <a:pt x="1953" y="990"/>
                  </a:cubicBezTo>
                  <a:cubicBezTo>
                    <a:pt x="1953" y="1104"/>
                    <a:pt x="2034" y="1158"/>
                    <a:pt x="2116" y="1158"/>
                  </a:cubicBezTo>
                  <a:cubicBezTo>
                    <a:pt x="2207" y="1158"/>
                    <a:pt x="2299" y="1092"/>
                    <a:pt x="2287" y="967"/>
                  </a:cubicBezTo>
                  <a:cubicBezTo>
                    <a:pt x="2263" y="728"/>
                    <a:pt x="2168" y="490"/>
                    <a:pt x="2001" y="300"/>
                  </a:cubicBezTo>
                  <a:cubicBezTo>
                    <a:pt x="1789" y="98"/>
                    <a:pt x="1523"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52"/>
            <p:cNvSpPr/>
            <p:nvPr/>
          </p:nvSpPr>
          <p:spPr>
            <a:xfrm>
              <a:off x="2453154" y="4330117"/>
              <a:ext cx="83504" cy="80228"/>
            </a:xfrm>
            <a:custGeom>
              <a:avLst/>
              <a:gdLst/>
              <a:ahLst/>
              <a:cxnLst/>
              <a:rect l="l" t="t" r="r" b="b"/>
              <a:pathLst>
                <a:path w="2192" h="2106" extrusionOk="0">
                  <a:moveTo>
                    <a:pt x="1044" y="330"/>
                  </a:moveTo>
                  <a:cubicBezTo>
                    <a:pt x="1598" y="330"/>
                    <a:pt x="2079" y="1044"/>
                    <a:pt x="1549" y="1574"/>
                  </a:cubicBezTo>
                  <a:cubicBezTo>
                    <a:pt x="1396" y="1727"/>
                    <a:pt x="1225" y="1791"/>
                    <a:pt x="1060" y="1791"/>
                  </a:cubicBezTo>
                  <a:cubicBezTo>
                    <a:pt x="503" y="1791"/>
                    <a:pt x="16" y="1064"/>
                    <a:pt x="549" y="550"/>
                  </a:cubicBezTo>
                  <a:cubicBezTo>
                    <a:pt x="703" y="395"/>
                    <a:pt x="877" y="330"/>
                    <a:pt x="1044" y="330"/>
                  </a:cubicBezTo>
                  <a:close/>
                  <a:moveTo>
                    <a:pt x="1062" y="0"/>
                  </a:moveTo>
                  <a:cubicBezTo>
                    <a:pt x="524" y="0"/>
                    <a:pt x="1" y="422"/>
                    <a:pt x="1" y="1050"/>
                  </a:cubicBezTo>
                  <a:cubicBezTo>
                    <a:pt x="1" y="1691"/>
                    <a:pt x="518" y="2105"/>
                    <a:pt x="1052" y="2105"/>
                  </a:cubicBezTo>
                  <a:cubicBezTo>
                    <a:pt x="1312" y="2105"/>
                    <a:pt x="1576" y="2007"/>
                    <a:pt x="1787" y="1788"/>
                  </a:cubicBezTo>
                  <a:cubicBezTo>
                    <a:pt x="2192" y="1384"/>
                    <a:pt x="2192" y="717"/>
                    <a:pt x="1787" y="312"/>
                  </a:cubicBezTo>
                  <a:cubicBezTo>
                    <a:pt x="1579" y="96"/>
                    <a:pt x="1319" y="0"/>
                    <a:pt x="1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52"/>
            <p:cNvSpPr/>
            <p:nvPr/>
          </p:nvSpPr>
          <p:spPr>
            <a:xfrm>
              <a:off x="2474449" y="4222804"/>
              <a:ext cx="111199" cy="109218"/>
            </a:xfrm>
            <a:custGeom>
              <a:avLst/>
              <a:gdLst/>
              <a:ahLst/>
              <a:cxnLst/>
              <a:rect l="l" t="t" r="r" b="b"/>
              <a:pathLst>
                <a:path w="2919" h="2867" extrusionOk="0">
                  <a:moveTo>
                    <a:pt x="234" y="0"/>
                  </a:moveTo>
                  <a:cubicBezTo>
                    <a:pt x="112" y="0"/>
                    <a:pt x="0" y="168"/>
                    <a:pt x="109" y="295"/>
                  </a:cubicBezTo>
                  <a:lnTo>
                    <a:pt x="2633" y="2819"/>
                  </a:lnTo>
                  <a:cubicBezTo>
                    <a:pt x="2657" y="2843"/>
                    <a:pt x="2704" y="2867"/>
                    <a:pt x="2752" y="2867"/>
                  </a:cubicBezTo>
                  <a:cubicBezTo>
                    <a:pt x="2776" y="2867"/>
                    <a:pt x="2824" y="2843"/>
                    <a:pt x="2871" y="2819"/>
                  </a:cubicBezTo>
                  <a:cubicBezTo>
                    <a:pt x="2919" y="2748"/>
                    <a:pt x="2919" y="2629"/>
                    <a:pt x="2871" y="2557"/>
                  </a:cubicBezTo>
                  <a:lnTo>
                    <a:pt x="347" y="57"/>
                  </a:lnTo>
                  <a:cubicBezTo>
                    <a:pt x="313" y="17"/>
                    <a:pt x="273"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5" name="Google Shape;2085;p52"/>
          <p:cNvGrpSpPr/>
          <p:nvPr/>
        </p:nvGrpSpPr>
        <p:grpSpPr>
          <a:xfrm>
            <a:off x="4999742" y="3471511"/>
            <a:ext cx="252874" cy="533468"/>
            <a:chOff x="7521110" y="2906131"/>
            <a:chExt cx="175400" cy="370053"/>
          </a:xfrm>
        </p:grpSpPr>
        <p:sp>
          <p:nvSpPr>
            <p:cNvPr id="2086" name="Google Shape;2086;p52"/>
            <p:cNvSpPr/>
            <p:nvPr/>
          </p:nvSpPr>
          <p:spPr>
            <a:xfrm>
              <a:off x="7590646" y="3215698"/>
              <a:ext cx="36302" cy="54453"/>
            </a:xfrm>
            <a:custGeom>
              <a:avLst/>
              <a:gdLst/>
              <a:ahLst/>
              <a:cxnLst/>
              <a:rect l="l" t="t" r="r" b="b"/>
              <a:pathLst>
                <a:path w="1384" h="2076" extrusionOk="0">
                  <a:moveTo>
                    <a:pt x="1" y="0"/>
                  </a:moveTo>
                  <a:lnTo>
                    <a:pt x="1" y="2075"/>
                  </a:lnTo>
                  <a:lnTo>
                    <a:pt x="1384" y="2075"/>
                  </a:lnTo>
                  <a:lnTo>
                    <a:pt x="13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52"/>
            <p:cNvSpPr/>
            <p:nvPr/>
          </p:nvSpPr>
          <p:spPr>
            <a:xfrm>
              <a:off x="7608797" y="3233823"/>
              <a:ext cx="18151" cy="36329"/>
            </a:xfrm>
            <a:custGeom>
              <a:avLst/>
              <a:gdLst/>
              <a:ahLst/>
              <a:cxnLst/>
              <a:rect l="l" t="t" r="r" b="b"/>
              <a:pathLst>
                <a:path w="692" h="1385" extrusionOk="0">
                  <a:moveTo>
                    <a:pt x="231" y="1"/>
                  </a:moveTo>
                  <a:cubicBezTo>
                    <a:pt x="102" y="1"/>
                    <a:pt x="0" y="103"/>
                    <a:pt x="0" y="231"/>
                  </a:cubicBezTo>
                  <a:lnTo>
                    <a:pt x="0" y="1384"/>
                  </a:lnTo>
                  <a:lnTo>
                    <a:pt x="692" y="1384"/>
                  </a:lnTo>
                  <a:lnTo>
                    <a:pt x="6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52"/>
            <p:cNvSpPr/>
            <p:nvPr/>
          </p:nvSpPr>
          <p:spPr>
            <a:xfrm>
              <a:off x="7570554" y="3264066"/>
              <a:ext cx="76513" cy="12118"/>
            </a:xfrm>
            <a:custGeom>
              <a:avLst/>
              <a:gdLst/>
              <a:ahLst/>
              <a:cxnLst/>
              <a:rect l="l" t="t" r="r" b="b"/>
              <a:pathLst>
                <a:path w="2917" h="462" extrusionOk="0">
                  <a:moveTo>
                    <a:pt x="306" y="1"/>
                  </a:moveTo>
                  <a:cubicBezTo>
                    <a:pt x="0" y="1"/>
                    <a:pt x="0" y="462"/>
                    <a:pt x="306" y="462"/>
                  </a:cubicBezTo>
                  <a:lnTo>
                    <a:pt x="2611" y="462"/>
                  </a:lnTo>
                  <a:cubicBezTo>
                    <a:pt x="2916" y="462"/>
                    <a:pt x="2916" y="1"/>
                    <a:pt x="26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52"/>
            <p:cNvSpPr/>
            <p:nvPr/>
          </p:nvSpPr>
          <p:spPr>
            <a:xfrm>
              <a:off x="7526094" y="3064351"/>
              <a:ext cx="165433" cy="109038"/>
            </a:xfrm>
            <a:custGeom>
              <a:avLst/>
              <a:gdLst/>
              <a:ahLst/>
              <a:cxnLst/>
              <a:rect l="l" t="t" r="r" b="b"/>
              <a:pathLst>
                <a:path w="6307" h="4157" extrusionOk="0">
                  <a:moveTo>
                    <a:pt x="1770" y="0"/>
                  </a:moveTo>
                  <a:lnTo>
                    <a:pt x="68" y="3831"/>
                  </a:lnTo>
                  <a:cubicBezTo>
                    <a:pt x="0" y="3987"/>
                    <a:pt x="109" y="4157"/>
                    <a:pt x="278" y="4157"/>
                  </a:cubicBezTo>
                  <a:lnTo>
                    <a:pt x="6028" y="4157"/>
                  </a:lnTo>
                  <a:cubicBezTo>
                    <a:pt x="6198" y="4157"/>
                    <a:pt x="6306" y="3987"/>
                    <a:pt x="6238" y="3831"/>
                  </a:cubicBezTo>
                  <a:lnTo>
                    <a:pt x="45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52"/>
            <p:cNvSpPr/>
            <p:nvPr/>
          </p:nvSpPr>
          <p:spPr>
            <a:xfrm>
              <a:off x="7521110" y="3173363"/>
              <a:ext cx="175400" cy="48394"/>
            </a:xfrm>
            <a:custGeom>
              <a:avLst/>
              <a:gdLst/>
              <a:ahLst/>
              <a:cxnLst/>
              <a:rect l="l" t="t" r="r" b="b"/>
              <a:pathLst>
                <a:path w="6687" h="1845" extrusionOk="0">
                  <a:moveTo>
                    <a:pt x="1004" y="1"/>
                  </a:moveTo>
                  <a:lnTo>
                    <a:pt x="95" y="1492"/>
                  </a:lnTo>
                  <a:cubicBezTo>
                    <a:pt x="0" y="1648"/>
                    <a:pt x="109" y="1845"/>
                    <a:pt x="292" y="1845"/>
                  </a:cubicBezTo>
                  <a:lnTo>
                    <a:pt x="6395" y="1845"/>
                  </a:lnTo>
                  <a:cubicBezTo>
                    <a:pt x="6578" y="1845"/>
                    <a:pt x="6686" y="1648"/>
                    <a:pt x="6591" y="1492"/>
                  </a:cubicBezTo>
                  <a:lnTo>
                    <a:pt x="56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52"/>
            <p:cNvSpPr/>
            <p:nvPr/>
          </p:nvSpPr>
          <p:spPr>
            <a:xfrm>
              <a:off x="7521110" y="3173363"/>
              <a:ext cx="156541" cy="48421"/>
            </a:xfrm>
            <a:custGeom>
              <a:avLst/>
              <a:gdLst/>
              <a:ahLst/>
              <a:cxnLst/>
              <a:rect l="l" t="t" r="r" b="b"/>
              <a:pathLst>
                <a:path w="5968" h="1846" extrusionOk="0">
                  <a:moveTo>
                    <a:pt x="1004" y="1"/>
                  </a:moveTo>
                  <a:lnTo>
                    <a:pt x="95" y="1499"/>
                  </a:lnTo>
                  <a:cubicBezTo>
                    <a:pt x="0" y="1648"/>
                    <a:pt x="116" y="1845"/>
                    <a:pt x="292" y="1845"/>
                  </a:cubicBezTo>
                  <a:lnTo>
                    <a:pt x="2484" y="1845"/>
                  </a:lnTo>
                  <a:cubicBezTo>
                    <a:pt x="2432" y="1838"/>
                    <a:pt x="2402" y="1643"/>
                    <a:pt x="2435" y="1492"/>
                  </a:cubicBezTo>
                  <a:lnTo>
                    <a:pt x="2577" y="651"/>
                  </a:lnTo>
                  <a:cubicBezTo>
                    <a:pt x="2591" y="543"/>
                    <a:pt x="2692" y="462"/>
                    <a:pt x="2801" y="462"/>
                  </a:cubicBezTo>
                  <a:lnTo>
                    <a:pt x="5967" y="462"/>
                  </a:lnTo>
                  <a:lnTo>
                    <a:pt x="5683" y="1"/>
                  </a:lnTo>
                  <a:close/>
                  <a:moveTo>
                    <a:pt x="2484" y="1845"/>
                  </a:moveTo>
                  <a:cubicBezTo>
                    <a:pt x="2484" y="1845"/>
                    <a:pt x="2485" y="1845"/>
                    <a:pt x="2486" y="1845"/>
                  </a:cubicBezTo>
                  <a:cubicBezTo>
                    <a:pt x="2487" y="1845"/>
                    <a:pt x="2488" y="1845"/>
                    <a:pt x="2489" y="184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52"/>
            <p:cNvSpPr/>
            <p:nvPr/>
          </p:nvSpPr>
          <p:spPr>
            <a:xfrm>
              <a:off x="7526094" y="3064351"/>
              <a:ext cx="135189" cy="109038"/>
            </a:xfrm>
            <a:custGeom>
              <a:avLst/>
              <a:gdLst/>
              <a:ahLst/>
              <a:cxnLst/>
              <a:rect l="l" t="t" r="r" b="b"/>
              <a:pathLst>
                <a:path w="5154" h="4157" extrusionOk="0">
                  <a:moveTo>
                    <a:pt x="1770" y="0"/>
                  </a:moveTo>
                  <a:lnTo>
                    <a:pt x="68" y="3831"/>
                  </a:lnTo>
                  <a:cubicBezTo>
                    <a:pt x="0" y="3987"/>
                    <a:pt x="109" y="4157"/>
                    <a:pt x="278" y="4157"/>
                  </a:cubicBezTo>
                  <a:lnTo>
                    <a:pt x="2346" y="4157"/>
                  </a:lnTo>
                  <a:cubicBezTo>
                    <a:pt x="2299" y="4157"/>
                    <a:pt x="2265" y="3980"/>
                    <a:pt x="2285" y="3831"/>
                  </a:cubicBezTo>
                  <a:lnTo>
                    <a:pt x="2563" y="1587"/>
                  </a:lnTo>
                  <a:cubicBezTo>
                    <a:pt x="2583" y="1476"/>
                    <a:pt x="2672" y="1390"/>
                    <a:pt x="2781" y="1390"/>
                  </a:cubicBezTo>
                  <a:cubicBezTo>
                    <a:pt x="2786" y="1390"/>
                    <a:pt x="2790" y="1390"/>
                    <a:pt x="2794" y="1390"/>
                  </a:cubicBezTo>
                  <a:lnTo>
                    <a:pt x="5154" y="1390"/>
                  </a:lnTo>
                  <a:lnTo>
                    <a:pt x="45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52"/>
            <p:cNvSpPr/>
            <p:nvPr/>
          </p:nvSpPr>
          <p:spPr>
            <a:xfrm>
              <a:off x="7537635" y="2906131"/>
              <a:ext cx="142140" cy="182587"/>
            </a:xfrm>
            <a:custGeom>
              <a:avLst/>
              <a:gdLst/>
              <a:ahLst/>
              <a:cxnLst/>
              <a:rect l="l" t="t" r="r" b="b"/>
              <a:pathLst>
                <a:path w="5419" h="6961" extrusionOk="0">
                  <a:moveTo>
                    <a:pt x="2713" y="1"/>
                  </a:moveTo>
                  <a:cubicBezTo>
                    <a:pt x="2623" y="1"/>
                    <a:pt x="2534" y="52"/>
                    <a:pt x="2496" y="153"/>
                  </a:cubicBezTo>
                  <a:lnTo>
                    <a:pt x="62" y="6649"/>
                  </a:lnTo>
                  <a:cubicBezTo>
                    <a:pt x="1" y="6798"/>
                    <a:pt x="116" y="6961"/>
                    <a:pt x="279" y="6961"/>
                  </a:cubicBezTo>
                  <a:lnTo>
                    <a:pt x="5147" y="6961"/>
                  </a:lnTo>
                  <a:cubicBezTo>
                    <a:pt x="5310" y="6961"/>
                    <a:pt x="5419" y="6798"/>
                    <a:pt x="5364" y="6649"/>
                  </a:cubicBezTo>
                  <a:lnTo>
                    <a:pt x="2930" y="153"/>
                  </a:lnTo>
                  <a:cubicBezTo>
                    <a:pt x="2893" y="52"/>
                    <a:pt x="2803" y="1"/>
                    <a:pt x="27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52"/>
            <p:cNvSpPr/>
            <p:nvPr/>
          </p:nvSpPr>
          <p:spPr>
            <a:xfrm>
              <a:off x="7537635" y="2906210"/>
              <a:ext cx="71188" cy="182508"/>
            </a:xfrm>
            <a:custGeom>
              <a:avLst/>
              <a:gdLst/>
              <a:ahLst/>
              <a:cxnLst/>
              <a:rect l="l" t="t" r="r" b="b"/>
              <a:pathLst>
                <a:path w="2714" h="6958" extrusionOk="0">
                  <a:moveTo>
                    <a:pt x="2699" y="1"/>
                  </a:moveTo>
                  <a:cubicBezTo>
                    <a:pt x="2610" y="1"/>
                    <a:pt x="2528" y="60"/>
                    <a:pt x="2496" y="150"/>
                  </a:cubicBezTo>
                  <a:lnTo>
                    <a:pt x="62" y="6646"/>
                  </a:lnTo>
                  <a:cubicBezTo>
                    <a:pt x="1" y="6795"/>
                    <a:pt x="116" y="6958"/>
                    <a:pt x="279" y="6958"/>
                  </a:cubicBezTo>
                  <a:lnTo>
                    <a:pt x="2028" y="6958"/>
                  </a:lnTo>
                  <a:cubicBezTo>
                    <a:pt x="1981" y="6958"/>
                    <a:pt x="1954" y="6795"/>
                    <a:pt x="1967" y="6646"/>
                  </a:cubicBezTo>
                  <a:lnTo>
                    <a:pt x="2652" y="150"/>
                  </a:lnTo>
                  <a:cubicBezTo>
                    <a:pt x="2666" y="49"/>
                    <a:pt x="2686" y="1"/>
                    <a:pt x="2713" y="1"/>
                  </a:cubicBezTo>
                  <a:cubicBezTo>
                    <a:pt x="2708" y="1"/>
                    <a:pt x="2704" y="1"/>
                    <a:pt x="2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5" name="Google Shape;2095;p52"/>
          <p:cNvGrpSpPr/>
          <p:nvPr/>
        </p:nvGrpSpPr>
        <p:grpSpPr>
          <a:xfrm>
            <a:off x="4890551" y="1991015"/>
            <a:ext cx="471286" cy="294054"/>
            <a:chOff x="1946369" y="2563122"/>
            <a:chExt cx="374066" cy="233395"/>
          </a:xfrm>
        </p:grpSpPr>
        <p:sp>
          <p:nvSpPr>
            <p:cNvPr id="2096" name="Google Shape;2096;p52"/>
            <p:cNvSpPr/>
            <p:nvPr/>
          </p:nvSpPr>
          <p:spPr>
            <a:xfrm>
              <a:off x="1946369" y="2563148"/>
              <a:ext cx="334223" cy="215401"/>
            </a:xfrm>
            <a:custGeom>
              <a:avLst/>
              <a:gdLst/>
              <a:ahLst/>
              <a:cxnLst/>
              <a:rect l="l" t="t" r="r" b="b"/>
              <a:pathLst>
                <a:path w="12742" h="8212" extrusionOk="0">
                  <a:moveTo>
                    <a:pt x="1820" y="0"/>
                  </a:moveTo>
                  <a:cubicBezTo>
                    <a:pt x="1757" y="0"/>
                    <a:pt x="1693" y="5"/>
                    <a:pt x="1628" y="14"/>
                  </a:cubicBezTo>
                  <a:lnTo>
                    <a:pt x="781" y="136"/>
                  </a:lnTo>
                  <a:cubicBezTo>
                    <a:pt x="333" y="197"/>
                    <a:pt x="1" y="584"/>
                    <a:pt x="1" y="1038"/>
                  </a:cubicBezTo>
                  <a:lnTo>
                    <a:pt x="1" y="1838"/>
                  </a:lnTo>
                  <a:cubicBezTo>
                    <a:pt x="1" y="1967"/>
                    <a:pt x="102" y="2068"/>
                    <a:pt x="231" y="2068"/>
                  </a:cubicBezTo>
                  <a:lnTo>
                    <a:pt x="231" y="2387"/>
                  </a:lnTo>
                  <a:cubicBezTo>
                    <a:pt x="231" y="2597"/>
                    <a:pt x="374" y="2787"/>
                    <a:pt x="577" y="2835"/>
                  </a:cubicBezTo>
                  <a:lnTo>
                    <a:pt x="991" y="2936"/>
                  </a:lnTo>
                  <a:cubicBezTo>
                    <a:pt x="1086" y="2957"/>
                    <a:pt x="1153" y="3038"/>
                    <a:pt x="1160" y="3140"/>
                  </a:cubicBezTo>
                  <a:cubicBezTo>
                    <a:pt x="1221" y="4021"/>
                    <a:pt x="1832" y="8212"/>
                    <a:pt x="7738" y="8212"/>
                  </a:cubicBezTo>
                  <a:cubicBezTo>
                    <a:pt x="12742" y="8212"/>
                    <a:pt x="12742" y="6618"/>
                    <a:pt x="12742" y="6618"/>
                  </a:cubicBezTo>
                  <a:lnTo>
                    <a:pt x="12742" y="6164"/>
                  </a:lnTo>
                  <a:lnTo>
                    <a:pt x="3181" y="3431"/>
                  </a:lnTo>
                  <a:lnTo>
                    <a:pt x="3181" y="1363"/>
                  </a:lnTo>
                  <a:cubicBezTo>
                    <a:pt x="3181" y="601"/>
                    <a:pt x="2560" y="0"/>
                    <a:pt x="18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52"/>
            <p:cNvSpPr/>
            <p:nvPr/>
          </p:nvSpPr>
          <p:spPr>
            <a:xfrm>
              <a:off x="1995656" y="2698836"/>
              <a:ext cx="107254" cy="97497"/>
            </a:xfrm>
            <a:custGeom>
              <a:avLst/>
              <a:gdLst/>
              <a:ahLst/>
              <a:cxnLst/>
              <a:rect l="l" t="t" r="r" b="b"/>
              <a:pathLst>
                <a:path w="4089" h="3717" extrusionOk="0">
                  <a:moveTo>
                    <a:pt x="2224" y="1"/>
                  </a:moveTo>
                  <a:lnTo>
                    <a:pt x="1722" y="164"/>
                  </a:lnTo>
                  <a:cubicBezTo>
                    <a:pt x="1471" y="252"/>
                    <a:pt x="1288" y="476"/>
                    <a:pt x="1261" y="747"/>
                  </a:cubicBezTo>
                  <a:lnTo>
                    <a:pt x="1078" y="2584"/>
                  </a:lnTo>
                  <a:lnTo>
                    <a:pt x="854" y="2584"/>
                  </a:lnTo>
                  <a:cubicBezTo>
                    <a:pt x="570" y="2584"/>
                    <a:pt x="319" y="2754"/>
                    <a:pt x="217" y="3012"/>
                  </a:cubicBezTo>
                  <a:lnTo>
                    <a:pt x="61" y="3405"/>
                  </a:lnTo>
                  <a:cubicBezTo>
                    <a:pt x="0" y="3554"/>
                    <a:pt x="109" y="3717"/>
                    <a:pt x="271" y="3717"/>
                  </a:cubicBezTo>
                  <a:lnTo>
                    <a:pt x="1431" y="3717"/>
                  </a:lnTo>
                  <a:cubicBezTo>
                    <a:pt x="1756" y="3717"/>
                    <a:pt x="2034" y="3493"/>
                    <a:pt x="2095" y="3168"/>
                  </a:cubicBezTo>
                  <a:lnTo>
                    <a:pt x="2339" y="1961"/>
                  </a:lnTo>
                  <a:cubicBezTo>
                    <a:pt x="2644" y="1961"/>
                    <a:pt x="3648" y="1866"/>
                    <a:pt x="4089" y="1371"/>
                  </a:cubicBezTo>
                  <a:lnTo>
                    <a:pt x="22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52"/>
            <p:cNvSpPr/>
            <p:nvPr/>
          </p:nvSpPr>
          <p:spPr>
            <a:xfrm>
              <a:off x="2186846" y="2736738"/>
              <a:ext cx="57811" cy="59778"/>
            </a:xfrm>
            <a:custGeom>
              <a:avLst/>
              <a:gdLst/>
              <a:ahLst/>
              <a:cxnLst/>
              <a:rect l="l" t="t" r="r" b="b"/>
              <a:pathLst>
                <a:path w="2204" h="2279" extrusionOk="0">
                  <a:moveTo>
                    <a:pt x="1065" y="0"/>
                  </a:moveTo>
                  <a:lnTo>
                    <a:pt x="1065" y="1133"/>
                  </a:lnTo>
                  <a:lnTo>
                    <a:pt x="882" y="1133"/>
                  </a:lnTo>
                  <a:cubicBezTo>
                    <a:pt x="610" y="1133"/>
                    <a:pt x="366" y="1295"/>
                    <a:pt x="258" y="1546"/>
                  </a:cubicBezTo>
                  <a:lnTo>
                    <a:pt x="68" y="1960"/>
                  </a:lnTo>
                  <a:cubicBezTo>
                    <a:pt x="0" y="2109"/>
                    <a:pt x="115" y="2279"/>
                    <a:pt x="278" y="2279"/>
                  </a:cubicBezTo>
                  <a:lnTo>
                    <a:pt x="1750" y="2279"/>
                  </a:lnTo>
                  <a:cubicBezTo>
                    <a:pt x="2001" y="2279"/>
                    <a:pt x="2204" y="2075"/>
                    <a:pt x="2204" y="1824"/>
                  </a:cubicBezTo>
                  <a:lnTo>
                    <a:pt x="22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52"/>
            <p:cNvSpPr/>
            <p:nvPr/>
          </p:nvSpPr>
          <p:spPr>
            <a:xfrm>
              <a:off x="1974645" y="2580433"/>
              <a:ext cx="14977" cy="20433"/>
            </a:xfrm>
            <a:custGeom>
              <a:avLst/>
              <a:gdLst/>
              <a:ahLst/>
              <a:cxnLst/>
              <a:rect l="l" t="t" r="r" b="b"/>
              <a:pathLst>
                <a:path w="571" h="779" extrusionOk="0">
                  <a:moveTo>
                    <a:pt x="286" y="1"/>
                  </a:moveTo>
                  <a:cubicBezTo>
                    <a:pt x="148" y="1"/>
                    <a:pt x="11" y="91"/>
                    <a:pt x="1" y="270"/>
                  </a:cubicBezTo>
                  <a:lnTo>
                    <a:pt x="1" y="494"/>
                  </a:lnTo>
                  <a:cubicBezTo>
                    <a:pt x="1" y="657"/>
                    <a:pt x="130" y="779"/>
                    <a:pt x="286" y="779"/>
                  </a:cubicBezTo>
                  <a:cubicBezTo>
                    <a:pt x="442" y="779"/>
                    <a:pt x="570" y="657"/>
                    <a:pt x="570" y="494"/>
                  </a:cubicBezTo>
                  <a:lnTo>
                    <a:pt x="570" y="270"/>
                  </a:lnTo>
                  <a:cubicBezTo>
                    <a:pt x="560" y="91"/>
                    <a:pt x="423"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52"/>
            <p:cNvSpPr/>
            <p:nvPr/>
          </p:nvSpPr>
          <p:spPr>
            <a:xfrm>
              <a:off x="1952429" y="2612408"/>
              <a:ext cx="38506" cy="16918"/>
            </a:xfrm>
            <a:custGeom>
              <a:avLst/>
              <a:gdLst/>
              <a:ahLst/>
              <a:cxnLst/>
              <a:rect l="l" t="t" r="r" b="b"/>
              <a:pathLst>
                <a:path w="1468" h="645" extrusionOk="0">
                  <a:moveTo>
                    <a:pt x="1140" y="0"/>
                  </a:moveTo>
                  <a:cubicBezTo>
                    <a:pt x="1105" y="0"/>
                    <a:pt x="1069" y="9"/>
                    <a:pt x="1031" y="28"/>
                  </a:cubicBezTo>
                  <a:cubicBezTo>
                    <a:pt x="861" y="116"/>
                    <a:pt x="482" y="170"/>
                    <a:pt x="0" y="190"/>
                  </a:cubicBezTo>
                  <a:lnTo>
                    <a:pt x="0" y="509"/>
                  </a:lnTo>
                  <a:cubicBezTo>
                    <a:pt x="0" y="557"/>
                    <a:pt x="7" y="597"/>
                    <a:pt x="14" y="645"/>
                  </a:cubicBezTo>
                  <a:cubicBezTo>
                    <a:pt x="414" y="631"/>
                    <a:pt x="943" y="577"/>
                    <a:pt x="1234" y="435"/>
                  </a:cubicBezTo>
                  <a:cubicBezTo>
                    <a:pt x="1468" y="318"/>
                    <a:pt x="1350" y="0"/>
                    <a:pt x="11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52"/>
            <p:cNvSpPr/>
            <p:nvPr/>
          </p:nvSpPr>
          <p:spPr>
            <a:xfrm>
              <a:off x="1978029" y="2563122"/>
              <a:ext cx="51962" cy="90048"/>
            </a:xfrm>
            <a:custGeom>
              <a:avLst/>
              <a:gdLst/>
              <a:ahLst/>
              <a:cxnLst/>
              <a:rect l="l" t="t" r="r" b="b"/>
              <a:pathLst>
                <a:path w="1981" h="3433" extrusionOk="0">
                  <a:moveTo>
                    <a:pt x="621" y="0"/>
                  </a:moveTo>
                  <a:cubicBezTo>
                    <a:pt x="556" y="0"/>
                    <a:pt x="489" y="5"/>
                    <a:pt x="421" y="15"/>
                  </a:cubicBezTo>
                  <a:lnTo>
                    <a:pt x="1" y="76"/>
                  </a:lnTo>
                  <a:cubicBezTo>
                    <a:pt x="550" y="266"/>
                    <a:pt x="923" y="781"/>
                    <a:pt x="923" y="1364"/>
                  </a:cubicBezTo>
                  <a:lnTo>
                    <a:pt x="923" y="2368"/>
                  </a:lnTo>
                  <a:cubicBezTo>
                    <a:pt x="923" y="2958"/>
                    <a:pt x="1398" y="3432"/>
                    <a:pt x="1981" y="3432"/>
                  </a:cubicBezTo>
                  <a:lnTo>
                    <a:pt x="1981" y="1364"/>
                  </a:lnTo>
                  <a:cubicBezTo>
                    <a:pt x="1981" y="605"/>
                    <a:pt x="1358" y="0"/>
                    <a:pt x="6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52"/>
            <p:cNvSpPr/>
            <p:nvPr/>
          </p:nvSpPr>
          <p:spPr>
            <a:xfrm>
              <a:off x="2029781" y="2601417"/>
              <a:ext cx="290655" cy="147098"/>
            </a:xfrm>
            <a:custGeom>
              <a:avLst/>
              <a:gdLst/>
              <a:ahLst/>
              <a:cxnLst/>
              <a:rect l="l" t="t" r="r" b="b"/>
              <a:pathLst>
                <a:path w="11081" h="5608" extrusionOk="0">
                  <a:moveTo>
                    <a:pt x="4780" y="1"/>
                  </a:moveTo>
                  <a:cubicBezTo>
                    <a:pt x="3382" y="1"/>
                    <a:pt x="1781" y="537"/>
                    <a:pt x="1" y="1972"/>
                  </a:cubicBezTo>
                  <a:cubicBezTo>
                    <a:pt x="1" y="1972"/>
                    <a:pt x="154" y="5607"/>
                    <a:pt x="5730" y="5607"/>
                  </a:cubicBezTo>
                  <a:cubicBezTo>
                    <a:pt x="6987" y="5607"/>
                    <a:pt x="8520" y="5422"/>
                    <a:pt x="10389" y="4969"/>
                  </a:cubicBezTo>
                  <a:cubicBezTo>
                    <a:pt x="10864" y="4854"/>
                    <a:pt x="11080" y="4305"/>
                    <a:pt x="10809" y="3905"/>
                  </a:cubicBezTo>
                  <a:cubicBezTo>
                    <a:pt x="9930" y="2569"/>
                    <a:pt x="7839" y="1"/>
                    <a:pt x="47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52"/>
            <p:cNvSpPr/>
            <p:nvPr/>
          </p:nvSpPr>
          <p:spPr>
            <a:xfrm>
              <a:off x="2029781" y="2604932"/>
              <a:ext cx="286379" cy="143635"/>
            </a:xfrm>
            <a:custGeom>
              <a:avLst/>
              <a:gdLst/>
              <a:ahLst/>
              <a:cxnLst/>
              <a:rect l="l" t="t" r="r" b="b"/>
              <a:pathLst>
                <a:path w="10918" h="5476" extrusionOk="0">
                  <a:moveTo>
                    <a:pt x="5808" y="1913"/>
                  </a:moveTo>
                  <a:cubicBezTo>
                    <a:pt x="5894" y="1913"/>
                    <a:pt x="5980" y="1937"/>
                    <a:pt x="6056" y="1988"/>
                  </a:cubicBezTo>
                  <a:lnTo>
                    <a:pt x="7053" y="2645"/>
                  </a:lnTo>
                  <a:cubicBezTo>
                    <a:pt x="7148" y="2713"/>
                    <a:pt x="7216" y="2808"/>
                    <a:pt x="7243" y="2923"/>
                  </a:cubicBezTo>
                  <a:lnTo>
                    <a:pt x="7677" y="4720"/>
                  </a:lnTo>
                  <a:cubicBezTo>
                    <a:pt x="7144" y="4770"/>
                    <a:pt x="6648" y="4793"/>
                    <a:pt x="6188" y="4793"/>
                  </a:cubicBezTo>
                  <a:cubicBezTo>
                    <a:pt x="5151" y="4793"/>
                    <a:pt x="4293" y="4675"/>
                    <a:pt x="3588" y="4483"/>
                  </a:cubicBezTo>
                  <a:cubicBezTo>
                    <a:pt x="3296" y="4408"/>
                    <a:pt x="3154" y="4090"/>
                    <a:pt x="3296" y="3825"/>
                  </a:cubicBezTo>
                  <a:lnTo>
                    <a:pt x="3913" y="2672"/>
                  </a:lnTo>
                  <a:cubicBezTo>
                    <a:pt x="3968" y="2571"/>
                    <a:pt x="4056" y="2496"/>
                    <a:pt x="4164" y="2455"/>
                  </a:cubicBezTo>
                  <a:lnTo>
                    <a:pt x="5649" y="1940"/>
                  </a:lnTo>
                  <a:cubicBezTo>
                    <a:pt x="5701" y="1922"/>
                    <a:pt x="5754" y="1913"/>
                    <a:pt x="5808" y="1913"/>
                  </a:cubicBezTo>
                  <a:close/>
                  <a:moveTo>
                    <a:pt x="5968" y="1"/>
                  </a:moveTo>
                  <a:lnTo>
                    <a:pt x="5737" y="1187"/>
                  </a:lnTo>
                  <a:cubicBezTo>
                    <a:pt x="5710" y="1343"/>
                    <a:pt x="5595" y="1472"/>
                    <a:pt x="5446" y="1526"/>
                  </a:cubicBezTo>
                  <a:lnTo>
                    <a:pt x="4347" y="1906"/>
                  </a:lnTo>
                  <a:cubicBezTo>
                    <a:pt x="4297" y="1925"/>
                    <a:pt x="4246" y="1933"/>
                    <a:pt x="4195" y="1933"/>
                  </a:cubicBezTo>
                  <a:cubicBezTo>
                    <a:pt x="4021" y="1933"/>
                    <a:pt x="3858" y="1830"/>
                    <a:pt x="3785" y="1662"/>
                  </a:cubicBezTo>
                  <a:lnTo>
                    <a:pt x="3086" y="130"/>
                  </a:lnTo>
                  <a:cubicBezTo>
                    <a:pt x="2944" y="170"/>
                    <a:pt x="2801" y="218"/>
                    <a:pt x="2652" y="272"/>
                  </a:cubicBezTo>
                  <a:lnTo>
                    <a:pt x="3486" y="2123"/>
                  </a:lnTo>
                  <a:cubicBezTo>
                    <a:pt x="3547" y="2252"/>
                    <a:pt x="3540" y="2401"/>
                    <a:pt x="3473" y="2523"/>
                  </a:cubicBezTo>
                  <a:lnTo>
                    <a:pt x="2822" y="3751"/>
                  </a:lnTo>
                  <a:cubicBezTo>
                    <a:pt x="2743" y="3904"/>
                    <a:pt x="2584" y="3990"/>
                    <a:pt x="2422" y="3990"/>
                  </a:cubicBezTo>
                  <a:cubicBezTo>
                    <a:pt x="2348" y="3990"/>
                    <a:pt x="2273" y="3972"/>
                    <a:pt x="2205" y="3934"/>
                  </a:cubicBezTo>
                  <a:cubicBezTo>
                    <a:pt x="910" y="3201"/>
                    <a:pt x="462" y="2177"/>
                    <a:pt x="306" y="1601"/>
                  </a:cubicBezTo>
                  <a:cubicBezTo>
                    <a:pt x="204" y="1682"/>
                    <a:pt x="103" y="1757"/>
                    <a:pt x="1" y="1838"/>
                  </a:cubicBezTo>
                  <a:cubicBezTo>
                    <a:pt x="1" y="1838"/>
                    <a:pt x="154" y="5476"/>
                    <a:pt x="5726" y="5476"/>
                  </a:cubicBezTo>
                  <a:cubicBezTo>
                    <a:pt x="6984" y="5476"/>
                    <a:pt x="8518" y="5290"/>
                    <a:pt x="10389" y="4835"/>
                  </a:cubicBezTo>
                  <a:cubicBezTo>
                    <a:pt x="10694" y="4761"/>
                    <a:pt x="10911" y="4496"/>
                    <a:pt x="10918" y="4191"/>
                  </a:cubicBezTo>
                  <a:lnTo>
                    <a:pt x="10918" y="4191"/>
                  </a:lnTo>
                  <a:cubicBezTo>
                    <a:pt x="9996" y="4401"/>
                    <a:pt x="9067" y="4564"/>
                    <a:pt x="8124" y="4673"/>
                  </a:cubicBezTo>
                  <a:lnTo>
                    <a:pt x="7724" y="2998"/>
                  </a:lnTo>
                  <a:cubicBezTo>
                    <a:pt x="7683" y="2815"/>
                    <a:pt x="7751" y="2632"/>
                    <a:pt x="7900" y="2523"/>
                  </a:cubicBezTo>
                  <a:lnTo>
                    <a:pt x="9046" y="1689"/>
                  </a:lnTo>
                  <a:cubicBezTo>
                    <a:pt x="8931" y="1588"/>
                    <a:pt x="8809" y="1486"/>
                    <a:pt x="8687" y="1384"/>
                  </a:cubicBezTo>
                  <a:lnTo>
                    <a:pt x="7643" y="2144"/>
                  </a:lnTo>
                  <a:cubicBezTo>
                    <a:pt x="7566" y="2203"/>
                    <a:pt x="7473" y="2232"/>
                    <a:pt x="7379" y="2232"/>
                  </a:cubicBezTo>
                  <a:cubicBezTo>
                    <a:pt x="7291" y="2232"/>
                    <a:pt x="7203" y="2206"/>
                    <a:pt x="7127" y="2157"/>
                  </a:cubicBezTo>
                  <a:lnTo>
                    <a:pt x="6395" y="1676"/>
                  </a:lnTo>
                  <a:cubicBezTo>
                    <a:pt x="6239" y="1574"/>
                    <a:pt x="6165" y="1391"/>
                    <a:pt x="6198" y="1208"/>
                  </a:cubicBezTo>
                  <a:lnTo>
                    <a:pt x="6409" y="116"/>
                  </a:lnTo>
                  <a:cubicBezTo>
                    <a:pt x="6266" y="69"/>
                    <a:pt x="6117" y="35"/>
                    <a:pt x="5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2"/>
        <p:cNvGrpSpPr/>
        <p:nvPr/>
      </p:nvGrpSpPr>
      <p:grpSpPr>
        <a:xfrm>
          <a:off x="0" y="0"/>
          <a:ext cx="0" cy="0"/>
          <a:chOff x="0" y="0"/>
          <a:chExt cx="0" cy="0"/>
        </a:xfrm>
      </p:grpSpPr>
      <p:sp>
        <p:nvSpPr>
          <p:cNvPr id="2143" name="Google Shape;2143;p54"/>
          <p:cNvSpPr txBox="1">
            <a:spLocks noGrp="1"/>
          </p:cNvSpPr>
          <p:nvPr>
            <p:ph type="title"/>
          </p:nvPr>
        </p:nvSpPr>
        <p:spPr>
          <a:xfrm>
            <a:off x="714575" y="461300"/>
            <a:ext cx="5943000" cy="138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DO YOU KNOW ABOUT THE ENVIRONMENT?</a:t>
            </a:r>
            <a:endParaRPr/>
          </a:p>
        </p:txBody>
      </p:sp>
      <p:sp>
        <p:nvSpPr>
          <p:cNvPr id="2144" name="Google Shape;2144;p54"/>
          <p:cNvSpPr txBox="1">
            <a:spLocks noGrp="1"/>
          </p:cNvSpPr>
          <p:nvPr>
            <p:ph type="body" idx="1"/>
          </p:nvPr>
        </p:nvSpPr>
        <p:spPr>
          <a:xfrm>
            <a:off x="1192350" y="1956500"/>
            <a:ext cx="3687600" cy="236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191919"/>
              </a:buClr>
              <a:buSzPts val="1100"/>
              <a:buFont typeface="Arial"/>
              <a:buNone/>
            </a:pPr>
            <a:r>
              <a:rPr lang="en"/>
              <a:t>Please list the concepts that come to your mind when talking about this topic</a:t>
            </a:r>
            <a:endParaRPr/>
          </a:p>
          <a:p>
            <a:pPr marL="0" lvl="0" indent="0" algn="l" rtl="0">
              <a:spcBef>
                <a:spcPts val="1000"/>
              </a:spcBef>
              <a:spcAft>
                <a:spcPts val="0"/>
              </a:spcAft>
              <a:buClr>
                <a:srgbClr val="191919"/>
              </a:buClr>
              <a:buSzPts val="1100"/>
              <a:buFont typeface="Arial"/>
              <a:buNone/>
            </a:pPr>
            <a:r>
              <a:rPr lang="en"/>
              <a:t>For example:</a:t>
            </a:r>
            <a:endParaRPr/>
          </a:p>
          <a:p>
            <a:pPr marL="457200" lvl="0" indent="-311150" algn="l" rtl="0">
              <a:spcBef>
                <a:spcPts val="1000"/>
              </a:spcBef>
              <a:spcAft>
                <a:spcPts val="0"/>
              </a:spcAft>
              <a:buClr>
                <a:schemeClr val="dk2"/>
              </a:buClr>
              <a:buSzPts val="1300"/>
              <a:buChar char="●"/>
            </a:pPr>
            <a:r>
              <a:rPr lang="en" b="1"/>
              <a:t>Habitat</a:t>
            </a:r>
            <a:endParaRPr b="1"/>
          </a:p>
          <a:p>
            <a:pPr marL="457200" lvl="0" indent="-311150" algn="l" rtl="0">
              <a:spcBef>
                <a:spcPts val="1000"/>
              </a:spcBef>
              <a:spcAft>
                <a:spcPts val="0"/>
              </a:spcAft>
              <a:buClr>
                <a:schemeClr val="dk2"/>
              </a:buClr>
              <a:buSzPts val="1300"/>
              <a:buChar char="●"/>
            </a:pPr>
            <a:r>
              <a:rPr lang="en" b="1"/>
              <a:t>?</a:t>
            </a:r>
            <a:endParaRPr b="1"/>
          </a:p>
          <a:p>
            <a:pPr marL="457200" lvl="0" indent="-311150" algn="l" rtl="0">
              <a:spcBef>
                <a:spcPts val="1000"/>
              </a:spcBef>
              <a:spcAft>
                <a:spcPts val="0"/>
              </a:spcAft>
              <a:buClr>
                <a:schemeClr val="dk2"/>
              </a:buClr>
              <a:buSzPts val="1300"/>
              <a:buChar char="●"/>
            </a:pPr>
            <a:r>
              <a:rPr lang="en" b="1"/>
              <a:t>?</a:t>
            </a:r>
            <a:endParaRPr b="1"/>
          </a:p>
          <a:p>
            <a:pPr marL="457200" lvl="0" indent="-311150" algn="l" rtl="0">
              <a:spcBef>
                <a:spcPts val="1000"/>
              </a:spcBef>
              <a:spcAft>
                <a:spcPts val="1000"/>
              </a:spcAft>
              <a:buClr>
                <a:schemeClr val="dk2"/>
              </a:buClr>
              <a:buSzPts val="1300"/>
              <a:buChar char="●"/>
            </a:pPr>
            <a:r>
              <a:rPr lang="en" b="1"/>
              <a:t>?</a:t>
            </a:r>
            <a:endParaRPr b="1"/>
          </a:p>
        </p:txBody>
      </p:sp>
      <p:grpSp>
        <p:nvGrpSpPr>
          <p:cNvPr id="2145" name="Google Shape;2145;p54"/>
          <p:cNvGrpSpPr/>
          <p:nvPr/>
        </p:nvGrpSpPr>
        <p:grpSpPr>
          <a:xfrm>
            <a:off x="5196211" y="1420933"/>
            <a:ext cx="3081652" cy="2990493"/>
            <a:chOff x="5195444" y="1473022"/>
            <a:chExt cx="2974281" cy="2886298"/>
          </a:xfrm>
        </p:grpSpPr>
        <p:sp>
          <p:nvSpPr>
            <p:cNvPr id="2146" name="Google Shape;2146;p54"/>
            <p:cNvSpPr/>
            <p:nvPr/>
          </p:nvSpPr>
          <p:spPr>
            <a:xfrm>
              <a:off x="5195462" y="1675445"/>
              <a:ext cx="2945469" cy="2683874"/>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54"/>
            <p:cNvSpPr/>
            <p:nvPr/>
          </p:nvSpPr>
          <p:spPr>
            <a:xfrm>
              <a:off x="5840188" y="1710714"/>
              <a:ext cx="2250855" cy="2574067"/>
            </a:xfrm>
            <a:custGeom>
              <a:avLst/>
              <a:gdLst/>
              <a:ahLst/>
              <a:cxnLst/>
              <a:rect l="l" t="t" r="r" b="b"/>
              <a:pathLst>
                <a:path w="72433" h="82834" extrusionOk="0">
                  <a:moveTo>
                    <a:pt x="34750" y="3351"/>
                  </a:moveTo>
                  <a:cubicBezTo>
                    <a:pt x="34944" y="3351"/>
                    <a:pt x="35123" y="3413"/>
                    <a:pt x="35263" y="3600"/>
                  </a:cubicBezTo>
                  <a:cubicBezTo>
                    <a:pt x="35576" y="4017"/>
                    <a:pt x="35248" y="4464"/>
                    <a:pt x="35024" y="4851"/>
                  </a:cubicBezTo>
                  <a:cubicBezTo>
                    <a:pt x="34801" y="5194"/>
                    <a:pt x="34563" y="5521"/>
                    <a:pt x="34280" y="5819"/>
                  </a:cubicBezTo>
                  <a:cubicBezTo>
                    <a:pt x="33877" y="6266"/>
                    <a:pt x="33460" y="6698"/>
                    <a:pt x="33088" y="7160"/>
                  </a:cubicBezTo>
                  <a:cubicBezTo>
                    <a:pt x="32000" y="8501"/>
                    <a:pt x="31956" y="9752"/>
                    <a:pt x="33058" y="11048"/>
                  </a:cubicBezTo>
                  <a:cubicBezTo>
                    <a:pt x="34533" y="12806"/>
                    <a:pt x="34533" y="14654"/>
                    <a:pt x="33564" y="16590"/>
                  </a:cubicBezTo>
                  <a:cubicBezTo>
                    <a:pt x="33132" y="17424"/>
                    <a:pt x="32626" y="18214"/>
                    <a:pt x="32045" y="18944"/>
                  </a:cubicBezTo>
                  <a:cubicBezTo>
                    <a:pt x="30376" y="21089"/>
                    <a:pt x="28618" y="23160"/>
                    <a:pt x="27039" y="25395"/>
                  </a:cubicBezTo>
                  <a:cubicBezTo>
                    <a:pt x="26607" y="25976"/>
                    <a:pt x="26116" y="26512"/>
                    <a:pt x="25594" y="26989"/>
                  </a:cubicBezTo>
                  <a:cubicBezTo>
                    <a:pt x="25460" y="27123"/>
                    <a:pt x="25296" y="27242"/>
                    <a:pt x="25132" y="27331"/>
                  </a:cubicBezTo>
                  <a:cubicBezTo>
                    <a:pt x="24922" y="27436"/>
                    <a:pt x="24710" y="27486"/>
                    <a:pt x="24509" y="27486"/>
                  </a:cubicBezTo>
                  <a:cubicBezTo>
                    <a:pt x="23911" y="27486"/>
                    <a:pt x="23408" y="27050"/>
                    <a:pt x="23330" y="26348"/>
                  </a:cubicBezTo>
                  <a:cubicBezTo>
                    <a:pt x="23315" y="26214"/>
                    <a:pt x="23315" y="26065"/>
                    <a:pt x="23315" y="25916"/>
                  </a:cubicBezTo>
                  <a:cubicBezTo>
                    <a:pt x="23330" y="25201"/>
                    <a:pt x="23509" y="24501"/>
                    <a:pt x="23851" y="23860"/>
                  </a:cubicBezTo>
                  <a:cubicBezTo>
                    <a:pt x="24358" y="22862"/>
                    <a:pt x="24924" y="21894"/>
                    <a:pt x="25564" y="20955"/>
                  </a:cubicBezTo>
                  <a:cubicBezTo>
                    <a:pt x="26041" y="20270"/>
                    <a:pt x="26458" y="19540"/>
                    <a:pt x="26816" y="18795"/>
                  </a:cubicBezTo>
                  <a:cubicBezTo>
                    <a:pt x="27427" y="17469"/>
                    <a:pt x="27665" y="16113"/>
                    <a:pt x="27248" y="14668"/>
                  </a:cubicBezTo>
                  <a:cubicBezTo>
                    <a:pt x="27114" y="14207"/>
                    <a:pt x="27024" y="13745"/>
                    <a:pt x="26905" y="13283"/>
                  </a:cubicBezTo>
                  <a:cubicBezTo>
                    <a:pt x="26592" y="11987"/>
                    <a:pt x="26846" y="10616"/>
                    <a:pt x="27591" y="9514"/>
                  </a:cubicBezTo>
                  <a:cubicBezTo>
                    <a:pt x="28514" y="8128"/>
                    <a:pt x="29587" y="6877"/>
                    <a:pt x="30808" y="5760"/>
                  </a:cubicBezTo>
                  <a:cubicBezTo>
                    <a:pt x="31181" y="5417"/>
                    <a:pt x="31553" y="5074"/>
                    <a:pt x="31926" y="4747"/>
                  </a:cubicBezTo>
                  <a:cubicBezTo>
                    <a:pt x="32522" y="4181"/>
                    <a:pt x="33222" y="3749"/>
                    <a:pt x="34011" y="3510"/>
                  </a:cubicBezTo>
                  <a:cubicBezTo>
                    <a:pt x="34250" y="3444"/>
                    <a:pt x="34511" y="3351"/>
                    <a:pt x="34750" y="3351"/>
                  </a:cubicBezTo>
                  <a:close/>
                  <a:moveTo>
                    <a:pt x="68349" y="13989"/>
                  </a:moveTo>
                  <a:cubicBezTo>
                    <a:pt x="68533" y="13989"/>
                    <a:pt x="68723" y="14030"/>
                    <a:pt x="68916" y="14117"/>
                  </a:cubicBezTo>
                  <a:cubicBezTo>
                    <a:pt x="69557" y="14385"/>
                    <a:pt x="69736" y="14951"/>
                    <a:pt x="69706" y="15607"/>
                  </a:cubicBezTo>
                  <a:cubicBezTo>
                    <a:pt x="69691" y="16128"/>
                    <a:pt x="69542" y="16650"/>
                    <a:pt x="69274" y="17097"/>
                  </a:cubicBezTo>
                  <a:cubicBezTo>
                    <a:pt x="68231" y="19108"/>
                    <a:pt x="66786" y="20866"/>
                    <a:pt x="65013" y="22266"/>
                  </a:cubicBezTo>
                  <a:cubicBezTo>
                    <a:pt x="64313" y="22788"/>
                    <a:pt x="63658" y="23398"/>
                    <a:pt x="63062" y="24054"/>
                  </a:cubicBezTo>
                  <a:cubicBezTo>
                    <a:pt x="62347" y="24933"/>
                    <a:pt x="61900" y="25991"/>
                    <a:pt x="61780" y="27123"/>
                  </a:cubicBezTo>
                  <a:cubicBezTo>
                    <a:pt x="61691" y="27853"/>
                    <a:pt x="61631" y="28598"/>
                    <a:pt x="61617" y="29328"/>
                  </a:cubicBezTo>
                  <a:cubicBezTo>
                    <a:pt x="61602" y="30117"/>
                    <a:pt x="61557" y="30907"/>
                    <a:pt x="61468" y="31696"/>
                  </a:cubicBezTo>
                  <a:cubicBezTo>
                    <a:pt x="61363" y="32665"/>
                    <a:pt x="61050" y="33618"/>
                    <a:pt x="60544" y="34467"/>
                  </a:cubicBezTo>
                  <a:cubicBezTo>
                    <a:pt x="59561" y="36106"/>
                    <a:pt x="58309" y="37581"/>
                    <a:pt x="56849" y="38817"/>
                  </a:cubicBezTo>
                  <a:cubicBezTo>
                    <a:pt x="56283" y="39294"/>
                    <a:pt x="55628" y="39666"/>
                    <a:pt x="54928" y="39920"/>
                  </a:cubicBezTo>
                  <a:cubicBezTo>
                    <a:pt x="54587" y="40035"/>
                    <a:pt x="54247" y="40112"/>
                    <a:pt x="53919" y="40112"/>
                  </a:cubicBezTo>
                  <a:cubicBezTo>
                    <a:pt x="53485" y="40112"/>
                    <a:pt x="53072" y="39978"/>
                    <a:pt x="52708" y="39622"/>
                  </a:cubicBezTo>
                  <a:cubicBezTo>
                    <a:pt x="52023" y="38966"/>
                    <a:pt x="52097" y="38132"/>
                    <a:pt x="52395" y="37342"/>
                  </a:cubicBezTo>
                  <a:cubicBezTo>
                    <a:pt x="52857" y="36121"/>
                    <a:pt x="53646" y="35093"/>
                    <a:pt x="54376" y="34020"/>
                  </a:cubicBezTo>
                  <a:cubicBezTo>
                    <a:pt x="54659" y="33603"/>
                    <a:pt x="54942" y="33201"/>
                    <a:pt x="55255" y="32799"/>
                  </a:cubicBezTo>
                  <a:cubicBezTo>
                    <a:pt x="56209" y="31607"/>
                    <a:pt x="56566" y="30221"/>
                    <a:pt x="56671" y="28732"/>
                  </a:cubicBezTo>
                  <a:cubicBezTo>
                    <a:pt x="56760" y="27644"/>
                    <a:pt x="56864" y="26542"/>
                    <a:pt x="56954" y="25454"/>
                  </a:cubicBezTo>
                  <a:cubicBezTo>
                    <a:pt x="57058" y="23979"/>
                    <a:pt x="57728" y="22817"/>
                    <a:pt x="58816" y="21864"/>
                  </a:cubicBezTo>
                  <a:cubicBezTo>
                    <a:pt x="59263" y="21462"/>
                    <a:pt x="59754" y="21104"/>
                    <a:pt x="60261" y="20776"/>
                  </a:cubicBezTo>
                  <a:cubicBezTo>
                    <a:pt x="61304" y="20076"/>
                    <a:pt x="62347" y="19331"/>
                    <a:pt x="63389" y="18631"/>
                  </a:cubicBezTo>
                  <a:cubicBezTo>
                    <a:pt x="64641" y="17812"/>
                    <a:pt x="65699" y="16739"/>
                    <a:pt x="66473" y="15473"/>
                  </a:cubicBezTo>
                  <a:cubicBezTo>
                    <a:pt x="66682" y="15130"/>
                    <a:pt x="66935" y="14802"/>
                    <a:pt x="67218" y="14519"/>
                  </a:cubicBezTo>
                  <a:cubicBezTo>
                    <a:pt x="67557" y="14190"/>
                    <a:pt x="67939" y="13989"/>
                    <a:pt x="68349" y="13989"/>
                  </a:cubicBezTo>
                  <a:close/>
                  <a:moveTo>
                    <a:pt x="36926" y="0"/>
                  </a:moveTo>
                  <a:cubicBezTo>
                    <a:pt x="35352" y="0"/>
                    <a:pt x="33927" y="556"/>
                    <a:pt x="32566" y="1305"/>
                  </a:cubicBezTo>
                  <a:cubicBezTo>
                    <a:pt x="29974" y="2735"/>
                    <a:pt x="27889" y="4776"/>
                    <a:pt x="25982" y="7011"/>
                  </a:cubicBezTo>
                  <a:cubicBezTo>
                    <a:pt x="24566" y="8680"/>
                    <a:pt x="23896" y="10706"/>
                    <a:pt x="23449" y="12806"/>
                  </a:cubicBezTo>
                  <a:cubicBezTo>
                    <a:pt x="23121" y="14296"/>
                    <a:pt x="23002" y="15830"/>
                    <a:pt x="22868" y="17350"/>
                  </a:cubicBezTo>
                  <a:cubicBezTo>
                    <a:pt x="22659" y="19585"/>
                    <a:pt x="22004" y="21611"/>
                    <a:pt x="20544" y="23339"/>
                  </a:cubicBezTo>
                  <a:cubicBezTo>
                    <a:pt x="19784" y="24173"/>
                    <a:pt x="18950" y="24933"/>
                    <a:pt x="18026" y="25573"/>
                  </a:cubicBezTo>
                  <a:cubicBezTo>
                    <a:pt x="16969" y="26378"/>
                    <a:pt x="15926" y="27167"/>
                    <a:pt x="14883" y="27972"/>
                  </a:cubicBezTo>
                  <a:cubicBezTo>
                    <a:pt x="12887" y="29506"/>
                    <a:pt x="11710" y="31518"/>
                    <a:pt x="11471" y="34035"/>
                  </a:cubicBezTo>
                  <a:cubicBezTo>
                    <a:pt x="11337" y="35585"/>
                    <a:pt x="11248" y="37134"/>
                    <a:pt x="11218" y="38698"/>
                  </a:cubicBezTo>
                  <a:cubicBezTo>
                    <a:pt x="11203" y="40665"/>
                    <a:pt x="10741" y="42601"/>
                    <a:pt x="9848" y="44359"/>
                  </a:cubicBezTo>
                  <a:cubicBezTo>
                    <a:pt x="8984" y="46087"/>
                    <a:pt x="7807" y="47592"/>
                    <a:pt x="6615" y="49097"/>
                  </a:cubicBezTo>
                  <a:cubicBezTo>
                    <a:pt x="4291" y="52046"/>
                    <a:pt x="2265" y="55160"/>
                    <a:pt x="998" y="58720"/>
                  </a:cubicBezTo>
                  <a:cubicBezTo>
                    <a:pt x="507" y="60136"/>
                    <a:pt x="45" y="61536"/>
                    <a:pt x="15" y="63041"/>
                  </a:cubicBezTo>
                  <a:cubicBezTo>
                    <a:pt x="15" y="63205"/>
                    <a:pt x="0" y="63383"/>
                    <a:pt x="30" y="63562"/>
                  </a:cubicBezTo>
                  <a:cubicBezTo>
                    <a:pt x="105" y="65231"/>
                    <a:pt x="879" y="66422"/>
                    <a:pt x="2458" y="67033"/>
                  </a:cubicBezTo>
                  <a:cubicBezTo>
                    <a:pt x="3233" y="67331"/>
                    <a:pt x="4052" y="67525"/>
                    <a:pt x="4902" y="67599"/>
                  </a:cubicBezTo>
                  <a:cubicBezTo>
                    <a:pt x="6078" y="67718"/>
                    <a:pt x="7285" y="67793"/>
                    <a:pt x="8462" y="67972"/>
                  </a:cubicBezTo>
                  <a:cubicBezTo>
                    <a:pt x="10160" y="68225"/>
                    <a:pt x="11754" y="68806"/>
                    <a:pt x="13319" y="69461"/>
                  </a:cubicBezTo>
                  <a:cubicBezTo>
                    <a:pt x="14704" y="70013"/>
                    <a:pt x="15941" y="70862"/>
                    <a:pt x="16983" y="71934"/>
                  </a:cubicBezTo>
                  <a:cubicBezTo>
                    <a:pt x="17818" y="72813"/>
                    <a:pt x="18637" y="73737"/>
                    <a:pt x="19456" y="74631"/>
                  </a:cubicBezTo>
                  <a:cubicBezTo>
                    <a:pt x="20499" y="75778"/>
                    <a:pt x="21691" y="76791"/>
                    <a:pt x="22987" y="77655"/>
                  </a:cubicBezTo>
                  <a:cubicBezTo>
                    <a:pt x="24169" y="78410"/>
                    <a:pt x="25430" y="78837"/>
                    <a:pt x="26788" y="78837"/>
                  </a:cubicBezTo>
                  <a:cubicBezTo>
                    <a:pt x="27090" y="78837"/>
                    <a:pt x="27398" y="78816"/>
                    <a:pt x="27710" y="78772"/>
                  </a:cubicBezTo>
                  <a:cubicBezTo>
                    <a:pt x="28514" y="78653"/>
                    <a:pt x="29334" y="78579"/>
                    <a:pt x="30123" y="78430"/>
                  </a:cubicBezTo>
                  <a:cubicBezTo>
                    <a:pt x="30682" y="78316"/>
                    <a:pt x="31246" y="78260"/>
                    <a:pt x="31806" y="78260"/>
                  </a:cubicBezTo>
                  <a:cubicBezTo>
                    <a:pt x="33588" y="78260"/>
                    <a:pt x="35335" y="78828"/>
                    <a:pt x="36797" y="79905"/>
                  </a:cubicBezTo>
                  <a:cubicBezTo>
                    <a:pt x="37691" y="80530"/>
                    <a:pt x="38600" y="81156"/>
                    <a:pt x="39509" y="81767"/>
                  </a:cubicBezTo>
                  <a:cubicBezTo>
                    <a:pt x="40149" y="82199"/>
                    <a:pt x="40849" y="82527"/>
                    <a:pt x="41594" y="82705"/>
                  </a:cubicBezTo>
                  <a:cubicBezTo>
                    <a:pt x="41948" y="82792"/>
                    <a:pt x="42303" y="82834"/>
                    <a:pt x="42653" y="82834"/>
                  </a:cubicBezTo>
                  <a:cubicBezTo>
                    <a:pt x="44589" y="82834"/>
                    <a:pt x="46360" y="81560"/>
                    <a:pt x="46764" y="79592"/>
                  </a:cubicBezTo>
                  <a:cubicBezTo>
                    <a:pt x="46942" y="78743"/>
                    <a:pt x="47032" y="77879"/>
                    <a:pt x="47062" y="77029"/>
                  </a:cubicBezTo>
                  <a:cubicBezTo>
                    <a:pt x="47151" y="73946"/>
                    <a:pt x="48224" y="71219"/>
                    <a:pt x="50131" y="68836"/>
                  </a:cubicBezTo>
                  <a:cubicBezTo>
                    <a:pt x="50935" y="67823"/>
                    <a:pt x="51754" y="66825"/>
                    <a:pt x="52574" y="65827"/>
                  </a:cubicBezTo>
                  <a:cubicBezTo>
                    <a:pt x="54034" y="64039"/>
                    <a:pt x="55032" y="61908"/>
                    <a:pt x="55449" y="59644"/>
                  </a:cubicBezTo>
                  <a:cubicBezTo>
                    <a:pt x="55792" y="57871"/>
                    <a:pt x="55956" y="56084"/>
                    <a:pt x="55956" y="54296"/>
                  </a:cubicBezTo>
                  <a:cubicBezTo>
                    <a:pt x="55941" y="52091"/>
                    <a:pt x="55956" y="49886"/>
                    <a:pt x="56253" y="47696"/>
                  </a:cubicBezTo>
                  <a:cubicBezTo>
                    <a:pt x="56581" y="45268"/>
                    <a:pt x="57475" y="43078"/>
                    <a:pt x="59129" y="41246"/>
                  </a:cubicBezTo>
                  <a:cubicBezTo>
                    <a:pt x="59680" y="40620"/>
                    <a:pt x="60276" y="40024"/>
                    <a:pt x="60887" y="39443"/>
                  </a:cubicBezTo>
                  <a:cubicBezTo>
                    <a:pt x="62287" y="38117"/>
                    <a:pt x="63136" y="36493"/>
                    <a:pt x="63613" y="34646"/>
                  </a:cubicBezTo>
                  <a:cubicBezTo>
                    <a:pt x="63955" y="33290"/>
                    <a:pt x="64194" y="31935"/>
                    <a:pt x="64417" y="30564"/>
                  </a:cubicBezTo>
                  <a:cubicBezTo>
                    <a:pt x="64775" y="28508"/>
                    <a:pt x="65564" y="26676"/>
                    <a:pt x="66980" y="25126"/>
                  </a:cubicBezTo>
                  <a:cubicBezTo>
                    <a:pt x="68171" y="23815"/>
                    <a:pt x="69170" y="22356"/>
                    <a:pt x="70153" y="20881"/>
                  </a:cubicBezTo>
                  <a:cubicBezTo>
                    <a:pt x="71017" y="19570"/>
                    <a:pt x="71762" y="18214"/>
                    <a:pt x="72104" y="16665"/>
                  </a:cubicBezTo>
                  <a:cubicBezTo>
                    <a:pt x="72432" y="15115"/>
                    <a:pt x="72268" y="13655"/>
                    <a:pt x="71285" y="12374"/>
                  </a:cubicBezTo>
                  <a:cubicBezTo>
                    <a:pt x="70508" y="11365"/>
                    <a:pt x="69530" y="10780"/>
                    <a:pt x="68284" y="10780"/>
                  </a:cubicBezTo>
                  <a:cubicBezTo>
                    <a:pt x="68170" y="10780"/>
                    <a:pt x="68053" y="10785"/>
                    <a:pt x="67933" y="10795"/>
                  </a:cubicBezTo>
                  <a:cubicBezTo>
                    <a:pt x="66965" y="10870"/>
                    <a:pt x="66160" y="11346"/>
                    <a:pt x="65445" y="11972"/>
                  </a:cubicBezTo>
                  <a:cubicBezTo>
                    <a:pt x="64864" y="12508"/>
                    <a:pt x="64343" y="13104"/>
                    <a:pt x="63896" y="13760"/>
                  </a:cubicBezTo>
                  <a:cubicBezTo>
                    <a:pt x="62659" y="15503"/>
                    <a:pt x="61125" y="17007"/>
                    <a:pt x="59352" y="18199"/>
                  </a:cubicBezTo>
                  <a:cubicBezTo>
                    <a:pt x="58056" y="19093"/>
                    <a:pt x="56775" y="20032"/>
                    <a:pt x="55672" y="21179"/>
                  </a:cubicBezTo>
                  <a:cubicBezTo>
                    <a:pt x="54153" y="22788"/>
                    <a:pt x="53140" y="24635"/>
                    <a:pt x="52827" y="26855"/>
                  </a:cubicBezTo>
                  <a:cubicBezTo>
                    <a:pt x="52648" y="28121"/>
                    <a:pt x="52589" y="29387"/>
                    <a:pt x="52455" y="30639"/>
                  </a:cubicBezTo>
                  <a:cubicBezTo>
                    <a:pt x="52246" y="32694"/>
                    <a:pt x="51412" y="34646"/>
                    <a:pt x="50071" y="36225"/>
                  </a:cubicBezTo>
                  <a:cubicBezTo>
                    <a:pt x="49157" y="37325"/>
                    <a:pt x="47984" y="37906"/>
                    <a:pt x="46593" y="37906"/>
                  </a:cubicBezTo>
                  <a:cubicBezTo>
                    <a:pt x="46420" y="37906"/>
                    <a:pt x="46243" y="37897"/>
                    <a:pt x="46064" y="37879"/>
                  </a:cubicBezTo>
                  <a:cubicBezTo>
                    <a:pt x="45527" y="37804"/>
                    <a:pt x="44976" y="37685"/>
                    <a:pt x="44455" y="37536"/>
                  </a:cubicBezTo>
                  <a:cubicBezTo>
                    <a:pt x="41147" y="36717"/>
                    <a:pt x="38123" y="35242"/>
                    <a:pt x="35159" y="33618"/>
                  </a:cubicBezTo>
                  <a:cubicBezTo>
                    <a:pt x="34011" y="33007"/>
                    <a:pt x="32969" y="32247"/>
                    <a:pt x="32030" y="31369"/>
                  </a:cubicBezTo>
                  <a:cubicBezTo>
                    <a:pt x="31091" y="30504"/>
                    <a:pt x="30600" y="29283"/>
                    <a:pt x="30659" y="28017"/>
                  </a:cubicBezTo>
                  <a:cubicBezTo>
                    <a:pt x="30734" y="26542"/>
                    <a:pt x="31196" y="25126"/>
                    <a:pt x="32000" y="23905"/>
                  </a:cubicBezTo>
                  <a:cubicBezTo>
                    <a:pt x="32730" y="22743"/>
                    <a:pt x="33520" y="21626"/>
                    <a:pt x="34369" y="20553"/>
                  </a:cubicBezTo>
                  <a:cubicBezTo>
                    <a:pt x="35218" y="19510"/>
                    <a:pt x="36082" y="18497"/>
                    <a:pt x="36887" y="17439"/>
                  </a:cubicBezTo>
                  <a:cubicBezTo>
                    <a:pt x="38093" y="15830"/>
                    <a:pt x="38391" y="13730"/>
                    <a:pt x="37140" y="11868"/>
                  </a:cubicBezTo>
                  <a:cubicBezTo>
                    <a:pt x="36842" y="11436"/>
                    <a:pt x="36559" y="10989"/>
                    <a:pt x="36276" y="10557"/>
                  </a:cubicBezTo>
                  <a:cubicBezTo>
                    <a:pt x="36097" y="10274"/>
                    <a:pt x="35918" y="9991"/>
                    <a:pt x="35754" y="9693"/>
                  </a:cubicBezTo>
                  <a:cubicBezTo>
                    <a:pt x="35471" y="9171"/>
                    <a:pt x="35456" y="8560"/>
                    <a:pt x="35680" y="8024"/>
                  </a:cubicBezTo>
                  <a:cubicBezTo>
                    <a:pt x="35829" y="7667"/>
                    <a:pt x="36023" y="7339"/>
                    <a:pt x="36261" y="7041"/>
                  </a:cubicBezTo>
                  <a:cubicBezTo>
                    <a:pt x="36648" y="6519"/>
                    <a:pt x="37080" y="6043"/>
                    <a:pt x="37542" y="5581"/>
                  </a:cubicBezTo>
                  <a:cubicBezTo>
                    <a:pt x="38257" y="4806"/>
                    <a:pt x="38913" y="3987"/>
                    <a:pt x="39315" y="2989"/>
                  </a:cubicBezTo>
                  <a:cubicBezTo>
                    <a:pt x="39628" y="2199"/>
                    <a:pt x="39628" y="1425"/>
                    <a:pt x="39002" y="784"/>
                  </a:cubicBezTo>
                  <a:cubicBezTo>
                    <a:pt x="38555" y="307"/>
                    <a:pt x="37929" y="24"/>
                    <a:pt x="37274" y="9"/>
                  </a:cubicBezTo>
                  <a:cubicBezTo>
                    <a:pt x="37157" y="3"/>
                    <a:pt x="37041" y="0"/>
                    <a:pt x="369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54"/>
            <p:cNvSpPr/>
            <p:nvPr/>
          </p:nvSpPr>
          <p:spPr>
            <a:xfrm>
              <a:off x="7180390" y="3074560"/>
              <a:ext cx="389370" cy="949807"/>
            </a:xfrm>
            <a:custGeom>
              <a:avLst/>
              <a:gdLst/>
              <a:ahLst/>
              <a:cxnLst/>
              <a:rect l="l" t="t" r="r" b="b"/>
              <a:pathLst>
                <a:path w="12530" h="30565" extrusionOk="0">
                  <a:moveTo>
                    <a:pt x="11391" y="1"/>
                  </a:moveTo>
                  <a:cubicBezTo>
                    <a:pt x="11247" y="1"/>
                    <a:pt x="11102" y="32"/>
                    <a:pt x="10965" y="98"/>
                  </a:cubicBezTo>
                  <a:cubicBezTo>
                    <a:pt x="10623" y="262"/>
                    <a:pt x="10325" y="515"/>
                    <a:pt x="10116" y="858"/>
                  </a:cubicBezTo>
                  <a:cubicBezTo>
                    <a:pt x="8895" y="2556"/>
                    <a:pt x="8209" y="4582"/>
                    <a:pt x="8165" y="6682"/>
                  </a:cubicBezTo>
                  <a:cubicBezTo>
                    <a:pt x="8090" y="8366"/>
                    <a:pt x="8299" y="10019"/>
                    <a:pt x="8537" y="11673"/>
                  </a:cubicBezTo>
                  <a:cubicBezTo>
                    <a:pt x="8731" y="13193"/>
                    <a:pt x="8507" y="14623"/>
                    <a:pt x="7658" y="15934"/>
                  </a:cubicBezTo>
                  <a:cubicBezTo>
                    <a:pt x="6928" y="17081"/>
                    <a:pt x="6019" y="18064"/>
                    <a:pt x="5081" y="19018"/>
                  </a:cubicBezTo>
                  <a:cubicBezTo>
                    <a:pt x="3904" y="20269"/>
                    <a:pt x="2831" y="21625"/>
                    <a:pt x="1908" y="23085"/>
                  </a:cubicBezTo>
                  <a:cubicBezTo>
                    <a:pt x="731" y="24843"/>
                    <a:pt x="75" y="26898"/>
                    <a:pt x="1" y="29014"/>
                  </a:cubicBezTo>
                  <a:cubicBezTo>
                    <a:pt x="1" y="29088"/>
                    <a:pt x="1" y="29163"/>
                    <a:pt x="16" y="29222"/>
                  </a:cubicBezTo>
                  <a:cubicBezTo>
                    <a:pt x="45" y="29952"/>
                    <a:pt x="388" y="30444"/>
                    <a:pt x="895" y="30548"/>
                  </a:cubicBezTo>
                  <a:cubicBezTo>
                    <a:pt x="955" y="30559"/>
                    <a:pt x="1014" y="30564"/>
                    <a:pt x="1073" y="30564"/>
                  </a:cubicBezTo>
                  <a:cubicBezTo>
                    <a:pt x="1502" y="30564"/>
                    <a:pt x="1869" y="30273"/>
                    <a:pt x="2131" y="29669"/>
                  </a:cubicBezTo>
                  <a:cubicBezTo>
                    <a:pt x="2310" y="29237"/>
                    <a:pt x="2474" y="28775"/>
                    <a:pt x="2623" y="28329"/>
                  </a:cubicBezTo>
                  <a:cubicBezTo>
                    <a:pt x="3397" y="25826"/>
                    <a:pt x="4634" y="23576"/>
                    <a:pt x="6124" y="21446"/>
                  </a:cubicBezTo>
                  <a:cubicBezTo>
                    <a:pt x="7137" y="20016"/>
                    <a:pt x="8254" y="18675"/>
                    <a:pt x="9327" y="17304"/>
                  </a:cubicBezTo>
                  <a:cubicBezTo>
                    <a:pt x="10220" y="16202"/>
                    <a:pt x="10816" y="14876"/>
                    <a:pt x="11040" y="13476"/>
                  </a:cubicBezTo>
                  <a:cubicBezTo>
                    <a:pt x="11248" y="12299"/>
                    <a:pt x="11353" y="11107"/>
                    <a:pt x="11382" y="9915"/>
                  </a:cubicBezTo>
                  <a:cubicBezTo>
                    <a:pt x="11397" y="8366"/>
                    <a:pt x="11219" y="6817"/>
                    <a:pt x="11248" y="5252"/>
                  </a:cubicBezTo>
                  <a:cubicBezTo>
                    <a:pt x="11278" y="4001"/>
                    <a:pt x="11487" y="2839"/>
                    <a:pt x="12172" y="1766"/>
                  </a:cubicBezTo>
                  <a:cubicBezTo>
                    <a:pt x="12232" y="1677"/>
                    <a:pt x="12291" y="1558"/>
                    <a:pt x="12336" y="1453"/>
                  </a:cubicBezTo>
                  <a:cubicBezTo>
                    <a:pt x="12530" y="1081"/>
                    <a:pt x="12455" y="619"/>
                    <a:pt x="12157" y="336"/>
                  </a:cubicBezTo>
                  <a:cubicBezTo>
                    <a:pt x="11950" y="120"/>
                    <a:pt x="11672" y="1"/>
                    <a:pt x="113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54"/>
            <p:cNvSpPr/>
            <p:nvPr/>
          </p:nvSpPr>
          <p:spPr>
            <a:xfrm>
              <a:off x="7143736" y="4078404"/>
              <a:ext cx="86606" cy="141982"/>
            </a:xfrm>
            <a:custGeom>
              <a:avLst/>
              <a:gdLst/>
              <a:ahLst/>
              <a:cxnLst/>
              <a:rect l="l" t="t" r="r" b="b"/>
              <a:pathLst>
                <a:path w="2787" h="4569" extrusionOk="0">
                  <a:moveTo>
                    <a:pt x="1767" y="1"/>
                  </a:moveTo>
                  <a:cubicBezTo>
                    <a:pt x="1624" y="1"/>
                    <a:pt x="1471" y="31"/>
                    <a:pt x="1312" y="92"/>
                  </a:cubicBezTo>
                  <a:cubicBezTo>
                    <a:pt x="880" y="241"/>
                    <a:pt x="552" y="628"/>
                    <a:pt x="492" y="1090"/>
                  </a:cubicBezTo>
                  <a:cubicBezTo>
                    <a:pt x="388" y="1775"/>
                    <a:pt x="209" y="2430"/>
                    <a:pt x="60" y="3116"/>
                  </a:cubicBezTo>
                  <a:cubicBezTo>
                    <a:pt x="1" y="3369"/>
                    <a:pt x="1" y="3637"/>
                    <a:pt x="75" y="3890"/>
                  </a:cubicBezTo>
                  <a:cubicBezTo>
                    <a:pt x="191" y="4311"/>
                    <a:pt x="566" y="4568"/>
                    <a:pt x="960" y="4568"/>
                  </a:cubicBezTo>
                  <a:cubicBezTo>
                    <a:pt x="1124" y="4568"/>
                    <a:pt x="1292" y="4523"/>
                    <a:pt x="1446" y="4427"/>
                  </a:cubicBezTo>
                  <a:cubicBezTo>
                    <a:pt x="1654" y="4293"/>
                    <a:pt x="1818" y="4129"/>
                    <a:pt x="1952" y="3920"/>
                  </a:cubicBezTo>
                  <a:cubicBezTo>
                    <a:pt x="2429" y="3220"/>
                    <a:pt x="2712" y="2416"/>
                    <a:pt x="2757" y="1566"/>
                  </a:cubicBezTo>
                  <a:cubicBezTo>
                    <a:pt x="2787" y="1283"/>
                    <a:pt x="2742" y="1000"/>
                    <a:pt x="2667" y="732"/>
                  </a:cubicBezTo>
                  <a:cubicBezTo>
                    <a:pt x="2512" y="255"/>
                    <a:pt x="2183" y="1"/>
                    <a:pt x="17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54"/>
            <p:cNvSpPr/>
            <p:nvPr/>
          </p:nvSpPr>
          <p:spPr>
            <a:xfrm>
              <a:off x="6235058" y="2568350"/>
              <a:ext cx="209290" cy="215909"/>
            </a:xfrm>
            <a:custGeom>
              <a:avLst/>
              <a:gdLst/>
              <a:ahLst/>
              <a:cxnLst/>
              <a:rect l="l" t="t" r="r" b="b"/>
              <a:pathLst>
                <a:path w="6735" h="6948" extrusionOk="0">
                  <a:moveTo>
                    <a:pt x="5781" y="0"/>
                  </a:moveTo>
                  <a:cubicBezTo>
                    <a:pt x="5290" y="0"/>
                    <a:pt x="4828" y="135"/>
                    <a:pt x="4425" y="418"/>
                  </a:cubicBezTo>
                  <a:cubicBezTo>
                    <a:pt x="2563" y="1654"/>
                    <a:pt x="1222" y="3338"/>
                    <a:pt x="254" y="5349"/>
                  </a:cubicBezTo>
                  <a:cubicBezTo>
                    <a:pt x="165" y="5542"/>
                    <a:pt x="105" y="5736"/>
                    <a:pt x="75" y="5959"/>
                  </a:cubicBezTo>
                  <a:cubicBezTo>
                    <a:pt x="1" y="6302"/>
                    <a:pt x="150" y="6645"/>
                    <a:pt x="448" y="6824"/>
                  </a:cubicBezTo>
                  <a:cubicBezTo>
                    <a:pt x="585" y="6906"/>
                    <a:pt x="739" y="6947"/>
                    <a:pt x="892" y="6947"/>
                  </a:cubicBezTo>
                  <a:cubicBezTo>
                    <a:pt x="1071" y="6947"/>
                    <a:pt x="1249" y="6891"/>
                    <a:pt x="1401" y="6779"/>
                  </a:cubicBezTo>
                  <a:cubicBezTo>
                    <a:pt x="1610" y="6630"/>
                    <a:pt x="1803" y="6436"/>
                    <a:pt x="1952" y="6228"/>
                  </a:cubicBezTo>
                  <a:cubicBezTo>
                    <a:pt x="2742" y="5229"/>
                    <a:pt x="3621" y="4306"/>
                    <a:pt x="4589" y="3486"/>
                  </a:cubicBezTo>
                  <a:cubicBezTo>
                    <a:pt x="5215" y="2965"/>
                    <a:pt x="5796" y="2399"/>
                    <a:pt x="6332" y="1788"/>
                  </a:cubicBezTo>
                  <a:cubicBezTo>
                    <a:pt x="6571" y="1565"/>
                    <a:pt x="6705" y="1252"/>
                    <a:pt x="6735" y="924"/>
                  </a:cubicBezTo>
                  <a:cubicBezTo>
                    <a:pt x="6720" y="403"/>
                    <a:pt x="6303" y="0"/>
                    <a:pt x="578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54"/>
            <p:cNvSpPr/>
            <p:nvPr/>
          </p:nvSpPr>
          <p:spPr>
            <a:xfrm>
              <a:off x="6215636" y="2859677"/>
              <a:ext cx="66221" cy="98415"/>
            </a:xfrm>
            <a:custGeom>
              <a:avLst/>
              <a:gdLst/>
              <a:ahLst/>
              <a:cxnLst/>
              <a:rect l="l" t="t" r="r" b="b"/>
              <a:pathLst>
                <a:path w="2131" h="3167" extrusionOk="0">
                  <a:moveTo>
                    <a:pt x="1180" y="0"/>
                  </a:moveTo>
                  <a:cubicBezTo>
                    <a:pt x="859" y="0"/>
                    <a:pt x="571" y="194"/>
                    <a:pt x="388" y="562"/>
                  </a:cubicBezTo>
                  <a:cubicBezTo>
                    <a:pt x="134" y="1009"/>
                    <a:pt x="104" y="1516"/>
                    <a:pt x="30" y="1948"/>
                  </a:cubicBezTo>
                  <a:cubicBezTo>
                    <a:pt x="0" y="2618"/>
                    <a:pt x="224" y="3020"/>
                    <a:pt x="700" y="3139"/>
                  </a:cubicBezTo>
                  <a:cubicBezTo>
                    <a:pt x="770" y="3157"/>
                    <a:pt x="840" y="3166"/>
                    <a:pt x="909" y="3166"/>
                  </a:cubicBezTo>
                  <a:cubicBezTo>
                    <a:pt x="1296" y="3166"/>
                    <a:pt x="1658" y="2888"/>
                    <a:pt x="1847" y="2395"/>
                  </a:cubicBezTo>
                  <a:cubicBezTo>
                    <a:pt x="2041" y="1903"/>
                    <a:pt x="2131" y="1367"/>
                    <a:pt x="2071" y="845"/>
                  </a:cubicBezTo>
                  <a:cubicBezTo>
                    <a:pt x="2041" y="428"/>
                    <a:pt x="1728" y="85"/>
                    <a:pt x="1311" y="11"/>
                  </a:cubicBezTo>
                  <a:cubicBezTo>
                    <a:pt x="1267" y="4"/>
                    <a:pt x="1223" y="0"/>
                    <a:pt x="118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54"/>
            <p:cNvSpPr/>
            <p:nvPr/>
          </p:nvSpPr>
          <p:spPr>
            <a:xfrm>
              <a:off x="6160824" y="3714113"/>
              <a:ext cx="235828" cy="117153"/>
            </a:xfrm>
            <a:custGeom>
              <a:avLst/>
              <a:gdLst/>
              <a:ahLst/>
              <a:cxnLst/>
              <a:rect l="l" t="t" r="r" b="b"/>
              <a:pathLst>
                <a:path w="7589" h="3770" extrusionOk="0">
                  <a:moveTo>
                    <a:pt x="1669" y="1"/>
                  </a:moveTo>
                  <a:cubicBezTo>
                    <a:pt x="1550" y="1"/>
                    <a:pt x="1430" y="1"/>
                    <a:pt x="1296" y="16"/>
                  </a:cubicBezTo>
                  <a:cubicBezTo>
                    <a:pt x="551" y="31"/>
                    <a:pt x="119" y="343"/>
                    <a:pt x="60" y="850"/>
                  </a:cubicBezTo>
                  <a:cubicBezTo>
                    <a:pt x="0" y="1342"/>
                    <a:pt x="268" y="1699"/>
                    <a:pt x="983" y="1938"/>
                  </a:cubicBezTo>
                  <a:cubicBezTo>
                    <a:pt x="2324" y="2384"/>
                    <a:pt x="3635" y="2921"/>
                    <a:pt x="4946" y="3427"/>
                  </a:cubicBezTo>
                  <a:cubicBezTo>
                    <a:pt x="5274" y="3561"/>
                    <a:pt x="5617" y="3666"/>
                    <a:pt x="5974" y="3740"/>
                  </a:cubicBezTo>
                  <a:cubicBezTo>
                    <a:pt x="6060" y="3760"/>
                    <a:pt x="6143" y="3769"/>
                    <a:pt x="6223" y="3769"/>
                  </a:cubicBezTo>
                  <a:cubicBezTo>
                    <a:pt x="7056" y="3769"/>
                    <a:pt x="7589" y="2778"/>
                    <a:pt x="7032" y="2072"/>
                  </a:cubicBezTo>
                  <a:cubicBezTo>
                    <a:pt x="6749" y="1714"/>
                    <a:pt x="6391" y="1416"/>
                    <a:pt x="5989" y="1208"/>
                  </a:cubicBezTo>
                  <a:cubicBezTo>
                    <a:pt x="4648" y="463"/>
                    <a:pt x="3188" y="120"/>
                    <a:pt x="16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54"/>
            <p:cNvSpPr/>
            <p:nvPr/>
          </p:nvSpPr>
          <p:spPr>
            <a:xfrm>
              <a:off x="6417286" y="3840494"/>
              <a:ext cx="93536" cy="75947"/>
            </a:xfrm>
            <a:custGeom>
              <a:avLst/>
              <a:gdLst/>
              <a:ahLst/>
              <a:cxnLst/>
              <a:rect l="l" t="t" r="r" b="b"/>
              <a:pathLst>
                <a:path w="3010" h="2444" extrusionOk="0">
                  <a:moveTo>
                    <a:pt x="1091" y="1"/>
                  </a:moveTo>
                  <a:cubicBezTo>
                    <a:pt x="1085" y="1"/>
                    <a:pt x="1079" y="1"/>
                    <a:pt x="1073" y="1"/>
                  </a:cubicBezTo>
                  <a:cubicBezTo>
                    <a:pt x="403" y="1"/>
                    <a:pt x="0" y="746"/>
                    <a:pt x="388" y="1297"/>
                  </a:cubicBezTo>
                  <a:cubicBezTo>
                    <a:pt x="716" y="1848"/>
                    <a:pt x="1267" y="2250"/>
                    <a:pt x="1892" y="2414"/>
                  </a:cubicBezTo>
                  <a:cubicBezTo>
                    <a:pt x="1969" y="2434"/>
                    <a:pt x="2045" y="2444"/>
                    <a:pt x="2120" y="2444"/>
                  </a:cubicBezTo>
                  <a:cubicBezTo>
                    <a:pt x="2597" y="2444"/>
                    <a:pt x="3010" y="2053"/>
                    <a:pt x="3010" y="1550"/>
                  </a:cubicBezTo>
                  <a:cubicBezTo>
                    <a:pt x="2995" y="1461"/>
                    <a:pt x="2965" y="1357"/>
                    <a:pt x="2935" y="1267"/>
                  </a:cubicBezTo>
                  <a:cubicBezTo>
                    <a:pt x="2744" y="721"/>
                    <a:pt x="1676" y="1"/>
                    <a:pt x="10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54"/>
            <p:cNvSpPr/>
            <p:nvPr/>
          </p:nvSpPr>
          <p:spPr>
            <a:xfrm>
              <a:off x="6304977" y="2923536"/>
              <a:ext cx="982405" cy="895115"/>
            </a:xfrm>
            <a:custGeom>
              <a:avLst/>
              <a:gdLst/>
              <a:ahLst/>
              <a:cxnLst/>
              <a:rect l="l" t="t" r="r" b="b"/>
              <a:pathLst>
                <a:path w="31614" h="28805" extrusionOk="0">
                  <a:moveTo>
                    <a:pt x="15805" y="1"/>
                  </a:moveTo>
                  <a:cubicBezTo>
                    <a:pt x="12120" y="1"/>
                    <a:pt x="8432" y="1405"/>
                    <a:pt x="5617" y="4213"/>
                  </a:cubicBezTo>
                  <a:cubicBezTo>
                    <a:pt x="0" y="9844"/>
                    <a:pt x="0" y="18961"/>
                    <a:pt x="5617" y="24593"/>
                  </a:cubicBezTo>
                  <a:cubicBezTo>
                    <a:pt x="8432" y="27401"/>
                    <a:pt x="12120" y="28805"/>
                    <a:pt x="15805" y="28805"/>
                  </a:cubicBezTo>
                  <a:cubicBezTo>
                    <a:pt x="19490" y="28805"/>
                    <a:pt x="23174" y="27401"/>
                    <a:pt x="25982" y="24593"/>
                  </a:cubicBezTo>
                  <a:cubicBezTo>
                    <a:pt x="31613" y="18961"/>
                    <a:pt x="31613" y="9844"/>
                    <a:pt x="25982" y="4213"/>
                  </a:cubicBezTo>
                  <a:cubicBezTo>
                    <a:pt x="23174" y="1405"/>
                    <a:pt x="19490" y="1"/>
                    <a:pt x="15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54"/>
            <p:cNvSpPr/>
            <p:nvPr/>
          </p:nvSpPr>
          <p:spPr>
            <a:xfrm>
              <a:off x="6475796" y="3350474"/>
              <a:ext cx="466684" cy="295244"/>
            </a:xfrm>
            <a:custGeom>
              <a:avLst/>
              <a:gdLst/>
              <a:ahLst/>
              <a:cxnLst/>
              <a:rect l="l" t="t" r="r" b="b"/>
              <a:pathLst>
                <a:path w="15018" h="9501" extrusionOk="0">
                  <a:moveTo>
                    <a:pt x="6361" y="0"/>
                  </a:moveTo>
                  <a:cubicBezTo>
                    <a:pt x="6086" y="0"/>
                    <a:pt x="5808" y="13"/>
                    <a:pt x="5528" y="38"/>
                  </a:cubicBezTo>
                  <a:cubicBezTo>
                    <a:pt x="3725" y="217"/>
                    <a:pt x="1997" y="902"/>
                    <a:pt x="567" y="2019"/>
                  </a:cubicBezTo>
                  <a:cubicBezTo>
                    <a:pt x="433" y="2124"/>
                    <a:pt x="328" y="2243"/>
                    <a:pt x="224" y="2377"/>
                  </a:cubicBezTo>
                  <a:cubicBezTo>
                    <a:pt x="1" y="2645"/>
                    <a:pt x="1" y="3032"/>
                    <a:pt x="224" y="3286"/>
                  </a:cubicBezTo>
                  <a:cubicBezTo>
                    <a:pt x="364" y="3495"/>
                    <a:pt x="591" y="3605"/>
                    <a:pt x="824" y="3605"/>
                  </a:cubicBezTo>
                  <a:cubicBezTo>
                    <a:pt x="938" y="3605"/>
                    <a:pt x="1054" y="3578"/>
                    <a:pt x="1163" y="3524"/>
                  </a:cubicBezTo>
                  <a:cubicBezTo>
                    <a:pt x="1371" y="3420"/>
                    <a:pt x="1565" y="3286"/>
                    <a:pt x="1744" y="3152"/>
                  </a:cubicBezTo>
                  <a:cubicBezTo>
                    <a:pt x="3132" y="2175"/>
                    <a:pt x="4635" y="1605"/>
                    <a:pt x="6323" y="1605"/>
                  </a:cubicBezTo>
                  <a:cubicBezTo>
                    <a:pt x="6464" y="1605"/>
                    <a:pt x="6606" y="1609"/>
                    <a:pt x="6749" y="1617"/>
                  </a:cubicBezTo>
                  <a:cubicBezTo>
                    <a:pt x="8805" y="1692"/>
                    <a:pt x="10697" y="2690"/>
                    <a:pt x="11934" y="4329"/>
                  </a:cubicBezTo>
                  <a:cubicBezTo>
                    <a:pt x="12738" y="5386"/>
                    <a:pt x="13230" y="6667"/>
                    <a:pt x="13349" y="7993"/>
                  </a:cubicBezTo>
                  <a:cubicBezTo>
                    <a:pt x="13364" y="8276"/>
                    <a:pt x="13394" y="8574"/>
                    <a:pt x="13438" y="8857"/>
                  </a:cubicBezTo>
                  <a:cubicBezTo>
                    <a:pt x="13509" y="9226"/>
                    <a:pt x="13823" y="9500"/>
                    <a:pt x="14187" y="9500"/>
                  </a:cubicBezTo>
                  <a:cubicBezTo>
                    <a:pt x="14205" y="9500"/>
                    <a:pt x="14224" y="9499"/>
                    <a:pt x="14243" y="9498"/>
                  </a:cubicBezTo>
                  <a:cubicBezTo>
                    <a:pt x="14615" y="9468"/>
                    <a:pt x="14898" y="9200"/>
                    <a:pt x="14958" y="8828"/>
                  </a:cubicBezTo>
                  <a:cubicBezTo>
                    <a:pt x="15002" y="8634"/>
                    <a:pt x="15017" y="8425"/>
                    <a:pt x="15002" y="8217"/>
                  </a:cubicBezTo>
                  <a:cubicBezTo>
                    <a:pt x="14988" y="7755"/>
                    <a:pt x="14913" y="7308"/>
                    <a:pt x="14809" y="6861"/>
                  </a:cubicBezTo>
                  <a:cubicBezTo>
                    <a:pt x="13943" y="2770"/>
                    <a:pt x="10473" y="0"/>
                    <a:pt x="6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54"/>
            <p:cNvSpPr/>
            <p:nvPr/>
          </p:nvSpPr>
          <p:spPr>
            <a:xfrm>
              <a:off x="6960038" y="3248113"/>
              <a:ext cx="156960" cy="147544"/>
            </a:xfrm>
            <a:custGeom>
              <a:avLst/>
              <a:gdLst/>
              <a:ahLst/>
              <a:cxnLst/>
              <a:rect l="l" t="t" r="r" b="b"/>
              <a:pathLst>
                <a:path w="5051" h="4748" extrusionOk="0">
                  <a:moveTo>
                    <a:pt x="2022" y="0"/>
                  </a:moveTo>
                  <a:cubicBezTo>
                    <a:pt x="1651" y="0"/>
                    <a:pt x="1279" y="328"/>
                    <a:pt x="1446" y="799"/>
                  </a:cubicBezTo>
                  <a:lnTo>
                    <a:pt x="1848" y="2006"/>
                  </a:lnTo>
                  <a:lnTo>
                    <a:pt x="641" y="2408"/>
                  </a:lnTo>
                  <a:cubicBezTo>
                    <a:pt x="0" y="2632"/>
                    <a:pt x="164" y="3570"/>
                    <a:pt x="850" y="3570"/>
                  </a:cubicBezTo>
                  <a:cubicBezTo>
                    <a:pt x="909" y="3570"/>
                    <a:pt x="969" y="3570"/>
                    <a:pt x="1028" y="3541"/>
                  </a:cubicBezTo>
                  <a:lnTo>
                    <a:pt x="2235" y="3138"/>
                  </a:lnTo>
                  <a:lnTo>
                    <a:pt x="2637" y="4345"/>
                  </a:lnTo>
                  <a:cubicBezTo>
                    <a:pt x="2727" y="4583"/>
                    <a:pt x="2950" y="4747"/>
                    <a:pt x="3218" y="4747"/>
                  </a:cubicBezTo>
                  <a:cubicBezTo>
                    <a:pt x="3278" y="4747"/>
                    <a:pt x="3338" y="4732"/>
                    <a:pt x="3397" y="4718"/>
                  </a:cubicBezTo>
                  <a:cubicBezTo>
                    <a:pt x="3710" y="4598"/>
                    <a:pt x="3874" y="4271"/>
                    <a:pt x="3770" y="3958"/>
                  </a:cubicBezTo>
                  <a:lnTo>
                    <a:pt x="3367" y="2751"/>
                  </a:lnTo>
                  <a:lnTo>
                    <a:pt x="4574" y="2349"/>
                  </a:lnTo>
                  <a:cubicBezTo>
                    <a:pt x="4887" y="2230"/>
                    <a:pt x="5051" y="1902"/>
                    <a:pt x="4946" y="1589"/>
                  </a:cubicBezTo>
                  <a:cubicBezTo>
                    <a:pt x="4865" y="1334"/>
                    <a:pt x="4639" y="1178"/>
                    <a:pt x="4395" y="1178"/>
                  </a:cubicBezTo>
                  <a:cubicBezTo>
                    <a:pt x="4326" y="1178"/>
                    <a:pt x="4256" y="1190"/>
                    <a:pt x="4187" y="1217"/>
                  </a:cubicBezTo>
                  <a:lnTo>
                    <a:pt x="2980" y="1619"/>
                  </a:lnTo>
                  <a:lnTo>
                    <a:pt x="2578" y="412"/>
                  </a:lnTo>
                  <a:cubicBezTo>
                    <a:pt x="2476" y="124"/>
                    <a:pt x="2249" y="0"/>
                    <a:pt x="20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54"/>
            <p:cNvSpPr/>
            <p:nvPr/>
          </p:nvSpPr>
          <p:spPr>
            <a:xfrm>
              <a:off x="6577225" y="3099296"/>
              <a:ext cx="158327" cy="147762"/>
            </a:xfrm>
            <a:custGeom>
              <a:avLst/>
              <a:gdLst/>
              <a:ahLst/>
              <a:cxnLst/>
              <a:rect l="l" t="t" r="r" b="b"/>
              <a:pathLst>
                <a:path w="5095" h="4755" extrusionOk="0">
                  <a:moveTo>
                    <a:pt x="2065" y="1"/>
                  </a:moveTo>
                  <a:cubicBezTo>
                    <a:pt x="1692" y="1"/>
                    <a:pt x="1308" y="335"/>
                    <a:pt x="1474" y="806"/>
                  </a:cubicBezTo>
                  <a:lnTo>
                    <a:pt x="1891" y="2013"/>
                  </a:lnTo>
                  <a:lnTo>
                    <a:pt x="684" y="2415"/>
                  </a:lnTo>
                  <a:cubicBezTo>
                    <a:pt x="0" y="2643"/>
                    <a:pt x="246" y="3584"/>
                    <a:pt x="857" y="3584"/>
                  </a:cubicBezTo>
                  <a:cubicBezTo>
                    <a:pt x="924" y="3584"/>
                    <a:pt x="996" y="3573"/>
                    <a:pt x="1072" y="3548"/>
                  </a:cubicBezTo>
                  <a:lnTo>
                    <a:pt x="2279" y="3145"/>
                  </a:lnTo>
                  <a:lnTo>
                    <a:pt x="2681" y="4337"/>
                  </a:lnTo>
                  <a:cubicBezTo>
                    <a:pt x="2755" y="4590"/>
                    <a:pt x="2994" y="4754"/>
                    <a:pt x="3247" y="4754"/>
                  </a:cubicBezTo>
                  <a:cubicBezTo>
                    <a:pt x="3321" y="4754"/>
                    <a:pt x="3381" y="4739"/>
                    <a:pt x="3441" y="4710"/>
                  </a:cubicBezTo>
                  <a:cubicBezTo>
                    <a:pt x="3753" y="4605"/>
                    <a:pt x="3917" y="4263"/>
                    <a:pt x="3813" y="3950"/>
                  </a:cubicBezTo>
                  <a:lnTo>
                    <a:pt x="3396" y="2758"/>
                  </a:lnTo>
                  <a:lnTo>
                    <a:pt x="4603" y="2341"/>
                  </a:lnTo>
                  <a:cubicBezTo>
                    <a:pt x="4915" y="2237"/>
                    <a:pt x="5094" y="1894"/>
                    <a:pt x="4975" y="1581"/>
                  </a:cubicBezTo>
                  <a:cubicBezTo>
                    <a:pt x="4892" y="1332"/>
                    <a:pt x="4658" y="1177"/>
                    <a:pt x="4415" y="1177"/>
                  </a:cubicBezTo>
                  <a:cubicBezTo>
                    <a:pt x="4353" y="1177"/>
                    <a:pt x="4291" y="1187"/>
                    <a:pt x="4230" y="1209"/>
                  </a:cubicBezTo>
                  <a:lnTo>
                    <a:pt x="3023" y="1626"/>
                  </a:lnTo>
                  <a:lnTo>
                    <a:pt x="2606" y="419"/>
                  </a:lnTo>
                  <a:cubicBezTo>
                    <a:pt x="2516" y="125"/>
                    <a:pt x="2293" y="1"/>
                    <a:pt x="2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54"/>
            <p:cNvSpPr/>
            <p:nvPr/>
          </p:nvSpPr>
          <p:spPr>
            <a:xfrm>
              <a:off x="6294784" y="1473022"/>
              <a:ext cx="249097" cy="427343"/>
            </a:xfrm>
            <a:custGeom>
              <a:avLst/>
              <a:gdLst/>
              <a:ahLst/>
              <a:cxnLst/>
              <a:rect l="l" t="t" r="r" b="b"/>
              <a:pathLst>
                <a:path w="8016" h="13752" extrusionOk="0">
                  <a:moveTo>
                    <a:pt x="6764" y="5602"/>
                  </a:moveTo>
                  <a:cubicBezTo>
                    <a:pt x="6109" y="3353"/>
                    <a:pt x="5006" y="1312"/>
                    <a:pt x="3710" y="537"/>
                  </a:cubicBezTo>
                  <a:cubicBezTo>
                    <a:pt x="3233" y="269"/>
                    <a:pt x="2220" y="1"/>
                    <a:pt x="1431" y="403"/>
                  </a:cubicBezTo>
                  <a:cubicBezTo>
                    <a:pt x="1" y="1118"/>
                    <a:pt x="194" y="3383"/>
                    <a:pt x="1058" y="5290"/>
                  </a:cubicBezTo>
                  <a:cubicBezTo>
                    <a:pt x="2057" y="7584"/>
                    <a:pt x="4098" y="9759"/>
                    <a:pt x="5796" y="11785"/>
                  </a:cubicBezTo>
                  <a:cubicBezTo>
                    <a:pt x="6124" y="12172"/>
                    <a:pt x="7166" y="13751"/>
                    <a:pt x="7509" y="13677"/>
                  </a:cubicBezTo>
                  <a:cubicBezTo>
                    <a:pt x="8016" y="13573"/>
                    <a:pt x="7777" y="12470"/>
                    <a:pt x="7733" y="11830"/>
                  </a:cubicBezTo>
                  <a:cubicBezTo>
                    <a:pt x="7539" y="9729"/>
                    <a:pt x="7345" y="7643"/>
                    <a:pt x="6764" y="56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54"/>
            <p:cNvSpPr/>
            <p:nvPr/>
          </p:nvSpPr>
          <p:spPr>
            <a:xfrm>
              <a:off x="6106376" y="1667924"/>
              <a:ext cx="299097" cy="187538"/>
            </a:xfrm>
            <a:custGeom>
              <a:avLst/>
              <a:gdLst/>
              <a:ahLst/>
              <a:cxnLst/>
              <a:rect l="l" t="t" r="r" b="b"/>
              <a:pathLst>
                <a:path w="9625" h="6035" extrusionOk="0">
                  <a:moveTo>
                    <a:pt x="9431" y="5811"/>
                  </a:moveTo>
                  <a:cubicBezTo>
                    <a:pt x="9386" y="5677"/>
                    <a:pt x="9624" y="5587"/>
                    <a:pt x="9505" y="5409"/>
                  </a:cubicBezTo>
                  <a:cubicBezTo>
                    <a:pt x="8149" y="3114"/>
                    <a:pt x="4872" y="1"/>
                    <a:pt x="2205" y="641"/>
                  </a:cubicBezTo>
                  <a:cubicBezTo>
                    <a:pt x="0" y="1163"/>
                    <a:pt x="537" y="3278"/>
                    <a:pt x="1967" y="4098"/>
                  </a:cubicBezTo>
                  <a:cubicBezTo>
                    <a:pt x="3323" y="4887"/>
                    <a:pt x="5840" y="5230"/>
                    <a:pt x="7583" y="5587"/>
                  </a:cubicBezTo>
                  <a:cubicBezTo>
                    <a:pt x="8254" y="5736"/>
                    <a:pt x="8924" y="6034"/>
                    <a:pt x="9431" y="58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54"/>
            <p:cNvSpPr/>
            <p:nvPr/>
          </p:nvSpPr>
          <p:spPr>
            <a:xfrm>
              <a:off x="6931790" y="2421583"/>
              <a:ext cx="194933" cy="160223"/>
            </a:xfrm>
            <a:custGeom>
              <a:avLst/>
              <a:gdLst/>
              <a:ahLst/>
              <a:cxnLst/>
              <a:rect l="l" t="t" r="r" b="b"/>
              <a:pathLst>
                <a:path w="6273" h="5156" extrusionOk="0">
                  <a:moveTo>
                    <a:pt x="31" y="5081"/>
                  </a:moveTo>
                  <a:cubicBezTo>
                    <a:pt x="895" y="5155"/>
                    <a:pt x="1893" y="4485"/>
                    <a:pt x="2861" y="4008"/>
                  </a:cubicBezTo>
                  <a:cubicBezTo>
                    <a:pt x="3814" y="3547"/>
                    <a:pt x="4813" y="3070"/>
                    <a:pt x="5304" y="2459"/>
                  </a:cubicBezTo>
                  <a:cubicBezTo>
                    <a:pt x="6273" y="1267"/>
                    <a:pt x="5066" y="1"/>
                    <a:pt x="3502" y="746"/>
                  </a:cubicBezTo>
                  <a:cubicBezTo>
                    <a:pt x="2772" y="1088"/>
                    <a:pt x="2071" y="1953"/>
                    <a:pt x="1431" y="2712"/>
                  </a:cubicBezTo>
                  <a:cubicBezTo>
                    <a:pt x="790" y="3472"/>
                    <a:pt x="1" y="4321"/>
                    <a:pt x="31" y="508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54"/>
            <p:cNvSpPr/>
            <p:nvPr/>
          </p:nvSpPr>
          <p:spPr>
            <a:xfrm>
              <a:off x="7027626" y="2542900"/>
              <a:ext cx="328711" cy="156494"/>
            </a:xfrm>
            <a:custGeom>
              <a:avLst/>
              <a:gdLst/>
              <a:ahLst/>
              <a:cxnLst/>
              <a:rect l="l" t="t" r="r" b="b"/>
              <a:pathLst>
                <a:path w="10578" h="5036" extrusionOk="0">
                  <a:moveTo>
                    <a:pt x="60" y="2086"/>
                  </a:moveTo>
                  <a:cubicBezTo>
                    <a:pt x="164" y="2190"/>
                    <a:pt x="1" y="2384"/>
                    <a:pt x="194" y="2488"/>
                  </a:cubicBezTo>
                  <a:cubicBezTo>
                    <a:pt x="2488" y="3859"/>
                    <a:pt x="6824" y="5035"/>
                    <a:pt x="8879" y="3203"/>
                  </a:cubicBezTo>
                  <a:cubicBezTo>
                    <a:pt x="10578" y="1713"/>
                    <a:pt x="9088" y="104"/>
                    <a:pt x="7449" y="60"/>
                  </a:cubicBezTo>
                  <a:cubicBezTo>
                    <a:pt x="5885" y="0"/>
                    <a:pt x="3501" y="894"/>
                    <a:pt x="1788" y="1415"/>
                  </a:cubicBezTo>
                  <a:cubicBezTo>
                    <a:pt x="1148" y="1609"/>
                    <a:pt x="403" y="1654"/>
                    <a:pt x="60" y="208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54"/>
            <p:cNvSpPr/>
            <p:nvPr/>
          </p:nvSpPr>
          <p:spPr>
            <a:xfrm>
              <a:off x="7716496" y="3036369"/>
              <a:ext cx="453229" cy="181509"/>
            </a:xfrm>
            <a:custGeom>
              <a:avLst/>
              <a:gdLst/>
              <a:ahLst/>
              <a:cxnLst/>
              <a:rect l="l" t="t" r="r" b="b"/>
              <a:pathLst>
                <a:path w="14585" h="5841" extrusionOk="0">
                  <a:moveTo>
                    <a:pt x="8030" y="5781"/>
                  </a:moveTo>
                  <a:cubicBezTo>
                    <a:pt x="10369" y="5722"/>
                    <a:pt x="12618" y="5185"/>
                    <a:pt x="13691" y="4113"/>
                  </a:cubicBezTo>
                  <a:cubicBezTo>
                    <a:pt x="14063" y="3740"/>
                    <a:pt x="14585" y="2802"/>
                    <a:pt x="14406" y="1952"/>
                  </a:cubicBezTo>
                  <a:cubicBezTo>
                    <a:pt x="14063" y="388"/>
                    <a:pt x="11844" y="1"/>
                    <a:pt x="9758" y="343"/>
                  </a:cubicBezTo>
                  <a:cubicBezTo>
                    <a:pt x="7300" y="731"/>
                    <a:pt x="4663" y="2146"/>
                    <a:pt x="2279" y="3278"/>
                  </a:cubicBezTo>
                  <a:cubicBezTo>
                    <a:pt x="1818" y="3502"/>
                    <a:pt x="30" y="4113"/>
                    <a:pt x="15" y="4455"/>
                  </a:cubicBezTo>
                  <a:cubicBezTo>
                    <a:pt x="0" y="4977"/>
                    <a:pt x="1117" y="5036"/>
                    <a:pt x="1758" y="5140"/>
                  </a:cubicBezTo>
                  <a:cubicBezTo>
                    <a:pt x="3829" y="5498"/>
                    <a:pt x="5900" y="5841"/>
                    <a:pt x="8030" y="578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54"/>
            <p:cNvSpPr/>
            <p:nvPr/>
          </p:nvSpPr>
          <p:spPr>
            <a:xfrm>
              <a:off x="7817397" y="3243328"/>
              <a:ext cx="212988" cy="125481"/>
            </a:xfrm>
            <a:custGeom>
              <a:avLst/>
              <a:gdLst/>
              <a:ahLst/>
              <a:cxnLst/>
              <a:rect l="l" t="t" r="r" b="b"/>
              <a:pathLst>
                <a:path w="6854" h="4038" extrusionOk="0">
                  <a:moveTo>
                    <a:pt x="1" y="387"/>
                  </a:moveTo>
                  <a:cubicBezTo>
                    <a:pt x="343" y="1177"/>
                    <a:pt x="1401" y="1728"/>
                    <a:pt x="2280" y="2354"/>
                  </a:cubicBezTo>
                  <a:cubicBezTo>
                    <a:pt x="3159" y="2980"/>
                    <a:pt x="4053" y="3635"/>
                    <a:pt x="4813" y="3769"/>
                  </a:cubicBezTo>
                  <a:cubicBezTo>
                    <a:pt x="6317" y="4037"/>
                    <a:pt x="6854" y="2384"/>
                    <a:pt x="5453" y="1371"/>
                  </a:cubicBezTo>
                  <a:cubicBezTo>
                    <a:pt x="4798" y="894"/>
                    <a:pt x="3725" y="685"/>
                    <a:pt x="2742" y="492"/>
                  </a:cubicBezTo>
                  <a:cubicBezTo>
                    <a:pt x="1759" y="283"/>
                    <a:pt x="641" y="0"/>
                    <a:pt x="1" y="38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54"/>
            <p:cNvSpPr/>
            <p:nvPr/>
          </p:nvSpPr>
          <p:spPr>
            <a:xfrm>
              <a:off x="5957593" y="4009946"/>
              <a:ext cx="203262" cy="146767"/>
            </a:xfrm>
            <a:custGeom>
              <a:avLst/>
              <a:gdLst/>
              <a:ahLst/>
              <a:cxnLst/>
              <a:rect l="l" t="t" r="r" b="b"/>
              <a:pathLst>
                <a:path w="6541" h="4723" extrusionOk="0">
                  <a:moveTo>
                    <a:pt x="6540" y="164"/>
                  </a:moveTo>
                  <a:cubicBezTo>
                    <a:pt x="5691" y="0"/>
                    <a:pt x="4648" y="581"/>
                    <a:pt x="3635" y="954"/>
                  </a:cubicBezTo>
                  <a:cubicBezTo>
                    <a:pt x="2637" y="1341"/>
                    <a:pt x="1609" y="1728"/>
                    <a:pt x="1073" y="2280"/>
                  </a:cubicBezTo>
                  <a:cubicBezTo>
                    <a:pt x="0" y="3382"/>
                    <a:pt x="1088" y="4723"/>
                    <a:pt x="2712" y="4142"/>
                  </a:cubicBezTo>
                  <a:cubicBezTo>
                    <a:pt x="3456" y="3859"/>
                    <a:pt x="4231" y="3069"/>
                    <a:pt x="4946" y="2384"/>
                  </a:cubicBezTo>
                  <a:cubicBezTo>
                    <a:pt x="5661" y="1684"/>
                    <a:pt x="6510" y="909"/>
                    <a:pt x="6540" y="16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54"/>
            <p:cNvSpPr/>
            <p:nvPr/>
          </p:nvSpPr>
          <p:spPr>
            <a:xfrm>
              <a:off x="5195444" y="3063575"/>
              <a:ext cx="640363" cy="516622"/>
            </a:xfrm>
            <a:custGeom>
              <a:avLst/>
              <a:gdLst/>
              <a:ahLst/>
              <a:cxnLst/>
              <a:rect l="l" t="t" r="r" b="b"/>
              <a:pathLst>
                <a:path w="20607" h="16625" extrusionOk="0">
                  <a:moveTo>
                    <a:pt x="13680" y="1"/>
                  </a:moveTo>
                  <a:cubicBezTo>
                    <a:pt x="13039" y="1"/>
                    <a:pt x="12651" y="467"/>
                    <a:pt x="12589" y="1193"/>
                  </a:cubicBezTo>
                  <a:cubicBezTo>
                    <a:pt x="12559" y="1640"/>
                    <a:pt x="12559" y="1387"/>
                    <a:pt x="13215" y="5901"/>
                  </a:cubicBezTo>
                  <a:cubicBezTo>
                    <a:pt x="13121" y="5919"/>
                    <a:pt x="13027" y="5928"/>
                    <a:pt x="12929" y="5928"/>
                  </a:cubicBezTo>
                  <a:cubicBezTo>
                    <a:pt x="12249" y="5928"/>
                    <a:pt x="11321" y="5518"/>
                    <a:pt x="8120" y="5245"/>
                  </a:cubicBezTo>
                  <a:cubicBezTo>
                    <a:pt x="7941" y="5229"/>
                    <a:pt x="7774" y="5221"/>
                    <a:pt x="7620" y="5221"/>
                  </a:cubicBezTo>
                  <a:cubicBezTo>
                    <a:pt x="6204" y="5221"/>
                    <a:pt x="5803" y="5907"/>
                    <a:pt x="6273" y="7465"/>
                  </a:cubicBezTo>
                  <a:cubicBezTo>
                    <a:pt x="7330" y="11025"/>
                    <a:pt x="7450" y="10936"/>
                    <a:pt x="7375" y="11368"/>
                  </a:cubicBezTo>
                  <a:cubicBezTo>
                    <a:pt x="6898" y="11517"/>
                    <a:pt x="6362" y="11457"/>
                    <a:pt x="5856" y="11517"/>
                  </a:cubicBezTo>
                  <a:cubicBezTo>
                    <a:pt x="850" y="11994"/>
                    <a:pt x="1" y="11860"/>
                    <a:pt x="1520" y="15837"/>
                  </a:cubicBezTo>
                  <a:cubicBezTo>
                    <a:pt x="1723" y="16378"/>
                    <a:pt x="2111" y="16624"/>
                    <a:pt x="2475" y="16624"/>
                  </a:cubicBezTo>
                  <a:cubicBezTo>
                    <a:pt x="2995" y="16624"/>
                    <a:pt x="3468" y="16123"/>
                    <a:pt x="3293" y="15256"/>
                  </a:cubicBezTo>
                  <a:cubicBezTo>
                    <a:pt x="3189" y="14720"/>
                    <a:pt x="2742" y="14228"/>
                    <a:pt x="2995" y="13871"/>
                  </a:cubicBezTo>
                  <a:cubicBezTo>
                    <a:pt x="3308" y="13454"/>
                    <a:pt x="3964" y="13588"/>
                    <a:pt x="4485" y="13543"/>
                  </a:cubicBezTo>
                  <a:cubicBezTo>
                    <a:pt x="5543" y="13439"/>
                    <a:pt x="6585" y="13334"/>
                    <a:pt x="7643" y="13319"/>
                  </a:cubicBezTo>
                  <a:cubicBezTo>
                    <a:pt x="9550" y="13290"/>
                    <a:pt x="9878" y="12351"/>
                    <a:pt x="9327" y="10876"/>
                  </a:cubicBezTo>
                  <a:cubicBezTo>
                    <a:pt x="8910" y="9714"/>
                    <a:pt x="8582" y="8537"/>
                    <a:pt x="8165" y="7182"/>
                  </a:cubicBezTo>
                  <a:lnTo>
                    <a:pt x="8165" y="7182"/>
                  </a:lnTo>
                  <a:cubicBezTo>
                    <a:pt x="10562" y="7260"/>
                    <a:pt x="12660" y="7991"/>
                    <a:pt x="13926" y="7991"/>
                  </a:cubicBezTo>
                  <a:cubicBezTo>
                    <a:pt x="14831" y="7991"/>
                    <a:pt x="15309" y="7617"/>
                    <a:pt x="15166" y="6362"/>
                  </a:cubicBezTo>
                  <a:cubicBezTo>
                    <a:pt x="14764" y="2787"/>
                    <a:pt x="14571" y="2891"/>
                    <a:pt x="14854" y="2549"/>
                  </a:cubicBezTo>
                  <a:lnTo>
                    <a:pt x="14854" y="2549"/>
                  </a:lnTo>
                  <a:cubicBezTo>
                    <a:pt x="17327" y="3621"/>
                    <a:pt x="18310" y="4426"/>
                    <a:pt x="19010" y="4649"/>
                  </a:cubicBezTo>
                  <a:cubicBezTo>
                    <a:pt x="19135" y="4692"/>
                    <a:pt x="19254" y="4712"/>
                    <a:pt x="19366" y="4712"/>
                  </a:cubicBezTo>
                  <a:cubicBezTo>
                    <a:pt x="20188" y="4712"/>
                    <a:pt x="20607" y="3658"/>
                    <a:pt x="19859" y="3055"/>
                  </a:cubicBezTo>
                  <a:cubicBezTo>
                    <a:pt x="19591" y="2832"/>
                    <a:pt x="19546" y="2832"/>
                    <a:pt x="14660" y="284"/>
                  </a:cubicBezTo>
                  <a:cubicBezTo>
                    <a:pt x="14289" y="90"/>
                    <a:pt x="13960" y="1"/>
                    <a:pt x="136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6" name="Google Shape;2166;p54"/>
          <p:cNvGrpSpPr/>
          <p:nvPr/>
        </p:nvGrpSpPr>
        <p:grpSpPr>
          <a:xfrm rot="2996445">
            <a:off x="7418521" y="256459"/>
            <a:ext cx="740371" cy="757532"/>
            <a:chOff x="4391775" y="4244400"/>
            <a:chExt cx="715125" cy="731700"/>
          </a:xfrm>
        </p:grpSpPr>
        <p:sp>
          <p:nvSpPr>
            <p:cNvPr id="2167" name="Google Shape;2167;p54"/>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54"/>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54"/>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0" name="Google Shape;2170;p54"/>
          <p:cNvSpPr/>
          <p:nvPr/>
        </p:nvSpPr>
        <p:spPr>
          <a:xfrm>
            <a:off x="6828298" y="964017"/>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54"/>
          <p:cNvSpPr/>
          <p:nvPr/>
        </p:nvSpPr>
        <p:spPr>
          <a:xfrm>
            <a:off x="4016920" y="3590431"/>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54"/>
          <p:cNvSpPr/>
          <p:nvPr/>
        </p:nvSpPr>
        <p:spPr>
          <a:xfrm>
            <a:off x="5265378" y="142093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54"/>
          <p:cNvSpPr txBox="1"/>
          <p:nvPr/>
        </p:nvSpPr>
        <p:spPr>
          <a:xfrm>
            <a:off x="5196431" y="1690945"/>
            <a:ext cx="1094400" cy="117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chemeClr val="accent5"/>
                </a:solidFill>
                <a:latin typeface="Chewy"/>
                <a:ea typeface="Chewy"/>
                <a:cs typeface="Chewy"/>
                <a:sym typeface="Chewy"/>
              </a:rPr>
              <a:t>No plastic bag</a:t>
            </a:r>
            <a:endParaRPr sz="2600">
              <a:solidFill>
                <a:schemeClr val="accent5"/>
              </a:solidFill>
              <a:latin typeface="Chewy"/>
              <a:ea typeface="Chewy"/>
              <a:cs typeface="Chewy"/>
              <a:sym typeface="Chewy"/>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7"/>
        <p:cNvGrpSpPr/>
        <p:nvPr/>
      </p:nvGrpSpPr>
      <p:grpSpPr>
        <a:xfrm>
          <a:off x="0" y="0"/>
          <a:ext cx="0" cy="0"/>
          <a:chOff x="0" y="0"/>
          <a:chExt cx="0" cy="0"/>
        </a:xfrm>
      </p:grpSpPr>
      <p:sp>
        <p:nvSpPr>
          <p:cNvPr id="2178" name="Google Shape;2178;p55"/>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DESCRIBING CONCEPTS</a:t>
            </a:r>
            <a:endParaRPr/>
          </a:p>
        </p:txBody>
      </p:sp>
      <p:sp>
        <p:nvSpPr>
          <p:cNvPr id="2179" name="Google Shape;2179;p55"/>
          <p:cNvSpPr txBox="1">
            <a:spLocks noGrp="1"/>
          </p:cNvSpPr>
          <p:nvPr>
            <p:ph type="subTitle" idx="1"/>
          </p:nvPr>
        </p:nvSpPr>
        <p:spPr>
          <a:xfrm>
            <a:off x="714588" y="1916000"/>
            <a:ext cx="23784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700">
                <a:latin typeface="Chewy"/>
                <a:ea typeface="Chewy"/>
                <a:cs typeface="Chewy"/>
                <a:sym typeface="Chewy"/>
              </a:rPr>
              <a:t>Climate</a:t>
            </a:r>
            <a:endParaRPr/>
          </a:p>
        </p:txBody>
      </p:sp>
      <p:sp>
        <p:nvSpPr>
          <p:cNvPr id="2180" name="Google Shape;2180;p55"/>
          <p:cNvSpPr txBox="1">
            <a:spLocks noGrp="1"/>
          </p:cNvSpPr>
          <p:nvPr>
            <p:ph type="subTitle" idx="2"/>
          </p:nvPr>
        </p:nvSpPr>
        <p:spPr>
          <a:xfrm>
            <a:off x="714600" y="2353850"/>
            <a:ext cx="2378400" cy="73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Weather conditions in an area in general or over a long period</a:t>
            </a:r>
            <a:endParaRPr/>
          </a:p>
        </p:txBody>
      </p:sp>
      <p:sp>
        <p:nvSpPr>
          <p:cNvPr id="2181" name="Google Shape;2181;p55"/>
          <p:cNvSpPr txBox="1">
            <a:spLocks noGrp="1"/>
          </p:cNvSpPr>
          <p:nvPr>
            <p:ph type="subTitle" idx="5"/>
          </p:nvPr>
        </p:nvSpPr>
        <p:spPr>
          <a:xfrm>
            <a:off x="3382800" y="1916000"/>
            <a:ext cx="23784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700">
                <a:latin typeface="Chewy"/>
                <a:ea typeface="Chewy"/>
                <a:cs typeface="Chewy"/>
                <a:sym typeface="Chewy"/>
              </a:rPr>
              <a:t>Carbon</a:t>
            </a:r>
            <a:endParaRPr/>
          </a:p>
        </p:txBody>
      </p:sp>
      <p:sp>
        <p:nvSpPr>
          <p:cNvPr id="2182" name="Google Shape;2182;p55"/>
          <p:cNvSpPr txBox="1">
            <a:spLocks noGrp="1"/>
          </p:cNvSpPr>
          <p:nvPr>
            <p:ph type="subTitle" idx="6"/>
          </p:nvPr>
        </p:nvSpPr>
        <p:spPr>
          <a:xfrm>
            <a:off x="3382807" y="2353850"/>
            <a:ext cx="2378400" cy="73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Write your text here</a:t>
            </a:r>
            <a:endParaRPr/>
          </a:p>
        </p:txBody>
      </p:sp>
      <p:sp>
        <p:nvSpPr>
          <p:cNvPr id="2183" name="Google Shape;2183;p55"/>
          <p:cNvSpPr txBox="1">
            <a:spLocks noGrp="1"/>
          </p:cNvSpPr>
          <p:nvPr>
            <p:ph type="subTitle" idx="3"/>
          </p:nvPr>
        </p:nvSpPr>
        <p:spPr>
          <a:xfrm>
            <a:off x="714575" y="3265875"/>
            <a:ext cx="23784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700">
                <a:latin typeface="Chewy"/>
                <a:ea typeface="Chewy"/>
                <a:cs typeface="Chewy"/>
                <a:sym typeface="Chewy"/>
              </a:rPr>
              <a:t>Extinct</a:t>
            </a:r>
            <a:endParaRPr/>
          </a:p>
        </p:txBody>
      </p:sp>
      <p:sp>
        <p:nvSpPr>
          <p:cNvPr id="2184" name="Google Shape;2184;p55"/>
          <p:cNvSpPr txBox="1">
            <a:spLocks noGrp="1"/>
          </p:cNvSpPr>
          <p:nvPr>
            <p:ph type="subTitle" idx="4"/>
          </p:nvPr>
        </p:nvSpPr>
        <p:spPr>
          <a:xfrm>
            <a:off x="714575" y="3703725"/>
            <a:ext cx="2378400" cy="73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Write your text here</a:t>
            </a:r>
            <a:endParaRPr/>
          </a:p>
        </p:txBody>
      </p:sp>
      <p:sp>
        <p:nvSpPr>
          <p:cNvPr id="2185" name="Google Shape;2185;p55"/>
          <p:cNvSpPr txBox="1">
            <a:spLocks noGrp="1"/>
          </p:cNvSpPr>
          <p:nvPr>
            <p:ph type="subTitle" idx="7"/>
          </p:nvPr>
        </p:nvSpPr>
        <p:spPr>
          <a:xfrm>
            <a:off x="3382788" y="3265875"/>
            <a:ext cx="23784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700">
                <a:latin typeface="Chewy"/>
                <a:ea typeface="Chewy"/>
                <a:cs typeface="Chewy"/>
                <a:sym typeface="Chewy"/>
              </a:rPr>
              <a:t>Energy</a:t>
            </a:r>
            <a:endParaRPr/>
          </a:p>
        </p:txBody>
      </p:sp>
      <p:sp>
        <p:nvSpPr>
          <p:cNvPr id="2186" name="Google Shape;2186;p55"/>
          <p:cNvSpPr txBox="1">
            <a:spLocks noGrp="1"/>
          </p:cNvSpPr>
          <p:nvPr>
            <p:ph type="subTitle" idx="8"/>
          </p:nvPr>
        </p:nvSpPr>
        <p:spPr>
          <a:xfrm>
            <a:off x="3382793" y="3703675"/>
            <a:ext cx="2378400" cy="73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Write your text here</a:t>
            </a:r>
            <a:endParaRPr/>
          </a:p>
        </p:txBody>
      </p:sp>
      <p:sp>
        <p:nvSpPr>
          <p:cNvPr id="2187" name="Google Shape;2187;p55"/>
          <p:cNvSpPr txBox="1">
            <a:spLocks noGrp="1"/>
          </p:cNvSpPr>
          <p:nvPr>
            <p:ph type="subTitle" idx="9"/>
          </p:nvPr>
        </p:nvSpPr>
        <p:spPr>
          <a:xfrm>
            <a:off x="6051000" y="1915950"/>
            <a:ext cx="23784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700">
                <a:latin typeface="Chewy"/>
                <a:ea typeface="Chewy"/>
                <a:cs typeface="Chewy"/>
                <a:sym typeface="Chewy"/>
              </a:rPr>
              <a:t>Ecology</a:t>
            </a:r>
            <a:endParaRPr/>
          </a:p>
        </p:txBody>
      </p:sp>
      <p:sp>
        <p:nvSpPr>
          <p:cNvPr id="2188" name="Google Shape;2188;p55"/>
          <p:cNvSpPr txBox="1">
            <a:spLocks noGrp="1"/>
          </p:cNvSpPr>
          <p:nvPr>
            <p:ph type="subTitle" idx="13"/>
          </p:nvPr>
        </p:nvSpPr>
        <p:spPr>
          <a:xfrm>
            <a:off x="6051001" y="2353800"/>
            <a:ext cx="2378400" cy="73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Write your text here</a:t>
            </a:r>
            <a:endParaRPr/>
          </a:p>
        </p:txBody>
      </p:sp>
      <p:sp>
        <p:nvSpPr>
          <p:cNvPr id="2189" name="Google Shape;2189;p55"/>
          <p:cNvSpPr txBox="1">
            <a:spLocks noGrp="1"/>
          </p:cNvSpPr>
          <p:nvPr>
            <p:ph type="subTitle" idx="14"/>
          </p:nvPr>
        </p:nvSpPr>
        <p:spPr>
          <a:xfrm>
            <a:off x="6050988" y="3265825"/>
            <a:ext cx="2378400" cy="53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700">
                <a:latin typeface="Chewy"/>
                <a:ea typeface="Chewy"/>
                <a:cs typeface="Chewy"/>
                <a:sym typeface="Chewy"/>
              </a:rPr>
              <a:t>Contaminant</a:t>
            </a:r>
            <a:endParaRPr/>
          </a:p>
        </p:txBody>
      </p:sp>
      <p:sp>
        <p:nvSpPr>
          <p:cNvPr id="2190" name="Google Shape;2190;p55"/>
          <p:cNvSpPr txBox="1">
            <a:spLocks noGrp="1"/>
          </p:cNvSpPr>
          <p:nvPr>
            <p:ph type="subTitle" idx="15"/>
          </p:nvPr>
        </p:nvSpPr>
        <p:spPr>
          <a:xfrm>
            <a:off x="6050999" y="3703675"/>
            <a:ext cx="2378400" cy="73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Write your text here</a:t>
            </a:r>
            <a:endParaRPr/>
          </a:p>
        </p:txBody>
      </p:sp>
      <p:sp>
        <p:nvSpPr>
          <p:cNvPr id="2191" name="Google Shape;2191;p55"/>
          <p:cNvSpPr/>
          <p:nvPr/>
        </p:nvSpPr>
        <p:spPr>
          <a:xfrm>
            <a:off x="6101592" y="4256763"/>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55"/>
          <p:cNvSpPr/>
          <p:nvPr/>
        </p:nvSpPr>
        <p:spPr>
          <a:xfrm>
            <a:off x="1330830" y="931661"/>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55"/>
          <p:cNvSpPr/>
          <p:nvPr/>
        </p:nvSpPr>
        <p:spPr>
          <a:xfrm>
            <a:off x="5797516" y="308950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55"/>
          <p:cNvSpPr txBox="1"/>
          <p:nvPr/>
        </p:nvSpPr>
        <p:spPr>
          <a:xfrm>
            <a:off x="975450" y="1259325"/>
            <a:ext cx="7193100" cy="36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Search the meaning of each concept and complete with your own words:</a:t>
            </a:r>
            <a:endParaRPr>
              <a:solidFill>
                <a:schemeClr val="dk1"/>
              </a:solidFill>
              <a:latin typeface="ABeeZee"/>
              <a:ea typeface="ABeeZee"/>
              <a:cs typeface="ABeeZee"/>
              <a:sym typeface="ABeeZe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sp>
        <p:nvSpPr>
          <p:cNvPr id="2199" name="Google Shape;2199;p56"/>
          <p:cNvSpPr/>
          <p:nvPr/>
        </p:nvSpPr>
        <p:spPr>
          <a:xfrm>
            <a:off x="6796388" y="3523676"/>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56"/>
          <p:cNvSpPr/>
          <p:nvPr/>
        </p:nvSpPr>
        <p:spPr>
          <a:xfrm>
            <a:off x="4977175" y="3523676"/>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56"/>
          <p:cNvSpPr/>
          <p:nvPr/>
        </p:nvSpPr>
        <p:spPr>
          <a:xfrm>
            <a:off x="1480288" y="3523676"/>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56"/>
          <p:cNvSpPr/>
          <p:nvPr/>
        </p:nvSpPr>
        <p:spPr>
          <a:xfrm>
            <a:off x="3276163" y="3523676"/>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56"/>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JOIN WITH ARROWS!</a:t>
            </a:r>
            <a:endParaRPr/>
          </a:p>
        </p:txBody>
      </p:sp>
      <p:sp>
        <p:nvSpPr>
          <p:cNvPr id="2204" name="Google Shape;2204;p56"/>
          <p:cNvSpPr/>
          <p:nvPr/>
        </p:nvSpPr>
        <p:spPr>
          <a:xfrm rot="10800000">
            <a:off x="910119" y="3048900"/>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56"/>
          <p:cNvSpPr/>
          <p:nvPr/>
        </p:nvSpPr>
        <p:spPr>
          <a:xfrm rot="10800000">
            <a:off x="5371974" y="80954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56"/>
          <p:cNvSpPr/>
          <p:nvPr/>
        </p:nvSpPr>
        <p:spPr>
          <a:xfrm rot="10800000">
            <a:off x="8268578" y="2887624"/>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7" name="Google Shape;2207;p56"/>
          <p:cNvGrpSpPr/>
          <p:nvPr/>
        </p:nvGrpSpPr>
        <p:grpSpPr>
          <a:xfrm rot="10800000">
            <a:off x="5703351" y="-512905"/>
            <a:ext cx="4341985" cy="2100795"/>
            <a:chOff x="-1013962" y="3673802"/>
            <a:chExt cx="4341985" cy="2100795"/>
          </a:xfrm>
        </p:grpSpPr>
        <p:grpSp>
          <p:nvGrpSpPr>
            <p:cNvPr id="2208" name="Google Shape;2208;p56"/>
            <p:cNvGrpSpPr/>
            <p:nvPr/>
          </p:nvGrpSpPr>
          <p:grpSpPr>
            <a:xfrm>
              <a:off x="-1013962" y="3673802"/>
              <a:ext cx="4341985" cy="2100795"/>
              <a:chOff x="-830187" y="4024390"/>
              <a:chExt cx="4341985" cy="2100795"/>
            </a:xfrm>
          </p:grpSpPr>
          <p:sp>
            <p:nvSpPr>
              <p:cNvPr id="2209" name="Google Shape;2209;p56"/>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6"/>
              <p:cNvSpPr/>
              <p:nvPr/>
            </p:nvSpPr>
            <p:spPr>
              <a:xfrm>
                <a:off x="-316390" y="4171925"/>
                <a:ext cx="3797016" cy="1953259"/>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1" name="Google Shape;2211;p56"/>
              <p:cNvGrpSpPr/>
              <p:nvPr/>
            </p:nvGrpSpPr>
            <p:grpSpPr>
              <a:xfrm>
                <a:off x="174564" y="4842646"/>
                <a:ext cx="824338" cy="865398"/>
                <a:chOff x="126952" y="4637346"/>
                <a:chExt cx="824338" cy="865398"/>
              </a:xfrm>
            </p:grpSpPr>
            <p:sp>
              <p:nvSpPr>
                <p:cNvPr id="2212" name="Google Shape;2212;p56"/>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6"/>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6"/>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56"/>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6"/>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6"/>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6"/>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56"/>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20" name="Google Shape;2220;p56"/>
            <p:cNvGrpSpPr/>
            <p:nvPr/>
          </p:nvGrpSpPr>
          <p:grpSpPr>
            <a:xfrm rot="-5189473">
              <a:off x="2083919" y="4411860"/>
              <a:ext cx="70211" cy="266572"/>
              <a:chOff x="5735123" y="3863031"/>
              <a:chExt cx="70213" cy="266579"/>
            </a:xfrm>
          </p:grpSpPr>
          <p:sp>
            <p:nvSpPr>
              <p:cNvPr id="2221" name="Google Shape;2221;p56"/>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56"/>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23" name="Google Shape;2223;p56"/>
          <p:cNvSpPr txBox="1"/>
          <p:nvPr/>
        </p:nvSpPr>
        <p:spPr>
          <a:xfrm>
            <a:off x="1039387" y="1884825"/>
            <a:ext cx="17490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1200"/>
              </a:spcAft>
              <a:buNone/>
            </a:pPr>
            <a:r>
              <a:rPr lang="en" sz="2700">
                <a:solidFill>
                  <a:schemeClr val="accent1"/>
                </a:solidFill>
                <a:latin typeface="Chewy"/>
                <a:ea typeface="Chewy"/>
                <a:cs typeface="Chewy"/>
                <a:sym typeface="Chewy"/>
              </a:rPr>
              <a:t>Forest</a:t>
            </a:r>
            <a:endParaRPr>
              <a:latin typeface="ABeeZee"/>
              <a:ea typeface="ABeeZee"/>
              <a:cs typeface="ABeeZee"/>
              <a:sym typeface="ABeeZee"/>
            </a:endParaRPr>
          </a:p>
        </p:txBody>
      </p:sp>
      <p:sp>
        <p:nvSpPr>
          <p:cNvPr id="2224" name="Google Shape;2224;p56"/>
          <p:cNvSpPr txBox="1"/>
          <p:nvPr/>
        </p:nvSpPr>
        <p:spPr>
          <a:xfrm>
            <a:off x="2811537" y="1884825"/>
            <a:ext cx="17490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1200"/>
              </a:spcAft>
              <a:buNone/>
            </a:pPr>
            <a:r>
              <a:rPr lang="en" sz="2700">
                <a:solidFill>
                  <a:schemeClr val="accent1"/>
                </a:solidFill>
                <a:latin typeface="Chewy"/>
                <a:ea typeface="Chewy"/>
                <a:cs typeface="Chewy"/>
                <a:sym typeface="Chewy"/>
              </a:rPr>
              <a:t>Solar panel</a:t>
            </a:r>
            <a:endParaRPr>
              <a:latin typeface="ABeeZee"/>
              <a:ea typeface="ABeeZee"/>
              <a:cs typeface="ABeeZee"/>
              <a:sym typeface="ABeeZee"/>
            </a:endParaRPr>
          </a:p>
        </p:txBody>
      </p:sp>
      <p:sp>
        <p:nvSpPr>
          <p:cNvPr id="2225" name="Google Shape;2225;p56"/>
          <p:cNvSpPr txBox="1"/>
          <p:nvPr/>
        </p:nvSpPr>
        <p:spPr>
          <a:xfrm>
            <a:off x="4583588" y="1884825"/>
            <a:ext cx="17490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1200"/>
              </a:spcAft>
              <a:buNone/>
            </a:pPr>
            <a:r>
              <a:rPr lang="en" sz="2700">
                <a:solidFill>
                  <a:schemeClr val="accent1"/>
                </a:solidFill>
                <a:latin typeface="Chewy"/>
                <a:ea typeface="Chewy"/>
                <a:cs typeface="Chewy"/>
                <a:sym typeface="Chewy"/>
              </a:rPr>
              <a:t>Whale</a:t>
            </a:r>
            <a:endParaRPr>
              <a:latin typeface="ABeeZee"/>
              <a:ea typeface="ABeeZee"/>
              <a:cs typeface="ABeeZee"/>
              <a:sym typeface="ABeeZee"/>
            </a:endParaRPr>
          </a:p>
        </p:txBody>
      </p:sp>
      <p:sp>
        <p:nvSpPr>
          <p:cNvPr id="2226" name="Google Shape;2226;p56"/>
          <p:cNvSpPr txBox="1"/>
          <p:nvPr/>
        </p:nvSpPr>
        <p:spPr>
          <a:xfrm>
            <a:off x="6355613" y="1884825"/>
            <a:ext cx="17490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1200"/>
              </a:spcAft>
              <a:buNone/>
            </a:pPr>
            <a:r>
              <a:rPr lang="en" sz="2700">
                <a:solidFill>
                  <a:schemeClr val="accent1"/>
                </a:solidFill>
                <a:latin typeface="Chewy"/>
                <a:ea typeface="Chewy"/>
                <a:cs typeface="Chewy"/>
                <a:sym typeface="Chewy"/>
              </a:rPr>
              <a:t>Recycling</a:t>
            </a:r>
            <a:endParaRPr>
              <a:latin typeface="ABeeZee"/>
              <a:ea typeface="ABeeZee"/>
              <a:cs typeface="ABeeZee"/>
              <a:sym typeface="ABeeZee"/>
            </a:endParaRPr>
          </a:p>
        </p:txBody>
      </p:sp>
      <p:sp>
        <p:nvSpPr>
          <p:cNvPr id="2227" name="Google Shape;2227;p56"/>
          <p:cNvSpPr/>
          <p:nvPr/>
        </p:nvSpPr>
        <p:spPr>
          <a:xfrm rot="10800000">
            <a:off x="6396519" y="915300"/>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8" name="Google Shape;2228;p56"/>
          <p:cNvGrpSpPr/>
          <p:nvPr/>
        </p:nvGrpSpPr>
        <p:grpSpPr>
          <a:xfrm>
            <a:off x="5188224" y="3744396"/>
            <a:ext cx="445222" cy="425991"/>
            <a:chOff x="1172850" y="330025"/>
            <a:chExt cx="5262675" cy="5035350"/>
          </a:xfrm>
        </p:grpSpPr>
        <p:sp>
          <p:nvSpPr>
            <p:cNvPr id="2229" name="Google Shape;2229;p56"/>
            <p:cNvSpPr/>
            <p:nvPr/>
          </p:nvSpPr>
          <p:spPr>
            <a:xfrm>
              <a:off x="2236525" y="331250"/>
              <a:ext cx="1852875" cy="1652525"/>
            </a:xfrm>
            <a:custGeom>
              <a:avLst/>
              <a:gdLst/>
              <a:ahLst/>
              <a:cxnLst/>
              <a:rect l="l" t="t" r="r" b="b"/>
              <a:pathLst>
                <a:path w="74115" h="66101" extrusionOk="0">
                  <a:moveTo>
                    <a:pt x="35297" y="0"/>
                  </a:moveTo>
                  <a:cubicBezTo>
                    <a:pt x="30152" y="0"/>
                    <a:pt x="25380" y="2692"/>
                    <a:pt x="22769" y="7132"/>
                  </a:cubicBezTo>
                  <a:lnTo>
                    <a:pt x="0" y="45342"/>
                  </a:lnTo>
                  <a:lnTo>
                    <a:pt x="34631" y="66100"/>
                  </a:lnTo>
                  <a:lnTo>
                    <a:pt x="74115" y="196"/>
                  </a:lnTo>
                  <a:lnTo>
                    <a:pt x="35367" y="0"/>
                  </a:lnTo>
                  <a:cubicBezTo>
                    <a:pt x="35343" y="0"/>
                    <a:pt x="35320" y="0"/>
                    <a:pt x="352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6"/>
            <p:cNvSpPr/>
            <p:nvPr/>
          </p:nvSpPr>
          <p:spPr>
            <a:xfrm>
              <a:off x="3179500" y="330025"/>
              <a:ext cx="2381050" cy="1666000"/>
            </a:xfrm>
            <a:custGeom>
              <a:avLst/>
              <a:gdLst/>
              <a:ahLst/>
              <a:cxnLst/>
              <a:rect l="l" t="t" r="r" b="b"/>
              <a:pathLst>
                <a:path w="95242" h="66640" extrusionOk="0">
                  <a:moveTo>
                    <a:pt x="0" y="0"/>
                  </a:moveTo>
                  <a:lnTo>
                    <a:pt x="7716" y="7"/>
                  </a:lnTo>
                  <a:lnTo>
                    <a:pt x="7716" y="7"/>
                  </a:lnTo>
                  <a:cubicBezTo>
                    <a:pt x="7612" y="4"/>
                    <a:pt x="7507" y="1"/>
                    <a:pt x="7402" y="0"/>
                  </a:cubicBezTo>
                  <a:close/>
                  <a:moveTo>
                    <a:pt x="7716" y="7"/>
                  </a:moveTo>
                  <a:cubicBezTo>
                    <a:pt x="12668" y="177"/>
                    <a:pt x="17210" y="3228"/>
                    <a:pt x="19755" y="7500"/>
                  </a:cubicBezTo>
                  <a:lnTo>
                    <a:pt x="48013" y="54655"/>
                  </a:lnTo>
                  <a:lnTo>
                    <a:pt x="34582" y="62694"/>
                  </a:lnTo>
                  <a:lnTo>
                    <a:pt x="78159" y="66640"/>
                  </a:lnTo>
                  <a:lnTo>
                    <a:pt x="95242" y="26347"/>
                  </a:lnTo>
                  <a:lnTo>
                    <a:pt x="82644" y="33896"/>
                  </a:lnTo>
                  <a:lnTo>
                    <a:pt x="67449" y="7377"/>
                  </a:lnTo>
                  <a:cubicBezTo>
                    <a:pt x="64838" y="2839"/>
                    <a:pt x="60016" y="49"/>
                    <a:pt x="54773" y="49"/>
                  </a:cubicBezTo>
                  <a:cubicBezTo>
                    <a:pt x="54750" y="49"/>
                    <a:pt x="54727" y="49"/>
                    <a:pt x="54704" y="49"/>
                  </a:cubicBezTo>
                  <a:lnTo>
                    <a:pt x="7716" y="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6"/>
            <p:cNvSpPr/>
            <p:nvPr/>
          </p:nvSpPr>
          <p:spPr>
            <a:xfrm>
              <a:off x="4084475" y="331250"/>
              <a:ext cx="1476075" cy="1664775"/>
            </a:xfrm>
            <a:custGeom>
              <a:avLst/>
              <a:gdLst/>
              <a:ahLst/>
              <a:cxnLst/>
              <a:rect l="l" t="t" r="r" b="b"/>
              <a:pathLst>
                <a:path w="59043" h="66591" extrusionOk="0">
                  <a:moveTo>
                    <a:pt x="69" y="0"/>
                  </a:moveTo>
                  <a:cubicBezTo>
                    <a:pt x="47" y="0"/>
                    <a:pt x="24" y="0"/>
                    <a:pt x="1" y="0"/>
                  </a:cubicBezTo>
                  <a:lnTo>
                    <a:pt x="138" y="0"/>
                  </a:lnTo>
                  <a:cubicBezTo>
                    <a:pt x="115" y="0"/>
                    <a:pt x="92" y="0"/>
                    <a:pt x="69" y="0"/>
                  </a:cubicBezTo>
                  <a:close/>
                  <a:moveTo>
                    <a:pt x="18574" y="0"/>
                  </a:moveTo>
                  <a:cubicBezTo>
                    <a:pt x="18551" y="0"/>
                    <a:pt x="18528" y="0"/>
                    <a:pt x="18505" y="0"/>
                  </a:cubicBezTo>
                  <a:lnTo>
                    <a:pt x="138" y="0"/>
                  </a:lnTo>
                  <a:cubicBezTo>
                    <a:pt x="5331" y="25"/>
                    <a:pt x="10146" y="2810"/>
                    <a:pt x="12745" y="7328"/>
                  </a:cubicBezTo>
                  <a:lnTo>
                    <a:pt x="33431" y="42940"/>
                  </a:lnTo>
                  <a:lnTo>
                    <a:pt x="24118" y="64973"/>
                  </a:lnTo>
                  <a:lnTo>
                    <a:pt x="41960" y="66591"/>
                  </a:lnTo>
                  <a:lnTo>
                    <a:pt x="59043" y="26298"/>
                  </a:lnTo>
                  <a:lnTo>
                    <a:pt x="46445" y="33847"/>
                  </a:lnTo>
                  <a:lnTo>
                    <a:pt x="31250" y="7328"/>
                  </a:lnTo>
                  <a:cubicBezTo>
                    <a:pt x="28639" y="2790"/>
                    <a:pt x="23817" y="0"/>
                    <a:pt x="18574"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6"/>
            <p:cNvSpPr/>
            <p:nvPr/>
          </p:nvSpPr>
          <p:spPr>
            <a:xfrm>
              <a:off x="3179500" y="330025"/>
              <a:ext cx="188125" cy="25"/>
            </a:xfrm>
            <a:custGeom>
              <a:avLst/>
              <a:gdLst/>
              <a:ahLst/>
              <a:cxnLst/>
              <a:rect l="l" t="t" r="r" b="b"/>
              <a:pathLst>
                <a:path w="7525" h="1" extrusionOk="0">
                  <a:moveTo>
                    <a:pt x="0" y="0"/>
                  </a:moveTo>
                  <a:lnTo>
                    <a:pt x="7525" y="0"/>
                  </a:lnTo>
                  <a:cubicBezTo>
                    <a:pt x="7476" y="0"/>
                    <a:pt x="7451" y="0"/>
                    <a:pt x="7402" y="0"/>
                  </a:cubicBezTo>
                  <a:close/>
                  <a:moveTo>
                    <a:pt x="0" y="0"/>
                  </a:moveTo>
                  <a:close/>
                </a:path>
              </a:pathLst>
            </a:custGeom>
            <a:solidFill>
              <a:srgbClr val="96D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6"/>
            <p:cNvSpPr/>
            <p:nvPr/>
          </p:nvSpPr>
          <p:spPr>
            <a:xfrm>
              <a:off x="4947800" y="2248450"/>
              <a:ext cx="1487725" cy="2169050"/>
            </a:xfrm>
            <a:custGeom>
              <a:avLst/>
              <a:gdLst/>
              <a:ahLst/>
              <a:cxnLst/>
              <a:rect l="l" t="t" r="r" b="b"/>
              <a:pathLst>
                <a:path w="59509" h="86762" extrusionOk="0">
                  <a:moveTo>
                    <a:pt x="35269" y="0"/>
                  </a:moveTo>
                  <a:lnTo>
                    <a:pt x="1" y="19607"/>
                  </a:lnTo>
                  <a:lnTo>
                    <a:pt x="37328" y="86761"/>
                  </a:lnTo>
                  <a:lnTo>
                    <a:pt x="56861" y="53282"/>
                  </a:lnTo>
                  <a:cubicBezTo>
                    <a:pt x="59459" y="48822"/>
                    <a:pt x="59508" y="43332"/>
                    <a:pt x="56984" y="38798"/>
                  </a:cubicBezTo>
                  <a:lnTo>
                    <a:pt x="352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56"/>
            <p:cNvSpPr/>
            <p:nvPr/>
          </p:nvSpPr>
          <p:spPr>
            <a:xfrm>
              <a:off x="5476575" y="2248450"/>
              <a:ext cx="958950" cy="2169050"/>
            </a:xfrm>
            <a:custGeom>
              <a:avLst/>
              <a:gdLst/>
              <a:ahLst/>
              <a:cxnLst/>
              <a:rect l="l" t="t" r="r" b="b"/>
              <a:pathLst>
                <a:path w="38358" h="86762" extrusionOk="0">
                  <a:moveTo>
                    <a:pt x="14118" y="0"/>
                  </a:moveTo>
                  <a:lnTo>
                    <a:pt x="1" y="7843"/>
                  </a:lnTo>
                  <a:lnTo>
                    <a:pt x="17329" y="38822"/>
                  </a:lnTo>
                  <a:cubicBezTo>
                    <a:pt x="19853" y="43332"/>
                    <a:pt x="19804" y="48822"/>
                    <a:pt x="17206" y="53282"/>
                  </a:cubicBezTo>
                  <a:lnTo>
                    <a:pt x="7133" y="70512"/>
                  </a:lnTo>
                  <a:lnTo>
                    <a:pt x="16177" y="86761"/>
                  </a:lnTo>
                  <a:lnTo>
                    <a:pt x="35710" y="53282"/>
                  </a:lnTo>
                  <a:cubicBezTo>
                    <a:pt x="38308" y="48822"/>
                    <a:pt x="38357" y="43332"/>
                    <a:pt x="35833" y="38822"/>
                  </a:cubicBezTo>
                  <a:lnTo>
                    <a:pt x="14118" y="0"/>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56"/>
            <p:cNvSpPr/>
            <p:nvPr/>
          </p:nvSpPr>
          <p:spPr>
            <a:xfrm>
              <a:off x="3921500" y="3597650"/>
              <a:ext cx="2327125" cy="1767725"/>
            </a:xfrm>
            <a:custGeom>
              <a:avLst/>
              <a:gdLst/>
              <a:ahLst/>
              <a:cxnLst/>
              <a:rect l="l" t="t" r="r" b="b"/>
              <a:pathLst>
                <a:path w="93085" h="70709" extrusionOk="0">
                  <a:moveTo>
                    <a:pt x="93085" y="7794"/>
                  </a:moveTo>
                  <a:lnTo>
                    <a:pt x="92254" y="9231"/>
                  </a:lnTo>
                  <a:lnTo>
                    <a:pt x="92254" y="9231"/>
                  </a:lnTo>
                  <a:cubicBezTo>
                    <a:pt x="92547" y="8779"/>
                    <a:pt x="92824" y="8300"/>
                    <a:pt x="93085" y="7794"/>
                  </a:cubicBezTo>
                  <a:close/>
                  <a:moveTo>
                    <a:pt x="25196" y="1"/>
                  </a:moveTo>
                  <a:lnTo>
                    <a:pt x="1" y="35783"/>
                  </a:lnTo>
                  <a:lnTo>
                    <a:pt x="26348" y="70708"/>
                  </a:lnTo>
                  <a:lnTo>
                    <a:pt x="26102" y="56028"/>
                  </a:lnTo>
                  <a:lnTo>
                    <a:pt x="56665" y="56126"/>
                  </a:lnTo>
                  <a:cubicBezTo>
                    <a:pt x="61910" y="56126"/>
                    <a:pt x="66787" y="53332"/>
                    <a:pt x="69385" y="48749"/>
                  </a:cubicBezTo>
                  <a:lnTo>
                    <a:pt x="92254" y="9231"/>
                  </a:lnTo>
                  <a:lnTo>
                    <a:pt x="92254" y="9231"/>
                  </a:lnTo>
                  <a:cubicBezTo>
                    <a:pt x="89380" y="13667"/>
                    <a:pt x="85018" y="15573"/>
                    <a:pt x="80414" y="15662"/>
                  </a:cubicBezTo>
                  <a:lnTo>
                    <a:pt x="25465" y="15662"/>
                  </a:lnTo>
                  <a:lnTo>
                    <a:pt x="2519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56"/>
            <p:cNvSpPr/>
            <p:nvPr/>
          </p:nvSpPr>
          <p:spPr>
            <a:xfrm>
              <a:off x="6229625" y="3792500"/>
              <a:ext cx="19000" cy="32500"/>
            </a:xfrm>
            <a:custGeom>
              <a:avLst/>
              <a:gdLst/>
              <a:ahLst/>
              <a:cxnLst/>
              <a:rect l="l" t="t" r="r" b="b"/>
              <a:pathLst>
                <a:path w="760" h="1300" extrusionOk="0">
                  <a:moveTo>
                    <a:pt x="760" y="0"/>
                  </a:moveTo>
                  <a:lnTo>
                    <a:pt x="0" y="1299"/>
                  </a:lnTo>
                  <a:cubicBezTo>
                    <a:pt x="270" y="883"/>
                    <a:pt x="515" y="466"/>
                    <a:pt x="760" y="0"/>
                  </a:cubicBezTo>
                  <a:close/>
                </a:path>
              </a:pathLst>
            </a:custGeom>
            <a:solidFill>
              <a:srgbClr val="96D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56"/>
            <p:cNvSpPr/>
            <p:nvPr/>
          </p:nvSpPr>
          <p:spPr>
            <a:xfrm>
              <a:off x="4906150" y="3824975"/>
              <a:ext cx="1323500" cy="1175825"/>
            </a:xfrm>
            <a:custGeom>
              <a:avLst/>
              <a:gdLst/>
              <a:ahLst/>
              <a:cxnLst/>
              <a:rect l="l" t="t" r="r" b="b"/>
              <a:pathLst>
                <a:path w="52940" h="47033" extrusionOk="0">
                  <a:moveTo>
                    <a:pt x="52939" y="0"/>
                  </a:moveTo>
                  <a:lnTo>
                    <a:pt x="52939" y="0"/>
                  </a:lnTo>
                  <a:cubicBezTo>
                    <a:pt x="50072" y="4534"/>
                    <a:pt x="45685" y="6495"/>
                    <a:pt x="41028" y="6569"/>
                  </a:cubicBezTo>
                  <a:lnTo>
                    <a:pt x="30636" y="6569"/>
                  </a:lnTo>
                  <a:lnTo>
                    <a:pt x="11470" y="39656"/>
                  </a:lnTo>
                  <a:cubicBezTo>
                    <a:pt x="9093" y="43871"/>
                    <a:pt x="4779" y="46592"/>
                    <a:pt x="0" y="46984"/>
                  </a:cubicBezTo>
                  <a:lnTo>
                    <a:pt x="17279" y="47033"/>
                  </a:lnTo>
                  <a:cubicBezTo>
                    <a:pt x="22524" y="47033"/>
                    <a:pt x="27401" y="44239"/>
                    <a:pt x="29999" y="39656"/>
                  </a:cubicBezTo>
                  <a:lnTo>
                    <a:pt x="52939" y="0"/>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56"/>
            <p:cNvSpPr/>
            <p:nvPr/>
          </p:nvSpPr>
          <p:spPr>
            <a:xfrm>
              <a:off x="1484100" y="3993475"/>
              <a:ext cx="1923350" cy="1015300"/>
            </a:xfrm>
            <a:custGeom>
              <a:avLst/>
              <a:gdLst/>
              <a:ahLst/>
              <a:cxnLst/>
              <a:rect l="l" t="t" r="r" b="b"/>
              <a:pathLst>
                <a:path w="76934" h="40612" extrusionOk="0">
                  <a:moveTo>
                    <a:pt x="76836" y="0"/>
                  </a:moveTo>
                  <a:lnTo>
                    <a:pt x="1" y="196"/>
                  </a:lnTo>
                  <a:lnTo>
                    <a:pt x="19853" y="33504"/>
                  </a:lnTo>
                  <a:cubicBezTo>
                    <a:pt x="22476" y="37901"/>
                    <a:pt x="27218" y="40612"/>
                    <a:pt x="32337" y="40612"/>
                  </a:cubicBezTo>
                  <a:cubicBezTo>
                    <a:pt x="32383" y="40612"/>
                    <a:pt x="32429" y="40612"/>
                    <a:pt x="32475" y="40611"/>
                  </a:cubicBezTo>
                  <a:lnTo>
                    <a:pt x="76934" y="40366"/>
                  </a:lnTo>
                  <a:lnTo>
                    <a:pt x="768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6"/>
            <p:cNvSpPr/>
            <p:nvPr/>
          </p:nvSpPr>
          <p:spPr>
            <a:xfrm>
              <a:off x="1172850" y="2247225"/>
              <a:ext cx="1672125" cy="2534225"/>
            </a:xfrm>
            <a:custGeom>
              <a:avLst/>
              <a:gdLst/>
              <a:ahLst/>
              <a:cxnLst/>
              <a:rect l="l" t="t" r="r" b="b"/>
              <a:pathLst>
                <a:path w="66885" h="101369" extrusionOk="0">
                  <a:moveTo>
                    <a:pt x="47743" y="0"/>
                  </a:moveTo>
                  <a:lnTo>
                    <a:pt x="4436" y="6176"/>
                  </a:lnTo>
                  <a:lnTo>
                    <a:pt x="17401" y="13063"/>
                  </a:lnTo>
                  <a:lnTo>
                    <a:pt x="2549" y="39778"/>
                  </a:lnTo>
                  <a:cubicBezTo>
                    <a:pt x="0" y="44361"/>
                    <a:pt x="98" y="49974"/>
                    <a:pt x="2843" y="54459"/>
                  </a:cubicBezTo>
                  <a:lnTo>
                    <a:pt x="27094" y="94785"/>
                  </a:lnTo>
                  <a:lnTo>
                    <a:pt x="27094" y="94785"/>
                  </a:lnTo>
                  <a:cubicBezTo>
                    <a:pt x="24665" y="90458"/>
                    <a:pt x="24920" y="84965"/>
                    <a:pt x="27279" y="80561"/>
                  </a:cubicBezTo>
                  <a:lnTo>
                    <a:pt x="53062" y="32009"/>
                  </a:lnTo>
                  <a:lnTo>
                    <a:pt x="66885" y="39361"/>
                  </a:lnTo>
                  <a:lnTo>
                    <a:pt x="66885" y="39361"/>
                  </a:lnTo>
                  <a:lnTo>
                    <a:pt x="47743" y="0"/>
                  </a:lnTo>
                  <a:close/>
                  <a:moveTo>
                    <a:pt x="27094" y="94785"/>
                  </a:moveTo>
                  <a:cubicBezTo>
                    <a:pt x="27138" y="94864"/>
                    <a:pt x="27183" y="94943"/>
                    <a:pt x="27229" y="95021"/>
                  </a:cubicBezTo>
                  <a:lnTo>
                    <a:pt x="31053" y="101369"/>
                  </a:lnTo>
                  <a:lnTo>
                    <a:pt x="31053" y="101369"/>
                  </a:lnTo>
                  <a:lnTo>
                    <a:pt x="27094" y="9478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0" name="Google Shape;2240;p56"/>
          <p:cNvGrpSpPr/>
          <p:nvPr/>
        </p:nvGrpSpPr>
        <p:grpSpPr>
          <a:xfrm>
            <a:off x="7008730" y="3736235"/>
            <a:ext cx="442629" cy="442318"/>
            <a:chOff x="1231675" y="238125"/>
            <a:chExt cx="5232025" cy="5228350"/>
          </a:xfrm>
        </p:grpSpPr>
        <p:sp>
          <p:nvSpPr>
            <p:cNvPr id="2241" name="Google Shape;2241;p56"/>
            <p:cNvSpPr/>
            <p:nvPr/>
          </p:nvSpPr>
          <p:spPr>
            <a:xfrm>
              <a:off x="1231675" y="2756625"/>
              <a:ext cx="5232025" cy="2709850"/>
            </a:xfrm>
            <a:custGeom>
              <a:avLst/>
              <a:gdLst/>
              <a:ahLst/>
              <a:cxnLst/>
              <a:rect l="l" t="t" r="r" b="b"/>
              <a:pathLst>
                <a:path w="209281" h="108394" extrusionOk="0">
                  <a:moveTo>
                    <a:pt x="74474" y="1"/>
                  </a:moveTo>
                  <a:cubicBezTo>
                    <a:pt x="33082" y="1"/>
                    <a:pt x="0" y="33367"/>
                    <a:pt x="0" y="75503"/>
                  </a:cubicBezTo>
                  <a:cubicBezTo>
                    <a:pt x="0" y="93664"/>
                    <a:pt x="14705" y="108393"/>
                    <a:pt x="32866" y="108393"/>
                  </a:cubicBezTo>
                  <a:lnTo>
                    <a:pt x="150876" y="108393"/>
                  </a:lnTo>
                  <a:cubicBezTo>
                    <a:pt x="172150" y="108393"/>
                    <a:pt x="189404" y="91139"/>
                    <a:pt x="189404" y="69817"/>
                  </a:cubicBezTo>
                  <a:lnTo>
                    <a:pt x="189404" y="54253"/>
                  </a:lnTo>
                  <a:cubicBezTo>
                    <a:pt x="209280" y="49180"/>
                    <a:pt x="205678" y="28789"/>
                    <a:pt x="205678" y="28789"/>
                  </a:cubicBezTo>
                  <a:cubicBezTo>
                    <a:pt x="205678" y="28789"/>
                    <a:pt x="203390" y="28438"/>
                    <a:pt x="200167" y="28438"/>
                  </a:cubicBezTo>
                  <a:cubicBezTo>
                    <a:pt x="193162" y="28438"/>
                    <a:pt x="181736" y="30094"/>
                    <a:pt x="179772" y="40602"/>
                  </a:cubicBezTo>
                  <a:cubicBezTo>
                    <a:pt x="177791" y="30094"/>
                    <a:pt x="166360" y="28438"/>
                    <a:pt x="159353" y="28438"/>
                  </a:cubicBezTo>
                  <a:cubicBezTo>
                    <a:pt x="156129" y="28438"/>
                    <a:pt x="153842" y="28789"/>
                    <a:pt x="153842" y="28789"/>
                  </a:cubicBezTo>
                  <a:cubicBezTo>
                    <a:pt x="153842" y="28789"/>
                    <a:pt x="150067" y="50210"/>
                    <a:pt x="171660" y="54597"/>
                  </a:cubicBezTo>
                  <a:lnTo>
                    <a:pt x="171660" y="62807"/>
                  </a:lnTo>
                  <a:cubicBezTo>
                    <a:pt x="171660" y="69224"/>
                    <a:pt x="166461" y="74719"/>
                    <a:pt x="160054" y="74719"/>
                  </a:cubicBezTo>
                  <a:cubicBezTo>
                    <a:pt x="160026" y="74719"/>
                    <a:pt x="159997" y="74719"/>
                    <a:pt x="159969" y="74718"/>
                  </a:cubicBezTo>
                  <a:cubicBezTo>
                    <a:pt x="154185" y="74669"/>
                    <a:pt x="149332" y="70356"/>
                    <a:pt x="148548" y="64596"/>
                  </a:cubicBezTo>
                  <a:cubicBezTo>
                    <a:pt x="143842" y="29696"/>
                    <a:pt x="115044" y="2466"/>
                    <a:pt x="79482" y="163"/>
                  </a:cubicBezTo>
                  <a:cubicBezTo>
                    <a:pt x="77800" y="54"/>
                    <a:pt x="76131" y="1"/>
                    <a:pt x="744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6"/>
            <p:cNvSpPr/>
            <p:nvPr/>
          </p:nvSpPr>
          <p:spPr>
            <a:xfrm>
              <a:off x="2865775" y="2756800"/>
              <a:ext cx="2137825" cy="1867800"/>
            </a:xfrm>
            <a:custGeom>
              <a:avLst/>
              <a:gdLst/>
              <a:ahLst/>
              <a:cxnLst/>
              <a:rect l="l" t="t" r="r" b="b"/>
              <a:pathLst>
                <a:path w="85513" h="74712" extrusionOk="0">
                  <a:moveTo>
                    <a:pt x="9103" y="1"/>
                  </a:moveTo>
                  <a:cubicBezTo>
                    <a:pt x="6017" y="1"/>
                    <a:pt x="2983" y="181"/>
                    <a:pt x="1" y="548"/>
                  </a:cubicBezTo>
                  <a:cubicBezTo>
                    <a:pt x="33652" y="4592"/>
                    <a:pt x="60415" y="31061"/>
                    <a:pt x="64949" y="64589"/>
                  </a:cubicBezTo>
                  <a:cubicBezTo>
                    <a:pt x="65709" y="70349"/>
                    <a:pt x="70562" y="74662"/>
                    <a:pt x="76370" y="74711"/>
                  </a:cubicBezTo>
                  <a:cubicBezTo>
                    <a:pt x="76395" y="74711"/>
                    <a:pt x="76419" y="74712"/>
                    <a:pt x="76444" y="74712"/>
                  </a:cubicBezTo>
                  <a:cubicBezTo>
                    <a:pt x="80091" y="74712"/>
                    <a:pt x="83370" y="72904"/>
                    <a:pt x="85512" y="70153"/>
                  </a:cubicBezTo>
                  <a:cubicBezTo>
                    <a:pt x="84287" y="68584"/>
                    <a:pt x="83478" y="66697"/>
                    <a:pt x="83184" y="64589"/>
                  </a:cubicBezTo>
                  <a:cubicBezTo>
                    <a:pt x="82596" y="60202"/>
                    <a:pt x="81615" y="55913"/>
                    <a:pt x="80292" y="51796"/>
                  </a:cubicBezTo>
                  <a:cubicBezTo>
                    <a:pt x="77400" y="42776"/>
                    <a:pt x="73674" y="36968"/>
                    <a:pt x="69998" y="31331"/>
                  </a:cubicBezTo>
                  <a:cubicBezTo>
                    <a:pt x="57352" y="13611"/>
                    <a:pt x="37156" y="1651"/>
                    <a:pt x="14118" y="156"/>
                  </a:cubicBezTo>
                  <a:cubicBezTo>
                    <a:pt x="12431" y="53"/>
                    <a:pt x="10759" y="1"/>
                    <a:pt x="9103"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6"/>
            <p:cNvSpPr/>
            <p:nvPr/>
          </p:nvSpPr>
          <p:spPr>
            <a:xfrm>
              <a:off x="4547100" y="3467500"/>
              <a:ext cx="1916600" cy="1998975"/>
            </a:xfrm>
            <a:custGeom>
              <a:avLst/>
              <a:gdLst/>
              <a:ahLst/>
              <a:cxnLst/>
              <a:rect l="l" t="t" r="r" b="b"/>
              <a:pathLst>
                <a:path w="76664" h="79959" extrusionOk="0">
                  <a:moveTo>
                    <a:pt x="67534" y="0"/>
                  </a:moveTo>
                  <a:cubicBezTo>
                    <a:pt x="63905" y="0"/>
                    <a:pt x="59093" y="446"/>
                    <a:pt x="55022" y="2339"/>
                  </a:cubicBezTo>
                  <a:cubicBezTo>
                    <a:pt x="55341" y="7584"/>
                    <a:pt x="54630" y="21701"/>
                    <a:pt x="38528" y="25818"/>
                  </a:cubicBezTo>
                  <a:lnTo>
                    <a:pt x="38528" y="26064"/>
                  </a:lnTo>
                  <a:cubicBezTo>
                    <a:pt x="38699" y="26088"/>
                    <a:pt x="38871" y="26137"/>
                    <a:pt x="39043" y="26162"/>
                  </a:cubicBezTo>
                  <a:lnTo>
                    <a:pt x="39043" y="34372"/>
                  </a:lnTo>
                  <a:cubicBezTo>
                    <a:pt x="39043" y="35573"/>
                    <a:pt x="38871" y="36725"/>
                    <a:pt x="38528" y="37803"/>
                  </a:cubicBezTo>
                  <a:lnTo>
                    <a:pt x="38528" y="41382"/>
                  </a:lnTo>
                  <a:cubicBezTo>
                    <a:pt x="38528" y="62704"/>
                    <a:pt x="21298" y="79958"/>
                    <a:pt x="0" y="79958"/>
                  </a:cubicBezTo>
                  <a:lnTo>
                    <a:pt x="18259" y="79958"/>
                  </a:lnTo>
                  <a:cubicBezTo>
                    <a:pt x="39533" y="79958"/>
                    <a:pt x="56787" y="62704"/>
                    <a:pt x="56787" y="41382"/>
                  </a:cubicBezTo>
                  <a:lnTo>
                    <a:pt x="56787" y="25818"/>
                  </a:lnTo>
                  <a:cubicBezTo>
                    <a:pt x="76663" y="20745"/>
                    <a:pt x="73061" y="354"/>
                    <a:pt x="73061" y="354"/>
                  </a:cubicBezTo>
                  <a:cubicBezTo>
                    <a:pt x="73061" y="354"/>
                    <a:pt x="70766" y="0"/>
                    <a:pt x="67534"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56"/>
            <p:cNvSpPr/>
            <p:nvPr/>
          </p:nvSpPr>
          <p:spPr>
            <a:xfrm>
              <a:off x="1786175" y="4185250"/>
              <a:ext cx="703425" cy="429550"/>
            </a:xfrm>
            <a:custGeom>
              <a:avLst/>
              <a:gdLst/>
              <a:ahLst/>
              <a:cxnLst/>
              <a:rect l="l" t="t" r="r" b="b"/>
              <a:pathLst>
                <a:path w="28137" h="17182" extrusionOk="0">
                  <a:moveTo>
                    <a:pt x="14069" y="1"/>
                  </a:moveTo>
                  <a:cubicBezTo>
                    <a:pt x="6299" y="1"/>
                    <a:pt x="1" y="6324"/>
                    <a:pt x="1" y="14069"/>
                  </a:cubicBezTo>
                  <a:cubicBezTo>
                    <a:pt x="1" y="15784"/>
                    <a:pt x="1398" y="17181"/>
                    <a:pt x="3113" y="17181"/>
                  </a:cubicBezTo>
                  <a:cubicBezTo>
                    <a:pt x="4829" y="17181"/>
                    <a:pt x="6226" y="15784"/>
                    <a:pt x="6226" y="14069"/>
                  </a:cubicBezTo>
                  <a:cubicBezTo>
                    <a:pt x="6226" y="9755"/>
                    <a:pt x="9731" y="6226"/>
                    <a:pt x="14069" y="6226"/>
                  </a:cubicBezTo>
                  <a:cubicBezTo>
                    <a:pt x="18407" y="6226"/>
                    <a:pt x="21911" y="9755"/>
                    <a:pt x="21911" y="14069"/>
                  </a:cubicBezTo>
                  <a:cubicBezTo>
                    <a:pt x="21911" y="15784"/>
                    <a:pt x="23308" y="17181"/>
                    <a:pt x="25024" y="17181"/>
                  </a:cubicBezTo>
                  <a:cubicBezTo>
                    <a:pt x="26740" y="17181"/>
                    <a:pt x="28137" y="15784"/>
                    <a:pt x="28137" y="14069"/>
                  </a:cubicBezTo>
                  <a:cubicBezTo>
                    <a:pt x="28137" y="6324"/>
                    <a:pt x="21838" y="1"/>
                    <a:pt x="14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56"/>
            <p:cNvSpPr/>
            <p:nvPr/>
          </p:nvSpPr>
          <p:spPr>
            <a:xfrm>
              <a:off x="2371325" y="1476425"/>
              <a:ext cx="827800" cy="492025"/>
            </a:xfrm>
            <a:custGeom>
              <a:avLst/>
              <a:gdLst/>
              <a:ahLst/>
              <a:cxnLst/>
              <a:rect l="l" t="t" r="r" b="b"/>
              <a:pathLst>
                <a:path w="33112" h="19681" extrusionOk="0">
                  <a:moveTo>
                    <a:pt x="16568" y="0"/>
                  </a:moveTo>
                  <a:cubicBezTo>
                    <a:pt x="7427" y="0"/>
                    <a:pt x="0" y="7426"/>
                    <a:pt x="0" y="16568"/>
                  </a:cubicBezTo>
                  <a:cubicBezTo>
                    <a:pt x="0" y="18284"/>
                    <a:pt x="1397" y="19681"/>
                    <a:pt x="3113" y="19681"/>
                  </a:cubicBezTo>
                  <a:cubicBezTo>
                    <a:pt x="4829" y="19681"/>
                    <a:pt x="6226" y="18284"/>
                    <a:pt x="6226" y="16568"/>
                  </a:cubicBezTo>
                  <a:cubicBezTo>
                    <a:pt x="6226" y="10858"/>
                    <a:pt x="10858" y="6225"/>
                    <a:pt x="16568" y="6225"/>
                  </a:cubicBezTo>
                  <a:cubicBezTo>
                    <a:pt x="22254" y="6225"/>
                    <a:pt x="26911" y="10858"/>
                    <a:pt x="26911" y="16568"/>
                  </a:cubicBezTo>
                  <a:cubicBezTo>
                    <a:pt x="26911" y="18284"/>
                    <a:pt x="28284" y="19681"/>
                    <a:pt x="29999" y="19681"/>
                  </a:cubicBezTo>
                  <a:cubicBezTo>
                    <a:pt x="31739" y="19681"/>
                    <a:pt x="33112" y="18284"/>
                    <a:pt x="33112" y="16568"/>
                  </a:cubicBezTo>
                  <a:lnTo>
                    <a:pt x="33112" y="16348"/>
                  </a:lnTo>
                  <a:cubicBezTo>
                    <a:pt x="33112" y="16274"/>
                    <a:pt x="33112" y="16225"/>
                    <a:pt x="33112" y="16176"/>
                  </a:cubicBezTo>
                  <a:cubicBezTo>
                    <a:pt x="32916" y="7206"/>
                    <a:pt x="25563" y="0"/>
                    <a:pt x="16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6"/>
            <p:cNvSpPr/>
            <p:nvPr/>
          </p:nvSpPr>
          <p:spPr>
            <a:xfrm>
              <a:off x="1742675" y="1241750"/>
              <a:ext cx="155650" cy="406250"/>
            </a:xfrm>
            <a:custGeom>
              <a:avLst/>
              <a:gdLst/>
              <a:ahLst/>
              <a:cxnLst/>
              <a:rect l="l" t="t" r="r" b="b"/>
              <a:pathLst>
                <a:path w="6226" h="16250" extrusionOk="0">
                  <a:moveTo>
                    <a:pt x="3113" y="0"/>
                  </a:moveTo>
                  <a:cubicBezTo>
                    <a:pt x="1397" y="0"/>
                    <a:pt x="0" y="1397"/>
                    <a:pt x="0" y="3113"/>
                  </a:cubicBezTo>
                  <a:lnTo>
                    <a:pt x="0" y="13137"/>
                  </a:lnTo>
                  <a:cubicBezTo>
                    <a:pt x="0" y="14853"/>
                    <a:pt x="1397" y="16250"/>
                    <a:pt x="3113" y="16250"/>
                  </a:cubicBezTo>
                  <a:cubicBezTo>
                    <a:pt x="4829" y="16250"/>
                    <a:pt x="6226" y="14853"/>
                    <a:pt x="6226" y="13137"/>
                  </a:cubicBezTo>
                  <a:lnTo>
                    <a:pt x="6226" y="3113"/>
                  </a:lnTo>
                  <a:cubicBezTo>
                    <a:pt x="6226" y="1397"/>
                    <a:pt x="4829" y="0"/>
                    <a:pt x="31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6"/>
            <p:cNvSpPr/>
            <p:nvPr/>
          </p:nvSpPr>
          <p:spPr>
            <a:xfrm>
              <a:off x="1742675" y="1801775"/>
              <a:ext cx="155650" cy="229800"/>
            </a:xfrm>
            <a:custGeom>
              <a:avLst/>
              <a:gdLst/>
              <a:ahLst/>
              <a:cxnLst/>
              <a:rect l="l" t="t" r="r" b="b"/>
              <a:pathLst>
                <a:path w="6226" h="9192" extrusionOk="0">
                  <a:moveTo>
                    <a:pt x="3113" y="0"/>
                  </a:moveTo>
                  <a:cubicBezTo>
                    <a:pt x="1397" y="0"/>
                    <a:pt x="0" y="1397"/>
                    <a:pt x="0" y="3113"/>
                  </a:cubicBezTo>
                  <a:lnTo>
                    <a:pt x="0" y="6079"/>
                  </a:lnTo>
                  <a:cubicBezTo>
                    <a:pt x="0" y="7794"/>
                    <a:pt x="1397" y="9191"/>
                    <a:pt x="3113" y="9191"/>
                  </a:cubicBezTo>
                  <a:cubicBezTo>
                    <a:pt x="4829" y="9191"/>
                    <a:pt x="6226" y="7794"/>
                    <a:pt x="6226" y="6079"/>
                  </a:cubicBezTo>
                  <a:lnTo>
                    <a:pt x="6226" y="3113"/>
                  </a:lnTo>
                  <a:cubicBezTo>
                    <a:pt x="6226" y="1397"/>
                    <a:pt x="4829" y="0"/>
                    <a:pt x="31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56"/>
            <p:cNvSpPr/>
            <p:nvPr/>
          </p:nvSpPr>
          <p:spPr>
            <a:xfrm>
              <a:off x="2365200" y="2133250"/>
              <a:ext cx="155650" cy="344375"/>
            </a:xfrm>
            <a:custGeom>
              <a:avLst/>
              <a:gdLst/>
              <a:ahLst/>
              <a:cxnLst/>
              <a:rect l="l" t="t" r="r" b="b"/>
              <a:pathLst>
                <a:path w="6226" h="13775" extrusionOk="0">
                  <a:moveTo>
                    <a:pt x="3113" y="1"/>
                  </a:moveTo>
                  <a:cubicBezTo>
                    <a:pt x="1397" y="1"/>
                    <a:pt x="0" y="1398"/>
                    <a:pt x="0" y="3113"/>
                  </a:cubicBezTo>
                  <a:lnTo>
                    <a:pt x="0" y="10662"/>
                  </a:lnTo>
                  <a:cubicBezTo>
                    <a:pt x="0" y="12378"/>
                    <a:pt x="1397" y="13775"/>
                    <a:pt x="3113" y="13775"/>
                  </a:cubicBezTo>
                  <a:cubicBezTo>
                    <a:pt x="4829" y="13775"/>
                    <a:pt x="6226" y="12378"/>
                    <a:pt x="6226" y="10662"/>
                  </a:cubicBezTo>
                  <a:lnTo>
                    <a:pt x="6226" y="3113"/>
                  </a:lnTo>
                  <a:cubicBezTo>
                    <a:pt x="6226" y="1398"/>
                    <a:pt x="4829" y="1"/>
                    <a:pt x="31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6"/>
            <p:cNvSpPr/>
            <p:nvPr/>
          </p:nvSpPr>
          <p:spPr>
            <a:xfrm>
              <a:off x="4081425" y="1655950"/>
              <a:ext cx="155650" cy="205900"/>
            </a:xfrm>
            <a:custGeom>
              <a:avLst/>
              <a:gdLst/>
              <a:ahLst/>
              <a:cxnLst/>
              <a:rect l="l" t="t" r="r" b="b"/>
              <a:pathLst>
                <a:path w="6226" h="8236" extrusionOk="0">
                  <a:moveTo>
                    <a:pt x="3113" y="0"/>
                  </a:moveTo>
                  <a:cubicBezTo>
                    <a:pt x="1397" y="0"/>
                    <a:pt x="0" y="1397"/>
                    <a:pt x="0" y="3113"/>
                  </a:cubicBezTo>
                  <a:lnTo>
                    <a:pt x="0" y="5123"/>
                  </a:lnTo>
                  <a:cubicBezTo>
                    <a:pt x="0" y="6838"/>
                    <a:pt x="1397" y="8235"/>
                    <a:pt x="3113" y="8235"/>
                  </a:cubicBezTo>
                  <a:cubicBezTo>
                    <a:pt x="4829" y="8235"/>
                    <a:pt x="6226" y="6838"/>
                    <a:pt x="6226" y="5123"/>
                  </a:cubicBezTo>
                  <a:lnTo>
                    <a:pt x="6226" y="3113"/>
                  </a:lnTo>
                  <a:cubicBezTo>
                    <a:pt x="6226" y="1397"/>
                    <a:pt x="4829" y="0"/>
                    <a:pt x="31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6"/>
            <p:cNvSpPr/>
            <p:nvPr/>
          </p:nvSpPr>
          <p:spPr>
            <a:xfrm>
              <a:off x="4081425" y="1988050"/>
              <a:ext cx="155650" cy="433825"/>
            </a:xfrm>
            <a:custGeom>
              <a:avLst/>
              <a:gdLst/>
              <a:ahLst/>
              <a:cxnLst/>
              <a:rect l="l" t="t" r="r" b="b"/>
              <a:pathLst>
                <a:path w="6226" h="17353" extrusionOk="0">
                  <a:moveTo>
                    <a:pt x="3113" y="0"/>
                  </a:moveTo>
                  <a:cubicBezTo>
                    <a:pt x="1397" y="0"/>
                    <a:pt x="0" y="1373"/>
                    <a:pt x="0" y="3113"/>
                  </a:cubicBezTo>
                  <a:lnTo>
                    <a:pt x="0" y="14240"/>
                  </a:lnTo>
                  <a:cubicBezTo>
                    <a:pt x="0" y="15955"/>
                    <a:pt x="1397" y="17352"/>
                    <a:pt x="3113" y="17352"/>
                  </a:cubicBezTo>
                  <a:cubicBezTo>
                    <a:pt x="4829" y="17352"/>
                    <a:pt x="6226" y="15955"/>
                    <a:pt x="6226" y="14240"/>
                  </a:cubicBezTo>
                  <a:lnTo>
                    <a:pt x="6226" y="3113"/>
                  </a:lnTo>
                  <a:cubicBezTo>
                    <a:pt x="6226" y="1373"/>
                    <a:pt x="4829" y="0"/>
                    <a:pt x="31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6"/>
            <p:cNvSpPr/>
            <p:nvPr/>
          </p:nvSpPr>
          <p:spPr>
            <a:xfrm>
              <a:off x="1742675" y="238125"/>
              <a:ext cx="1456450" cy="2272600"/>
            </a:xfrm>
            <a:custGeom>
              <a:avLst/>
              <a:gdLst/>
              <a:ahLst/>
              <a:cxnLst/>
              <a:rect l="l" t="t" r="r" b="b"/>
              <a:pathLst>
                <a:path w="58258" h="90904" extrusionOk="0">
                  <a:moveTo>
                    <a:pt x="29141" y="0"/>
                  </a:moveTo>
                  <a:cubicBezTo>
                    <a:pt x="13088" y="0"/>
                    <a:pt x="0" y="13063"/>
                    <a:pt x="0" y="29141"/>
                  </a:cubicBezTo>
                  <a:cubicBezTo>
                    <a:pt x="0" y="30857"/>
                    <a:pt x="1397" y="32229"/>
                    <a:pt x="3113" y="32229"/>
                  </a:cubicBezTo>
                  <a:cubicBezTo>
                    <a:pt x="4829" y="32229"/>
                    <a:pt x="6226" y="30857"/>
                    <a:pt x="6226" y="29141"/>
                  </a:cubicBezTo>
                  <a:cubicBezTo>
                    <a:pt x="6226" y="16494"/>
                    <a:pt x="16519" y="6225"/>
                    <a:pt x="29141" y="6225"/>
                  </a:cubicBezTo>
                  <a:cubicBezTo>
                    <a:pt x="41763" y="6225"/>
                    <a:pt x="52057" y="16494"/>
                    <a:pt x="52057" y="29141"/>
                  </a:cubicBezTo>
                  <a:lnTo>
                    <a:pt x="52057" y="87790"/>
                  </a:lnTo>
                  <a:cubicBezTo>
                    <a:pt x="52057" y="89506"/>
                    <a:pt x="53430" y="90903"/>
                    <a:pt x="55145" y="90903"/>
                  </a:cubicBezTo>
                  <a:cubicBezTo>
                    <a:pt x="56885" y="90903"/>
                    <a:pt x="58258" y="89506"/>
                    <a:pt x="58258" y="87790"/>
                  </a:cubicBezTo>
                  <a:lnTo>
                    <a:pt x="58258" y="29141"/>
                  </a:lnTo>
                  <a:cubicBezTo>
                    <a:pt x="58258" y="13063"/>
                    <a:pt x="45195" y="0"/>
                    <a:pt x="291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56"/>
            <p:cNvSpPr/>
            <p:nvPr/>
          </p:nvSpPr>
          <p:spPr>
            <a:xfrm>
              <a:off x="3044100" y="815300"/>
              <a:ext cx="1192975" cy="1420300"/>
            </a:xfrm>
            <a:custGeom>
              <a:avLst/>
              <a:gdLst/>
              <a:ahLst/>
              <a:cxnLst/>
              <a:rect l="l" t="t" r="r" b="b"/>
              <a:pathLst>
                <a:path w="47719" h="56812" extrusionOk="0">
                  <a:moveTo>
                    <a:pt x="23847" y="0"/>
                  </a:moveTo>
                  <a:cubicBezTo>
                    <a:pt x="10686" y="0"/>
                    <a:pt x="0" y="10711"/>
                    <a:pt x="0" y="23872"/>
                  </a:cubicBezTo>
                  <a:lnTo>
                    <a:pt x="0" y="53699"/>
                  </a:lnTo>
                  <a:cubicBezTo>
                    <a:pt x="0" y="55415"/>
                    <a:pt x="1373" y="56812"/>
                    <a:pt x="3088" y="56812"/>
                  </a:cubicBezTo>
                  <a:cubicBezTo>
                    <a:pt x="4828" y="56812"/>
                    <a:pt x="6201" y="55415"/>
                    <a:pt x="6201" y="53699"/>
                  </a:cubicBezTo>
                  <a:lnTo>
                    <a:pt x="6201" y="23872"/>
                  </a:lnTo>
                  <a:cubicBezTo>
                    <a:pt x="6201" y="14142"/>
                    <a:pt x="14117" y="6225"/>
                    <a:pt x="23847" y="6225"/>
                  </a:cubicBezTo>
                  <a:cubicBezTo>
                    <a:pt x="33577" y="6225"/>
                    <a:pt x="41493" y="14142"/>
                    <a:pt x="41493" y="23872"/>
                  </a:cubicBezTo>
                  <a:cubicBezTo>
                    <a:pt x="41493" y="25587"/>
                    <a:pt x="42890" y="26984"/>
                    <a:pt x="44606" y="26984"/>
                  </a:cubicBezTo>
                  <a:cubicBezTo>
                    <a:pt x="46322" y="26984"/>
                    <a:pt x="47719" y="25587"/>
                    <a:pt x="47719" y="23872"/>
                  </a:cubicBezTo>
                  <a:cubicBezTo>
                    <a:pt x="47719" y="10711"/>
                    <a:pt x="37008" y="0"/>
                    <a:pt x="238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6"/>
            <p:cNvSpPr/>
            <p:nvPr/>
          </p:nvSpPr>
          <p:spPr>
            <a:xfrm>
              <a:off x="2838225" y="2756950"/>
              <a:ext cx="548400" cy="307650"/>
            </a:xfrm>
            <a:custGeom>
              <a:avLst/>
              <a:gdLst/>
              <a:ahLst/>
              <a:cxnLst/>
              <a:rect l="l" t="t" r="r" b="b"/>
              <a:pathLst>
                <a:path w="21936" h="12306" extrusionOk="0">
                  <a:moveTo>
                    <a:pt x="10353" y="0"/>
                  </a:moveTo>
                  <a:cubicBezTo>
                    <a:pt x="6837" y="0"/>
                    <a:pt x="3378" y="235"/>
                    <a:pt x="0" y="689"/>
                  </a:cubicBezTo>
                  <a:lnTo>
                    <a:pt x="25" y="1351"/>
                  </a:lnTo>
                  <a:cubicBezTo>
                    <a:pt x="25" y="7404"/>
                    <a:pt x="4926" y="12306"/>
                    <a:pt x="10980" y="12306"/>
                  </a:cubicBezTo>
                  <a:cubicBezTo>
                    <a:pt x="17034" y="12306"/>
                    <a:pt x="21935" y="7404"/>
                    <a:pt x="21935" y="1351"/>
                  </a:cubicBezTo>
                  <a:lnTo>
                    <a:pt x="21935" y="909"/>
                  </a:lnTo>
                  <a:cubicBezTo>
                    <a:pt x="19730" y="542"/>
                    <a:pt x="17475" y="297"/>
                    <a:pt x="15220" y="150"/>
                  </a:cubicBezTo>
                  <a:cubicBezTo>
                    <a:pt x="13587" y="50"/>
                    <a:pt x="11964" y="0"/>
                    <a:pt x="103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4" name="Google Shape;2254;p56"/>
          <p:cNvGrpSpPr/>
          <p:nvPr/>
        </p:nvGrpSpPr>
        <p:grpSpPr>
          <a:xfrm>
            <a:off x="1692958" y="3736215"/>
            <a:ext cx="442008" cy="442325"/>
            <a:chOff x="1201025" y="238050"/>
            <a:chExt cx="5224675" cy="5228425"/>
          </a:xfrm>
        </p:grpSpPr>
        <p:sp>
          <p:nvSpPr>
            <p:cNvPr id="2255" name="Google Shape;2255;p56"/>
            <p:cNvSpPr/>
            <p:nvPr/>
          </p:nvSpPr>
          <p:spPr>
            <a:xfrm>
              <a:off x="1201025" y="238050"/>
              <a:ext cx="2637175" cy="2637300"/>
            </a:xfrm>
            <a:custGeom>
              <a:avLst/>
              <a:gdLst/>
              <a:ahLst/>
              <a:cxnLst/>
              <a:rect l="l" t="t" r="r" b="b"/>
              <a:pathLst>
                <a:path w="105487" h="105492" extrusionOk="0">
                  <a:moveTo>
                    <a:pt x="36982" y="0"/>
                  </a:moveTo>
                  <a:cubicBezTo>
                    <a:pt x="36620" y="0"/>
                    <a:pt x="36270" y="56"/>
                    <a:pt x="35931" y="175"/>
                  </a:cubicBezTo>
                  <a:cubicBezTo>
                    <a:pt x="31127" y="1866"/>
                    <a:pt x="32279" y="14488"/>
                    <a:pt x="28333" y="17625"/>
                  </a:cubicBezTo>
                  <a:cubicBezTo>
                    <a:pt x="26993" y="18682"/>
                    <a:pt x="24730" y="18905"/>
                    <a:pt x="22213" y="18905"/>
                  </a:cubicBezTo>
                  <a:cubicBezTo>
                    <a:pt x="20370" y="18905"/>
                    <a:pt x="18390" y="18785"/>
                    <a:pt x="16538" y="18785"/>
                  </a:cubicBezTo>
                  <a:cubicBezTo>
                    <a:pt x="13472" y="18785"/>
                    <a:pt x="10754" y="19114"/>
                    <a:pt x="9584" y="20860"/>
                  </a:cubicBezTo>
                  <a:cubicBezTo>
                    <a:pt x="6814" y="25002"/>
                    <a:pt x="15123" y="34536"/>
                    <a:pt x="13652" y="39462"/>
                  </a:cubicBezTo>
                  <a:cubicBezTo>
                    <a:pt x="12255" y="44192"/>
                    <a:pt x="1" y="47526"/>
                    <a:pt x="1" y="52746"/>
                  </a:cubicBezTo>
                  <a:cubicBezTo>
                    <a:pt x="1" y="57942"/>
                    <a:pt x="12255" y="61299"/>
                    <a:pt x="13652" y="66005"/>
                  </a:cubicBezTo>
                  <a:cubicBezTo>
                    <a:pt x="15123" y="70931"/>
                    <a:pt x="6814" y="80490"/>
                    <a:pt x="9559" y="84607"/>
                  </a:cubicBezTo>
                  <a:cubicBezTo>
                    <a:pt x="10736" y="86373"/>
                    <a:pt x="13480" y="86702"/>
                    <a:pt x="16570" y="86702"/>
                  </a:cubicBezTo>
                  <a:cubicBezTo>
                    <a:pt x="18404" y="86702"/>
                    <a:pt x="20360" y="86586"/>
                    <a:pt x="22183" y="86586"/>
                  </a:cubicBezTo>
                  <a:cubicBezTo>
                    <a:pt x="24706" y="86586"/>
                    <a:pt x="26974" y="86808"/>
                    <a:pt x="28308" y="87867"/>
                  </a:cubicBezTo>
                  <a:cubicBezTo>
                    <a:pt x="32279" y="90980"/>
                    <a:pt x="31127" y="103626"/>
                    <a:pt x="35906" y="105317"/>
                  </a:cubicBezTo>
                  <a:cubicBezTo>
                    <a:pt x="36245" y="105436"/>
                    <a:pt x="36596" y="105491"/>
                    <a:pt x="36958" y="105491"/>
                  </a:cubicBezTo>
                  <a:cubicBezTo>
                    <a:pt x="41586" y="105491"/>
                    <a:pt x="47924" y="96445"/>
                    <a:pt x="52744" y="96445"/>
                  </a:cubicBezTo>
                  <a:cubicBezTo>
                    <a:pt x="57563" y="96445"/>
                    <a:pt x="63880" y="105491"/>
                    <a:pt x="68505" y="105491"/>
                  </a:cubicBezTo>
                  <a:cubicBezTo>
                    <a:pt x="68867" y="105491"/>
                    <a:pt x="69217" y="105436"/>
                    <a:pt x="69557" y="105317"/>
                  </a:cubicBezTo>
                  <a:cubicBezTo>
                    <a:pt x="74360" y="103626"/>
                    <a:pt x="73208" y="91004"/>
                    <a:pt x="77154" y="87867"/>
                  </a:cubicBezTo>
                  <a:cubicBezTo>
                    <a:pt x="78494" y="86810"/>
                    <a:pt x="80757" y="86587"/>
                    <a:pt x="83274" y="86587"/>
                  </a:cubicBezTo>
                  <a:cubicBezTo>
                    <a:pt x="85117" y="86587"/>
                    <a:pt x="87097" y="86707"/>
                    <a:pt x="88949" y="86707"/>
                  </a:cubicBezTo>
                  <a:cubicBezTo>
                    <a:pt x="92015" y="86707"/>
                    <a:pt x="94733" y="86378"/>
                    <a:pt x="95903" y="84632"/>
                  </a:cubicBezTo>
                  <a:cubicBezTo>
                    <a:pt x="98673" y="80490"/>
                    <a:pt x="90364" y="70956"/>
                    <a:pt x="91835" y="66030"/>
                  </a:cubicBezTo>
                  <a:cubicBezTo>
                    <a:pt x="93232" y="61299"/>
                    <a:pt x="105486" y="57966"/>
                    <a:pt x="105486" y="52746"/>
                  </a:cubicBezTo>
                  <a:cubicBezTo>
                    <a:pt x="105486" y="47550"/>
                    <a:pt x="93232" y="44192"/>
                    <a:pt x="91835" y="39487"/>
                  </a:cubicBezTo>
                  <a:cubicBezTo>
                    <a:pt x="90364" y="34560"/>
                    <a:pt x="98673" y="25002"/>
                    <a:pt x="95903" y="20884"/>
                  </a:cubicBezTo>
                  <a:cubicBezTo>
                    <a:pt x="94737" y="19130"/>
                    <a:pt x="92001" y="18802"/>
                    <a:pt x="88916" y="18802"/>
                  </a:cubicBezTo>
                  <a:cubicBezTo>
                    <a:pt x="87078" y="18802"/>
                    <a:pt x="85116" y="18919"/>
                    <a:pt x="83288" y="18919"/>
                  </a:cubicBezTo>
                  <a:cubicBezTo>
                    <a:pt x="80772" y="18919"/>
                    <a:pt x="78510" y="18698"/>
                    <a:pt x="77179" y="17649"/>
                  </a:cubicBezTo>
                  <a:cubicBezTo>
                    <a:pt x="73208" y="14512"/>
                    <a:pt x="74360" y="1866"/>
                    <a:pt x="69581" y="175"/>
                  </a:cubicBezTo>
                  <a:cubicBezTo>
                    <a:pt x="69242" y="56"/>
                    <a:pt x="68891" y="0"/>
                    <a:pt x="68530" y="0"/>
                  </a:cubicBezTo>
                  <a:cubicBezTo>
                    <a:pt x="63901" y="0"/>
                    <a:pt x="57563" y="9047"/>
                    <a:pt x="52744" y="9047"/>
                  </a:cubicBezTo>
                  <a:cubicBezTo>
                    <a:pt x="47924" y="9047"/>
                    <a:pt x="41607" y="0"/>
                    <a:pt x="369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6"/>
            <p:cNvSpPr/>
            <p:nvPr/>
          </p:nvSpPr>
          <p:spPr>
            <a:xfrm>
              <a:off x="1847450" y="884525"/>
              <a:ext cx="1344325" cy="1344325"/>
            </a:xfrm>
            <a:custGeom>
              <a:avLst/>
              <a:gdLst/>
              <a:ahLst/>
              <a:cxnLst/>
              <a:rect l="l" t="t" r="r" b="b"/>
              <a:pathLst>
                <a:path w="53773" h="53773" extrusionOk="0">
                  <a:moveTo>
                    <a:pt x="26887" y="1"/>
                  </a:moveTo>
                  <a:cubicBezTo>
                    <a:pt x="12034" y="1"/>
                    <a:pt x="0" y="12035"/>
                    <a:pt x="0" y="26887"/>
                  </a:cubicBezTo>
                  <a:cubicBezTo>
                    <a:pt x="0" y="41739"/>
                    <a:pt x="12034" y="53773"/>
                    <a:pt x="26887" y="53773"/>
                  </a:cubicBezTo>
                  <a:cubicBezTo>
                    <a:pt x="41739" y="53773"/>
                    <a:pt x="53773" y="41739"/>
                    <a:pt x="53773" y="26887"/>
                  </a:cubicBezTo>
                  <a:cubicBezTo>
                    <a:pt x="53773" y="12035"/>
                    <a:pt x="41739" y="1"/>
                    <a:pt x="268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6"/>
            <p:cNvSpPr/>
            <p:nvPr/>
          </p:nvSpPr>
          <p:spPr>
            <a:xfrm>
              <a:off x="2289225" y="884525"/>
              <a:ext cx="902550" cy="1344325"/>
            </a:xfrm>
            <a:custGeom>
              <a:avLst/>
              <a:gdLst/>
              <a:ahLst/>
              <a:cxnLst/>
              <a:rect l="l" t="t" r="r" b="b"/>
              <a:pathLst>
                <a:path w="36102" h="53773" extrusionOk="0">
                  <a:moveTo>
                    <a:pt x="9216" y="1"/>
                  </a:moveTo>
                  <a:cubicBezTo>
                    <a:pt x="5980" y="1"/>
                    <a:pt x="2868" y="564"/>
                    <a:pt x="0" y="1618"/>
                  </a:cubicBezTo>
                  <a:cubicBezTo>
                    <a:pt x="10294" y="5393"/>
                    <a:pt x="17647" y="15270"/>
                    <a:pt x="17647" y="26887"/>
                  </a:cubicBezTo>
                  <a:cubicBezTo>
                    <a:pt x="17647" y="38504"/>
                    <a:pt x="10294" y="48381"/>
                    <a:pt x="0" y="52155"/>
                  </a:cubicBezTo>
                  <a:cubicBezTo>
                    <a:pt x="2868" y="53209"/>
                    <a:pt x="5980" y="53773"/>
                    <a:pt x="9216" y="53773"/>
                  </a:cubicBezTo>
                  <a:cubicBezTo>
                    <a:pt x="24068" y="53773"/>
                    <a:pt x="36102" y="41739"/>
                    <a:pt x="36102" y="26887"/>
                  </a:cubicBezTo>
                  <a:cubicBezTo>
                    <a:pt x="36102" y="12035"/>
                    <a:pt x="24068" y="1"/>
                    <a:pt x="9216" y="1"/>
                  </a:cubicBezTo>
                  <a:close/>
                </a:path>
              </a:pathLst>
            </a:custGeom>
            <a:solidFill>
              <a:srgbClr val="76861F">
                <a:alpha val="49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6"/>
            <p:cNvSpPr/>
            <p:nvPr/>
          </p:nvSpPr>
          <p:spPr>
            <a:xfrm>
              <a:off x="3904950" y="4108650"/>
              <a:ext cx="347450" cy="1357825"/>
            </a:xfrm>
            <a:custGeom>
              <a:avLst/>
              <a:gdLst/>
              <a:ahLst/>
              <a:cxnLst/>
              <a:rect l="l" t="t" r="r" b="b"/>
              <a:pathLst>
                <a:path w="13898" h="54313" extrusionOk="0">
                  <a:moveTo>
                    <a:pt x="1" y="1"/>
                  </a:moveTo>
                  <a:lnTo>
                    <a:pt x="1" y="54312"/>
                  </a:lnTo>
                  <a:lnTo>
                    <a:pt x="13897" y="54312"/>
                  </a:lnTo>
                  <a:lnTo>
                    <a:pt x="13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56"/>
            <p:cNvSpPr/>
            <p:nvPr/>
          </p:nvSpPr>
          <p:spPr>
            <a:xfrm>
              <a:off x="4022000" y="4108650"/>
              <a:ext cx="230400" cy="1357825"/>
            </a:xfrm>
            <a:custGeom>
              <a:avLst/>
              <a:gdLst/>
              <a:ahLst/>
              <a:cxnLst/>
              <a:rect l="l" t="t" r="r" b="b"/>
              <a:pathLst>
                <a:path w="9216" h="54313" extrusionOk="0">
                  <a:moveTo>
                    <a:pt x="0" y="1"/>
                  </a:moveTo>
                  <a:lnTo>
                    <a:pt x="0" y="54312"/>
                  </a:lnTo>
                  <a:lnTo>
                    <a:pt x="9215" y="54312"/>
                  </a:lnTo>
                  <a:lnTo>
                    <a:pt x="9215" y="1"/>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6"/>
            <p:cNvSpPr/>
            <p:nvPr/>
          </p:nvSpPr>
          <p:spPr>
            <a:xfrm>
              <a:off x="3411100" y="5155800"/>
              <a:ext cx="1335750" cy="310675"/>
            </a:xfrm>
            <a:custGeom>
              <a:avLst/>
              <a:gdLst/>
              <a:ahLst/>
              <a:cxnLst/>
              <a:rect l="l" t="t" r="r" b="b"/>
              <a:pathLst>
                <a:path w="53430" h="12427" extrusionOk="0">
                  <a:moveTo>
                    <a:pt x="12427" y="0"/>
                  </a:moveTo>
                  <a:cubicBezTo>
                    <a:pt x="5564" y="0"/>
                    <a:pt x="1" y="5564"/>
                    <a:pt x="1" y="12426"/>
                  </a:cubicBezTo>
                  <a:lnTo>
                    <a:pt x="53430" y="12426"/>
                  </a:lnTo>
                  <a:cubicBezTo>
                    <a:pt x="53430" y="5564"/>
                    <a:pt x="47842" y="0"/>
                    <a:pt x="409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6"/>
            <p:cNvSpPr/>
            <p:nvPr/>
          </p:nvSpPr>
          <p:spPr>
            <a:xfrm>
              <a:off x="4090000" y="5155800"/>
              <a:ext cx="656850" cy="310675"/>
            </a:xfrm>
            <a:custGeom>
              <a:avLst/>
              <a:gdLst/>
              <a:ahLst/>
              <a:cxnLst/>
              <a:rect l="l" t="t" r="r" b="b"/>
              <a:pathLst>
                <a:path w="26274" h="12427" extrusionOk="0">
                  <a:moveTo>
                    <a:pt x="1" y="0"/>
                  </a:moveTo>
                  <a:cubicBezTo>
                    <a:pt x="6863" y="0"/>
                    <a:pt x="12426" y="5564"/>
                    <a:pt x="12426" y="12426"/>
                  </a:cubicBezTo>
                  <a:lnTo>
                    <a:pt x="26274" y="12426"/>
                  </a:lnTo>
                  <a:cubicBezTo>
                    <a:pt x="26274" y="5564"/>
                    <a:pt x="20686" y="0"/>
                    <a:pt x="13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6"/>
            <p:cNvSpPr/>
            <p:nvPr/>
          </p:nvSpPr>
          <p:spPr>
            <a:xfrm>
              <a:off x="2696675" y="2172475"/>
              <a:ext cx="1058800" cy="1134150"/>
            </a:xfrm>
            <a:custGeom>
              <a:avLst/>
              <a:gdLst/>
              <a:ahLst/>
              <a:cxnLst/>
              <a:rect l="l" t="t" r="r" b="b"/>
              <a:pathLst>
                <a:path w="42352" h="45366" extrusionOk="0">
                  <a:moveTo>
                    <a:pt x="23995" y="0"/>
                  </a:moveTo>
                  <a:cubicBezTo>
                    <a:pt x="20539" y="0"/>
                    <a:pt x="17426" y="2083"/>
                    <a:pt x="16152" y="5245"/>
                  </a:cubicBezTo>
                  <a:lnTo>
                    <a:pt x="1" y="45366"/>
                  </a:lnTo>
                  <a:lnTo>
                    <a:pt x="24093" y="45366"/>
                  </a:lnTo>
                  <a:lnTo>
                    <a:pt x="4235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6"/>
            <p:cNvSpPr/>
            <p:nvPr/>
          </p:nvSpPr>
          <p:spPr>
            <a:xfrm>
              <a:off x="3986450" y="2172475"/>
              <a:ext cx="1140300" cy="1134150"/>
            </a:xfrm>
            <a:custGeom>
              <a:avLst/>
              <a:gdLst/>
              <a:ahLst/>
              <a:cxnLst/>
              <a:rect l="l" t="t" r="r" b="b"/>
              <a:pathLst>
                <a:path w="45612" h="45366" extrusionOk="0">
                  <a:moveTo>
                    <a:pt x="18186" y="0"/>
                  </a:moveTo>
                  <a:lnTo>
                    <a:pt x="1" y="45366"/>
                  </a:lnTo>
                  <a:lnTo>
                    <a:pt x="27377" y="45366"/>
                  </a:lnTo>
                  <a:lnTo>
                    <a:pt x="456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6"/>
            <p:cNvSpPr/>
            <p:nvPr/>
          </p:nvSpPr>
          <p:spPr>
            <a:xfrm>
              <a:off x="2270225" y="3306600"/>
              <a:ext cx="1028775" cy="1134175"/>
            </a:xfrm>
            <a:custGeom>
              <a:avLst/>
              <a:gdLst/>
              <a:ahLst/>
              <a:cxnLst/>
              <a:rect l="l" t="t" r="r" b="b"/>
              <a:pathLst>
                <a:path w="41151" h="45367" extrusionOk="0">
                  <a:moveTo>
                    <a:pt x="17059" y="1"/>
                  </a:moveTo>
                  <a:lnTo>
                    <a:pt x="1103" y="39681"/>
                  </a:lnTo>
                  <a:cubicBezTo>
                    <a:pt x="0" y="42401"/>
                    <a:pt x="2035" y="45367"/>
                    <a:pt x="5025" y="45367"/>
                  </a:cubicBezTo>
                  <a:lnTo>
                    <a:pt x="22892" y="45367"/>
                  </a:lnTo>
                  <a:lnTo>
                    <a:pt x="411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6"/>
            <p:cNvSpPr/>
            <p:nvPr/>
          </p:nvSpPr>
          <p:spPr>
            <a:xfrm>
              <a:off x="4670850" y="2172475"/>
              <a:ext cx="1138475" cy="1134150"/>
            </a:xfrm>
            <a:custGeom>
              <a:avLst/>
              <a:gdLst/>
              <a:ahLst/>
              <a:cxnLst/>
              <a:rect l="l" t="t" r="r" b="b"/>
              <a:pathLst>
                <a:path w="45539" h="45366" extrusionOk="0">
                  <a:moveTo>
                    <a:pt x="18235" y="0"/>
                  </a:moveTo>
                  <a:lnTo>
                    <a:pt x="1" y="45366"/>
                  </a:lnTo>
                  <a:lnTo>
                    <a:pt x="27206" y="45366"/>
                  </a:lnTo>
                  <a:lnTo>
                    <a:pt x="455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6"/>
            <p:cNvSpPr/>
            <p:nvPr/>
          </p:nvSpPr>
          <p:spPr>
            <a:xfrm>
              <a:off x="3298975" y="2172475"/>
              <a:ext cx="1142150" cy="1134150"/>
            </a:xfrm>
            <a:custGeom>
              <a:avLst/>
              <a:gdLst/>
              <a:ahLst/>
              <a:cxnLst/>
              <a:rect l="l" t="t" r="r" b="b"/>
              <a:pathLst>
                <a:path w="45686" h="45366" extrusionOk="0">
                  <a:moveTo>
                    <a:pt x="18260" y="0"/>
                  </a:moveTo>
                  <a:lnTo>
                    <a:pt x="1" y="45366"/>
                  </a:lnTo>
                  <a:lnTo>
                    <a:pt x="27500" y="45366"/>
                  </a:lnTo>
                  <a:lnTo>
                    <a:pt x="4568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6"/>
            <p:cNvSpPr/>
            <p:nvPr/>
          </p:nvSpPr>
          <p:spPr>
            <a:xfrm>
              <a:off x="2842500" y="3306600"/>
              <a:ext cx="1143975" cy="1134175"/>
            </a:xfrm>
            <a:custGeom>
              <a:avLst/>
              <a:gdLst/>
              <a:ahLst/>
              <a:cxnLst/>
              <a:rect l="l" t="t" r="r" b="b"/>
              <a:pathLst>
                <a:path w="45759" h="45367" extrusionOk="0">
                  <a:moveTo>
                    <a:pt x="18260" y="1"/>
                  </a:moveTo>
                  <a:lnTo>
                    <a:pt x="1" y="45367"/>
                  </a:lnTo>
                  <a:lnTo>
                    <a:pt x="27598" y="45367"/>
                  </a:lnTo>
                  <a:lnTo>
                    <a:pt x="45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6"/>
            <p:cNvSpPr/>
            <p:nvPr/>
          </p:nvSpPr>
          <p:spPr>
            <a:xfrm>
              <a:off x="5350975" y="2172475"/>
              <a:ext cx="1074725" cy="1134150"/>
            </a:xfrm>
            <a:custGeom>
              <a:avLst/>
              <a:gdLst/>
              <a:ahLst/>
              <a:cxnLst/>
              <a:rect l="l" t="t" r="r" b="b"/>
              <a:pathLst>
                <a:path w="42989" h="45366" extrusionOk="0">
                  <a:moveTo>
                    <a:pt x="18333" y="0"/>
                  </a:moveTo>
                  <a:lnTo>
                    <a:pt x="1" y="45366"/>
                  </a:lnTo>
                  <a:lnTo>
                    <a:pt x="25931" y="45366"/>
                  </a:lnTo>
                  <a:lnTo>
                    <a:pt x="41911" y="5686"/>
                  </a:lnTo>
                  <a:cubicBezTo>
                    <a:pt x="42989" y="2941"/>
                    <a:pt x="40955" y="0"/>
                    <a:pt x="379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6"/>
            <p:cNvSpPr/>
            <p:nvPr/>
          </p:nvSpPr>
          <p:spPr>
            <a:xfrm>
              <a:off x="5653650" y="2172475"/>
              <a:ext cx="772050" cy="1134150"/>
            </a:xfrm>
            <a:custGeom>
              <a:avLst/>
              <a:gdLst/>
              <a:ahLst/>
              <a:cxnLst/>
              <a:rect l="l" t="t" r="r" b="b"/>
              <a:pathLst>
                <a:path w="30882" h="45366" extrusionOk="0">
                  <a:moveTo>
                    <a:pt x="12035" y="0"/>
                  </a:moveTo>
                  <a:cubicBezTo>
                    <a:pt x="15025" y="0"/>
                    <a:pt x="17059" y="2941"/>
                    <a:pt x="15956" y="5686"/>
                  </a:cubicBezTo>
                  <a:lnTo>
                    <a:pt x="1" y="45366"/>
                  </a:lnTo>
                  <a:lnTo>
                    <a:pt x="13824" y="45366"/>
                  </a:lnTo>
                  <a:lnTo>
                    <a:pt x="29804" y="5686"/>
                  </a:lnTo>
                  <a:cubicBezTo>
                    <a:pt x="30882" y="2941"/>
                    <a:pt x="28848" y="0"/>
                    <a:pt x="25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6"/>
            <p:cNvSpPr/>
            <p:nvPr/>
          </p:nvSpPr>
          <p:spPr>
            <a:xfrm>
              <a:off x="4893275" y="3306600"/>
              <a:ext cx="1105975" cy="1134175"/>
            </a:xfrm>
            <a:custGeom>
              <a:avLst/>
              <a:gdLst/>
              <a:ahLst/>
              <a:cxnLst/>
              <a:rect l="l" t="t" r="r" b="b"/>
              <a:pathLst>
                <a:path w="44239" h="45367" extrusionOk="0">
                  <a:moveTo>
                    <a:pt x="18333" y="1"/>
                  </a:moveTo>
                  <a:lnTo>
                    <a:pt x="1" y="45367"/>
                  </a:lnTo>
                  <a:lnTo>
                    <a:pt x="20245" y="45367"/>
                  </a:lnTo>
                  <a:cubicBezTo>
                    <a:pt x="23700" y="45367"/>
                    <a:pt x="26813" y="43283"/>
                    <a:pt x="28088" y="40122"/>
                  </a:cubicBezTo>
                  <a:lnTo>
                    <a:pt x="44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6"/>
            <p:cNvSpPr/>
            <p:nvPr/>
          </p:nvSpPr>
          <p:spPr>
            <a:xfrm>
              <a:off x="5053800" y="3306600"/>
              <a:ext cx="945450" cy="1134175"/>
            </a:xfrm>
            <a:custGeom>
              <a:avLst/>
              <a:gdLst/>
              <a:ahLst/>
              <a:cxnLst/>
              <a:rect l="l" t="t" r="r" b="b"/>
              <a:pathLst>
                <a:path w="37818" h="45367" extrusionOk="0">
                  <a:moveTo>
                    <a:pt x="23995" y="1"/>
                  </a:moveTo>
                  <a:lnTo>
                    <a:pt x="7844" y="40122"/>
                  </a:lnTo>
                  <a:cubicBezTo>
                    <a:pt x="6569" y="43283"/>
                    <a:pt x="3457" y="45367"/>
                    <a:pt x="1" y="45367"/>
                  </a:cubicBezTo>
                  <a:lnTo>
                    <a:pt x="13824" y="45367"/>
                  </a:lnTo>
                  <a:cubicBezTo>
                    <a:pt x="17279" y="45367"/>
                    <a:pt x="20392" y="43283"/>
                    <a:pt x="21667" y="40122"/>
                  </a:cubicBezTo>
                  <a:lnTo>
                    <a:pt x="37818" y="1"/>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6"/>
            <p:cNvSpPr/>
            <p:nvPr/>
          </p:nvSpPr>
          <p:spPr>
            <a:xfrm>
              <a:off x="4215600" y="3306600"/>
              <a:ext cx="1135400" cy="1134175"/>
            </a:xfrm>
            <a:custGeom>
              <a:avLst/>
              <a:gdLst/>
              <a:ahLst/>
              <a:cxnLst/>
              <a:rect l="l" t="t" r="r" b="b"/>
              <a:pathLst>
                <a:path w="45416" h="45367" extrusionOk="0">
                  <a:moveTo>
                    <a:pt x="18211" y="1"/>
                  </a:moveTo>
                  <a:lnTo>
                    <a:pt x="1" y="45367"/>
                  </a:lnTo>
                  <a:lnTo>
                    <a:pt x="27108" y="45367"/>
                  </a:lnTo>
                  <a:lnTo>
                    <a:pt x="454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6"/>
            <p:cNvSpPr/>
            <p:nvPr/>
          </p:nvSpPr>
          <p:spPr>
            <a:xfrm>
              <a:off x="3532425" y="3306600"/>
              <a:ext cx="1138450" cy="1134175"/>
            </a:xfrm>
            <a:custGeom>
              <a:avLst/>
              <a:gdLst/>
              <a:ahLst/>
              <a:cxnLst/>
              <a:rect l="l" t="t" r="r" b="b"/>
              <a:pathLst>
                <a:path w="45538" h="45367" extrusionOk="0">
                  <a:moveTo>
                    <a:pt x="18162" y="1"/>
                  </a:moveTo>
                  <a:lnTo>
                    <a:pt x="1" y="45367"/>
                  </a:lnTo>
                  <a:lnTo>
                    <a:pt x="27328" y="45367"/>
                  </a:lnTo>
                  <a:lnTo>
                    <a:pt x="455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4" name="Google Shape;2274;p56"/>
          <p:cNvGrpSpPr/>
          <p:nvPr/>
        </p:nvGrpSpPr>
        <p:grpSpPr>
          <a:xfrm>
            <a:off x="3488660" y="3736221"/>
            <a:ext cx="442318" cy="442318"/>
            <a:chOff x="1190625" y="238125"/>
            <a:chExt cx="5228350" cy="5228350"/>
          </a:xfrm>
        </p:grpSpPr>
        <p:sp>
          <p:nvSpPr>
            <p:cNvPr id="2275" name="Google Shape;2275;p56"/>
            <p:cNvSpPr/>
            <p:nvPr/>
          </p:nvSpPr>
          <p:spPr>
            <a:xfrm>
              <a:off x="3955825" y="238125"/>
              <a:ext cx="2324050" cy="2324050"/>
            </a:xfrm>
            <a:custGeom>
              <a:avLst/>
              <a:gdLst/>
              <a:ahLst/>
              <a:cxnLst/>
              <a:rect l="l" t="t" r="r" b="b"/>
              <a:pathLst>
                <a:path w="92962" h="92962" extrusionOk="0">
                  <a:moveTo>
                    <a:pt x="46469" y="0"/>
                  </a:moveTo>
                  <a:cubicBezTo>
                    <a:pt x="20808" y="0"/>
                    <a:pt x="0" y="20808"/>
                    <a:pt x="0" y="46469"/>
                  </a:cubicBezTo>
                  <a:cubicBezTo>
                    <a:pt x="0" y="72154"/>
                    <a:pt x="20808" y="92962"/>
                    <a:pt x="46469" y="92962"/>
                  </a:cubicBezTo>
                  <a:cubicBezTo>
                    <a:pt x="72154" y="92962"/>
                    <a:pt x="92962" y="72154"/>
                    <a:pt x="92962" y="46469"/>
                  </a:cubicBezTo>
                  <a:cubicBezTo>
                    <a:pt x="92962" y="20808"/>
                    <a:pt x="72154" y="0"/>
                    <a:pt x="46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6"/>
            <p:cNvSpPr/>
            <p:nvPr/>
          </p:nvSpPr>
          <p:spPr>
            <a:xfrm>
              <a:off x="4886525" y="238125"/>
              <a:ext cx="1393350" cy="2324050"/>
            </a:xfrm>
            <a:custGeom>
              <a:avLst/>
              <a:gdLst/>
              <a:ahLst/>
              <a:cxnLst/>
              <a:rect l="l" t="t" r="r" b="b"/>
              <a:pathLst>
                <a:path w="55734" h="92962" extrusionOk="0">
                  <a:moveTo>
                    <a:pt x="9241" y="0"/>
                  </a:moveTo>
                  <a:cubicBezTo>
                    <a:pt x="6079" y="0"/>
                    <a:pt x="2991" y="319"/>
                    <a:pt x="1" y="931"/>
                  </a:cubicBezTo>
                  <a:cubicBezTo>
                    <a:pt x="21226" y="5220"/>
                    <a:pt x="37205" y="23970"/>
                    <a:pt x="37205" y="46469"/>
                  </a:cubicBezTo>
                  <a:cubicBezTo>
                    <a:pt x="37205" y="68968"/>
                    <a:pt x="21226" y="87741"/>
                    <a:pt x="1" y="92030"/>
                  </a:cubicBezTo>
                  <a:cubicBezTo>
                    <a:pt x="2991" y="92643"/>
                    <a:pt x="6079" y="92962"/>
                    <a:pt x="9241" y="92962"/>
                  </a:cubicBezTo>
                  <a:cubicBezTo>
                    <a:pt x="34926" y="92962"/>
                    <a:pt x="55734" y="72154"/>
                    <a:pt x="55734" y="46469"/>
                  </a:cubicBezTo>
                  <a:cubicBezTo>
                    <a:pt x="55734" y="20808"/>
                    <a:pt x="34926" y="0"/>
                    <a:pt x="9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6"/>
            <p:cNvSpPr/>
            <p:nvPr/>
          </p:nvSpPr>
          <p:spPr>
            <a:xfrm>
              <a:off x="5439200" y="2680400"/>
              <a:ext cx="958950" cy="958950"/>
            </a:xfrm>
            <a:custGeom>
              <a:avLst/>
              <a:gdLst/>
              <a:ahLst/>
              <a:cxnLst/>
              <a:rect l="l" t="t" r="r" b="b"/>
              <a:pathLst>
                <a:path w="38358" h="38358" extrusionOk="0">
                  <a:moveTo>
                    <a:pt x="19167" y="1"/>
                  </a:moveTo>
                  <a:cubicBezTo>
                    <a:pt x="8579" y="1"/>
                    <a:pt x="1" y="8579"/>
                    <a:pt x="1" y="19191"/>
                  </a:cubicBezTo>
                  <a:cubicBezTo>
                    <a:pt x="1" y="29779"/>
                    <a:pt x="8579" y="38357"/>
                    <a:pt x="19167" y="38357"/>
                  </a:cubicBezTo>
                  <a:cubicBezTo>
                    <a:pt x="29779" y="38357"/>
                    <a:pt x="38357" y="29779"/>
                    <a:pt x="38357" y="19191"/>
                  </a:cubicBezTo>
                  <a:cubicBezTo>
                    <a:pt x="38357" y="8579"/>
                    <a:pt x="29779" y="1"/>
                    <a:pt x="19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6"/>
            <p:cNvSpPr/>
            <p:nvPr/>
          </p:nvSpPr>
          <p:spPr>
            <a:xfrm>
              <a:off x="5687350" y="2680400"/>
              <a:ext cx="710800" cy="958950"/>
            </a:xfrm>
            <a:custGeom>
              <a:avLst/>
              <a:gdLst/>
              <a:ahLst/>
              <a:cxnLst/>
              <a:rect l="l" t="t" r="r" b="b"/>
              <a:pathLst>
                <a:path w="28432" h="38358" extrusionOk="0">
                  <a:moveTo>
                    <a:pt x="9241" y="1"/>
                  </a:moveTo>
                  <a:cubicBezTo>
                    <a:pt x="5883" y="1"/>
                    <a:pt x="2746" y="859"/>
                    <a:pt x="1" y="2378"/>
                  </a:cubicBezTo>
                  <a:cubicBezTo>
                    <a:pt x="5907" y="5638"/>
                    <a:pt x="9927" y="11937"/>
                    <a:pt x="9927" y="19191"/>
                  </a:cubicBezTo>
                  <a:cubicBezTo>
                    <a:pt x="9927" y="26421"/>
                    <a:pt x="5907" y="32720"/>
                    <a:pt x="1" y="35980"/>
                  </a:cubicBezTo>
                  <a:cubicBezTo>
                    <a:pt x="2746" y="37499"/>
                    <a:pt x="5883" y="38357"/>
                    <a:pt x="9241" y="38357"/>
                  </a:cubicBezTo>
                  <a:cubicBezTo>
                    <a:pt x="19853" y="38357"/>
                    <a:pt x="28431" y="29779"/>
                    <a:pt x="28431" y="19191"/>
                  </a:cubicBezTo>
                  <a:cubicBezTo>
                    <a:pt x="28431" y="8579"/>
                    <a:pt x="19853" y="1"/>
                    <a:pt x="9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6"/>
            <p:cNvSpPr/>
            <p:nvPr/>
          </p:nvSpPr>
          <p:spPr>
            <a:xfrm>
              <a:off x="1253725" y="245475"/>
              <a:ext cx="2714375" cy="3734550"/>
            </a:xfrm>
            <a:custGeom>
              <a:avLst/>
              <a:gdLst/>
              <a:ahLst/>
              <a:cxnLst/>
              <a:rect l="l" t="t" r="r" b="b"/>
              <a:pathLst>
                <a:path w="108575" h="149382" extrusionOk="0">
                  <a:moveTo>
                    <a:pt x="54287" y="0"/>
                  </a:moveTo>
                  <a:cubicBezTo>
                    <a:pt x="35220" y="0"/>
                    <a:pt x="19779" y="15441"/>
                    <a:pt x="19779" y="34508"/>
                  </a:cubicBezTo>
                  <a:cubicBezTo>
                    <a:pt x="19779" y="40194"/>
                    <a:pt x="21176" y="45562"/>
                    <a:pt x="23602" y="50317"/>
                  </a:cubicBezTo>
                  <a:cubicBezTo>
                    <a:pt x="9363" y="60096"/>
                    <a:pt x="0" y="76492"/>
                    <a:pt x="0" y="95094"/>
                  </a:cubicBezTo>
                  <a:cubicBezTo>
                    <a:pt x="0" y="125068"/>
                    <a:pt x="24313" y="149381"/>
                    <a:pt x="54287" y="149381"/>
                  </a:cubicBezTo>
                  <a:cubicBezTo>
                    <a:pt x="84262" y="149381"/>
                    <a:pt x="108574" y="125068"/>
                    <a:pt x="108574" y="95094"/>
                  </a:cubicBezTo>
                  <a:cubicBezTo>
                    <a:pt x="108574" y="76492"/>
                    <a:pt x="99212" y="60096"/>
                    <a:pt x="84948" y="50317"/>
                  </a:cubicBezTo>
                  <a:cubicBezTo>
                    <a:pt x="87399" y="45562"/>
                    <a:pt x="88796" y="40194"/>
                    <a:pt x="88796" y="34508"/>
                  </a:cubicBezTo>
                  <a:cubicBezTo>
                    <a:pt x="88796" y="15441"/>
                    <a:pt x="73331" y="0"/>
                    <a:pt x="542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6"/>
            <p:cNvSpPr/>
            <p:nvPr/>
          </p:nvSpPr>
          <p:spPr>
            <a:xfrm>
              <a:off x="2363350" y="245475"/>
              <a:ext cx="1604750" cy="3734550"/>
            </a:xfrm>
            <a:custGeom>
              <a:avLst/>
              <a:gdLst/>
              <a:ahLst/>
              <a:cxnLst/>
              <a:rect l="l" t="t" r="r" b="b"/>
              <a:pathLst>
                <a:path w="64190" h="149382" extrusionOk="0">
                  <a:moveTo>
                    <a:pt x="9902" y="0"/>
                  </a:moveTo>
                  <a:cubicBezTo>
                    <a:pt x="6471" y="0"/>
                    <a:pt x="3138" y="515"/>
                    <a:pt x="1" y="1446"/>
                  </a:cubicBezTo>
                  <a:cubicBezTo>
                    <a:pt x="14240" y="5686"/>
                    <a:pt x="24632" y="18896"/>
                    <a:pt x="24632" y="34508"/>
                  </a:cubicBezTo>
                  <a:cubicBezTo>
                    <a:pt x="24632" y="40194"/>
                    <a:pt x="23235" y="45562"/>
                    <a:pt x="20784" y="50317"/>
                  </a:cubicBezTo>
                  <a:cubicBezTo>
                    <a:pt x="35048" y="60096"/>
                    <a:pt x="44411" y="76492"/>
                    <a:pt x="44411" y="95094"/>
                  </a:cubicBezTo>
                  <a:cubicBezTo>
                    <a:pt x="44411" y="121711"/>
                    <a:pt x="25269" y="143842"/>
                    <a:pt x="1" y="148474"/>
                  </a:cubicBezTo>
                  <a:cubicBezTo>
                    <a:pt x="3211" y="149062"/>
                    <a:pt x="6520" y="149381"/>
                    <a:pt x="9902" y="149381"/>
                  </a:cubicBezTo>
                  <a:cubicBezTo>
                    <a:pt x="39877" y="149381"/>
                    <a:pt x="64189" y="125068"/>
                    <a:pt x="64189" y="95094"/>
                  </a:cubicBezTo>
                  <a:cubicBezTo>
                    <a:pt x="64189" y="76492"/>
                    <a:pt x="54827" y="60096"/>
                    <a:pt x="40563" y="50317"/>
                  </a:cubicBezTo>
                  <a:cubicBezTo>
                    <a:pt x="43014" y="45562"/>
                    <a:pt x="44411" y="40194"/>
                    <a:pt x="44411" y="34508"/>
                  </a:cubicBezTo>
                  <a:cubicBezTo>
                    <a:pt x="44411" y="15441"/>
                    <a:pt x="28946" y="0"/>
                    <a:pt x="9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6"/>
            <p:cNvSpPr/>
            <p:nvPr/>
          </p:nvSpPr>
          <p:spPr>
            <a:xfrm>
              <a:off x="5039100" y="1318950"/>
              <a:ext cx="966900" cy="3704525"/>
            </a:xfrm>
            <a:custGeom>
              <a:avLst/>
              <a:gdLst/>
              <a:ahLst/>
              <a:cxnLst/>
              <a:rect l="l" t="t" r="r" b="b"/>
              <a:pathLst>
                <a:path w="38676" h="148181" extrusionOk="0">
                  <a:moveTo>
                    <a:pt x="3138" y="0"/>
                  </a:moveTo>
                  <a:cubicBezTo>
                    <a:pt x="1398" y="0"/>
                    <a:pt x="1" y="1422"/>
                    <a:pt x="1" y="3162"/>
                  </a:cubicBezTo>
                  <a:lnTo>
                    <a:pt x="1" y="145043"/>
                  </a:lnTo>
                  <a:cubicBezTo>
                    <a:pt x="1" y="146784"/>
                    <a:pt x="1398" y="148181"/>
                    <a:pt x="3138" y="148181"/>
                  </a:cubicBezTo>
                  <a:cubicBezTo>
                    <a:pt x="4902" y="148181"/>
                    <a:pt x="6299" y="146784"/>
                    <a:pt x="6299" y="145043"/>
                  </a:cubicBezTo>
                  <a:lnTo>
                    <a:pt x="6299" y="107202"/>
                  </a:lnTo>
                  <a:lnTo>
                    <a:pt x="37450" y="76076"/>
                  </a:lnTo>
                  <a:cubicBezTo>
                    <a:pt x="38675" y="74826"/>
                    <a:pt x="38675" y="72841"/>
                    <a:pt x="37450" y="71591"/>
                  </a:cubicBezTo>
                  <a:cubicBezTo>
                    <a:pt x="36837" y="70978"/>
                    <a:pt x="36028" y="70672"/>
                    <a:pt x="35220" y="70672"/>
                  </a:cubicBezTo>
                  <a:cubicBezTo>
                    <a:pt x="34411" y="70672"/>
                    <a:pt x="33602" y="70978"/>
                    <a:pt x="32989" y="71591"/>
                  </a:cubicBezTo>
                  <a:lnTo>
                    <a:pt x="6299" y="98281"/>
                  </a:lnTo>
                  <a:lnTo>
                    <a:pt x="6299" y="3162"/>
                  </a:lnTo>
                  <a:cubicBezTo>
                    <a:pt x="6299" y="1422"/>
                    <a:pt x="4902" y="0"/>
                    <a:pt x="3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6"/>
            <p:cNvSpPr/>
            <p:nvPr/>
          </p:nvSpPr>
          <p:spPr>
            <a:xfrm>
              <a:off x="1829675" y="1008300"/>
              <a:ext cx="1314925" cy="4360750"/>
            </a:xfrm>
            <a:custGeom>
              <a:avLst/>
              <a:gdLst/>
              <a:ahLst/>
              <a:cxnLst/>
              <a:rect l="l" t="t" r="r" b="b"/>
              <a:pathLst>
                <a:path w="52597" h="174430" extrusionOk="0">
                  <a:moveTo>
                    <a:pt x="31249" y="1"/>
                  </a:moveTo>
                  <a:cubicBezTo>
                    <a:pt x="29509" y="1"/>
                    <a:pt x="28088" y="1398"/>
                    <a:pt x="28088" y="3138"/>
                  </a:cubicBezTo>
                  <a:lnTo>
                    <a:pt x="28088" y="82227"/>
                  </a:lnTo>
                  <a:lnTo>
                    <a:pt x="5711" y="59826"/>
                  </a:lnTo>
                  <a:cubicBezTo>
                    <a:pt x="5086" y="59214"/>
                    <a:pt x="4277" y="58907"/>
                    <a:pt x="3472" y="58907"/>
                  </a:cubicBezTo>
                  <a:cubicBezTo>
                    <a:pt x="2666" y="58907"/>
                    <a:pt x="1863" y="59214"/>
                    <a:pt x="1251" y="59826"/>
                  </a:cubicBezTo>
                  <a:cubicBezTo>
                    <a:pt x="1" y="61076"/>
                    <a:pt x="1" y="63062"/>
                    <a:pt x="1251" y="64287"/>
                  </a:cubicBezTo>
                  <a:lnTo>
                    <a:pt x="28088" y="91149"/>
                  </a:lnTo>
                  <a:lnTo>
                    <a:pt x="28088" y="171268"/>
                  </a:lnTo>
                  <a:cubicBezTo>
                    <a:pt x="28088" y="173008"/>
                    <a:pt x="29509" y="174429"/>
                    <a:pt x="31249" y="174429"/>
                  </a:cubicBezTo>
                  <a:cubicBezTo>
                    <a:pt x="32989" y="174429"/>
                    <a:pt x="34411" y="173008"/>
                    <a:pt x="34411" y="171268"/>
                  </a:cubicBezTo>
                  <a:lnTo>
                    <a:pt x="34411" y="57890"/>
                  </a:lnTo>
                  <a:lnTo>
                    <a:pt x="51371" y="40930"/>
                  </a:lnTo>
                  <a:cubicBezTo>
                    <a:pt x="52596" y="39705"/>
                    <a:pt x="52596" y="37720"/>
                    <a:pt x="51371" y="36470"/>
                  </a:cubicBezTo>
                  <a:cubicBezTo>
                    <a:pt x="50746" y="35857"/>
                    <a:pt x="49937" y="35551"/>
                    <a:pt x="49132" y="35551"/>
                  </a:cubicBezTo>
                  <a:cubicBezTo>
                    <a:pt x="48326" y="35551"/>
                    <a:pt x="47523" y="35857"/>
                    <a:pt x="46910" y="36470"/>
                  </a:cubicBezTo>
                  <a:lnTo>
                    <a:pt x="34411" y="48969"/>
                  </a:lnTo>
                  <a:lnTo>
                    <a:pt x="34411" y="3138"/>
                  </a:lnTo>
                  <a:cubicBezTo>
                    <a:pt x="34411" y="1398"/>
                    <a:pt x="32989" y="1"/>
                    <a:pt x="31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6"/>
            <p:cNvSpPr/>
            <p:nvPr/>
          </p:nvSpPr>
          <p:spPr>
            <a:xfrm>
              <a:off x="1190625" y="4196825"/>
              <a:ext cx="5228350" cy="1269650"/>
            </a:xfrm>
            <a:custGeom>
              <a:avLst/>
              <a:gdLst/>
              <a:ahLst/>
              <a:cxnLst/>
              <a:rect l="l" t="t" r="r" b="b"/>
              <a:pathLst>
                <a:path w="209134" h="50786" extrusionOk="0">
                  <a:moveTo>
                    <a:pt x="126524" y="0"/>
                  </a:moveTo>
                  <a:cubicBezTo>
                    <a:pt x="126415" y="0"/>
                    <a:pt x="126305" y="1"/>
                    <a:pt x="126196" y="3"/>
                  </a:cubicBezTo>
                  <a:cubicBezTo>
                    <a:pt x="116466" y="199"/>
                    <a:pt x="108696" y="8091"/>
                    <a:pt x="108623" y="17748"/>
                  </a:cubicBezTo>
                  <a:cubicBezTo>
                    <a:pt x="107497" y="17426"/>
                    <a:pt x="106307" y="17255"/>
                    <a:pt x="105052" y="17255"/>
                  </a:cubicBezTo>
                  <a:cubicBezTo>
                    <a:pt x="104968" y="17255"/>
                    <a:pt x="104884" y="17256"/>
                    <a:pt x="104800" y="17257"/>
                  </a:cubicBezTo>
                  <a:cubicBezTo>
                    <a:pt x="99408" y="17355"/>
                    <a:pt x="94824" y="20713"/>
                    <a:pt x="92913" y="25443"/>
                  </a:cubicBezTo>
                  <a:cubicBezTo>
                    <a:pt x="92227" y="16081"/>
                    <a:pt x="84408" y="8704"/>
                    <a:pt x="74850" y="8704"/>
                  </a:cubicBezTo>
                  <a:cubicBezTo>
                    <a:pt x="67522" y="8704"/>
                    <a:pt x="61198" y="13066"/>
                    <a:pt x="58355" y="19341"/>
                  </a:cubicBezTo>
                  <a:cubicBezTo>
                    <a:pt x="55806" y="17159"/>
                    <a:pt x="52522" y="15860"/>
                    <a:pt x="48944" y="15860"/>
                  </a:cubicBezTo>
                  <a:cubicBezTo>
                    <a:pt x="41126" y="15860"/>
                    <a:pt x="34753" y="22037"/>
                    <a:pt x="34410" y="29757"/>
                  </a:cubicBezTo>
                  <a:lnTo>
                    <a:pt x="21078" y="29757"/>
                  </a:lnTo>
                  <a:cubicBezTo>
                    <a:pt x="9436" y="29757"/>
                    <a:pt x="0" y="39168"/>
                    <a:pt x="0" y="50785"/>
                  </a:cubicBezTo>
                  <a:lnTo>
                    <a:pt x="209133" y="50785"/>
                  </a:lnTo>
                  <a:cubicBezTo>
                    <a:pt x="209133" y="39168"/>
                    <a:pt x="199697" y="29757"/>
                    <a:pt x="188056" y="29757"/>
                  </a:cubicBezTo>
                  <a:lnTo>
                    <a:pt x="175850" y="29757"/>
                  </a:lnTo>
                  <a:cubicBezTo>
                    <a:pt x="175536" y="19658"/>
                    <a:pt x="167228" y="11641"/>
                    <a:pt x="157124" y="11641"/>
                  </a:cubicBezTo>
                  <a:cubicBezTo>
                    <a:pt x="157002" y="11641"/>
                    <a:pt x="156880" y="11643"/>
                    <a:pt x="156758" y="11645"/>
                  </a:cubicBezTo>
                  <a:cubicBezTo>
                    <a:pt x="151979" y="11743"/>
                    <a:pt x="147665" y="13606"/>
                    <a:pt x="144406" y="16620"/>
                  </a:cubicBezTo>
                  <a:cubicBezTo>
                    <a:pt x="143727" y="7292"/>
                    <a:pt x="135959" y="0"/>
                    <a:pt x="1265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6"/>
            <p:cNvSpPr/>
            <p:nvPr/>
          </p:nvSpPr>
          <p:spPr>
            <a:xfrm>
              <a:off x="2182600" y="4669300"/>
              <a:ext cx="9225" cy="11050"/>
            </a:xfrm>
            <a:custGeom>
              <a:avLst/>
              <a:gdLst/>
              <a:ahLst/>
              <a:cxnLst/>
              <a:rect l="l" t="t" r="r" b="b"/>
              <a:pathLst>
                <a:path w="369" h="442" extrusionOk="0">
                  <a:moveTo>
                    <a:pt x="368" y="0"/>
                  </a:moveTo>
                  <a:cubicBezTo>
                    <a:pt x="246" y="98"/>
                    <a:pt x="123" y="197"/>
                    <a:pt x="1" y="295"/>
                  </a:cubicBezTo>
                  <a:cubicBezTo>
                    <a:pt x="50" y="344"/>
                    <a:pt x="99" y="393"/>
                    <a:pt x="172" y="442"/>
                  </a:cubicBezTo>
                  <a:cubicBezTo>
                    <a:pt x="221" y="295"/>
                    <a:pt x="295" y="147"/>
                    <a:pt x="368" y="0"/>
                  </a:cubicBezTo>
                  <a:close/>
                </a:path>
              </a:pathLst>
            </a:custGeom>
            <a:solidFill>
              <a:srgbClr val="96D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6"/>
            <p:cNvSpPr/>
            <p:nvPr/>
          </p:nvSpPr>
          <p:spPr>
            <a:xfrm>
              <a:off x="4887150" y="4487850"/>
              <a:ext cx="1531825" cy="978625"/>
            </a:xfrm>
            <a:custGeom>
              <a:avLst/>
              <a:gdLst/>
              <a:ahLst/>
              <a:cxnLst/>
              <a:rect l="l" t="t" r="r" b="b"/>
              <a:pathLst>
                <a:path w="61273" h="39145" extrusionOk="0">
                  <a:moveTo>
                    <a:pt x="9263" y="0"/>
                  </a:moveTo>
                  <a:cubicBezTo>
                    <a:pt x="9141" y="0"/>
                    <a:pt x="9019" y="2"/>
                    <a:pt x="8897" y="4"/>
                  </a:cubicBezTo>
                  <a:cubicBezTo>
                    <a:pt x="5662" y="77"/>
                    <a:pt x="2623" y="960"/>
                    <a:pt x="0" y="2455"/>
                  </a:cubicBezTo>
                  <a:cubicBezTo>
                    <a:pt x="5490" y="5567"/>
                    <a:pt x="9265" y="11376"/>
                    <a:pt x="9485" y="18116"/>
                  </a:cubicBezTo>
                  <a:lnTo>
                    <a:pt x="21691" y="18116"/>
                  </a:lnTo>
                  <a:cubicBezTo>
                    <a:pt x="33332" y="18116"/>
                    <a:pt x="42768" y="27527"/>
                    <a:pt x="42768" y="39144"/>
                  </a:cubicBezTo>
                  <a:lnTo>
                    <a:pt x="61272" y="39144"/>
                  </a:lnTo>
                  <a:cubicBezTo>
                    <a:pt x="61272" y="27527"/>
                    <a:pt x="51836" y="18116"/>
                    <a:pt x="40195" y="18116"/>
                  </a:cubicBezTo>
                  <a:lnTo>
                    <a:pt x="27989" y="18116"/>
                  </a:lnTo>
                  <a:cubicBezTo>
                    <a:pt x="27675" y="8017"/>
                    <a:pt x="19367" y="0"/>
                    <a:pt x="9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286" name="Google Shape;2286;p56"/>
          <p:cNvCxnSpPr>
            <a:stCxn id="2223" idx="2"/>
            <a:endCxn id="2202" idx="0"/>
          </p:cNvCxnSpPr>
          <p:nvPr/>
        </p:nvCxnSpPr>
        <p:spPr>
          <a:xfrm rot="-5400000" flipH="1">
            <a:off x="2246737" y="2060775"/>
            <a:ext cx="1130100" cy="1795800"/>
          </a:xfrm>
          <a:prstGeom prst="curvedConnector3">
            <a:avLst>
              <a:gd name="adj1" fmla="val 49998"/>
            </a:avLst>
          </a:prstGeom>
          <a:noFill/>
          <a:ln w="9525" cap="flat" cmpd="sng">
            <a:solidFill>
              <a:schemeClr val="dk1"/>
            </a:solidFill>
            <a:prstDash val="solid"/>
            <a:round/>
            <a:headEnd type="none" w="med" len="med"/>
            <a:tailEnd type="triangle" w="med" len="med"/>
          </a:ln>
        </p:spPr>
      </p:cxnSp>
      <p:cxnSp>
        <p:nvCxnSpPr>
          <p:cNvPr id="2287" name="Google Shape;2287;p56"/>
          <p:cNvCxnSpPr>
            <a:stCxn id="2224" idx="2"/>
          </p:cNvCxnSpPr>
          <p:nvPr/>
        </p:nvCxnSpPr>
        <p:spPr>
          <a:xfrm rot="-5400000" flipH="1">
            <a:off x="3737637" y="2342025"/>
            <a:ext cx="198600" cy="301800"/>
          </a:xfrm>
          <a:prstGeom prst="curvedConnector2">
            <a:avLst/>
          </a:prstGeom>
          <a:noFill/>
          <a:ln w="9525" cap="flat" cmpd="sng">
            <a:solidFill>
              <a:schemeClr val="dk1"/>
            </a:solidFill>
            <a:prstDash val="solid"/>
            <a:round/>
            <a:headEnd type="none" w="med" len="med"/>
            <a:tailEnd type="triangle" w="med" len="med"/>
          </a:ln>
        </p:spPr>
      </p:cxnSp>
      <p:cxnSp>
        <p:nvCxnSpPr>
          <p:cNvPr id="2288" name="Google Shape;2288;p56"/>
          <p:cNvCxnSpPr>
            <a:stCxn id="2225" idx="2"/>
          </p:cNvCxnSpPr>
          <p:nvPr/>
        </p:nvCxnSpPr>
        <p:spPr>
          <a:xfrm rot="-5400000" flipH="1">
            <a:off x="5512088" y="2339625"/>
            <a:ext cx="198600" cy="306600"/>
          </a:xfrm>
          <a:prstGeom prst="curvedConnector2">
            <a:avLst/>
          </a:prstGeom>
          <a:noFill/>
          <a:ln w="9525" cap="flat" cmpd="sng">
            <a:solidFill>
              <a:schemeClr val="dk1"/>
            </a:solidFill>
            <a:prstDash val="solid"/>
            <a:round/>
            <a:headEnd type="none" w="med" len="med"/>
            <a:tailEnd type="triangle" w="med" len="med"/>
          </a:ln>
        </p:spPr>
      </p:cxnSp>
      <p:cxnSp>
        <p:nvCxnSpPr>
          <p:cNvPr id="2289" name="Google Shape;2289;p56"/>
          <p:cNvCxnSpPr>
            <a:stCxn id="2226" idx="2"/>
          </p:cNvCxnSpPr>
          <p:nvPr/>
        </p:nvCxnSpPr>
        <p:spPr>
          <a:xfrm rot="-5400000" flipH="1">
            <a:off x="7286513" y="2337225"/>
            <a:ext cx="198600" cy="311400"/>
          </a:xfrm>
          <a:prstGeom prst="curvedConnector2">
            <a:avLst/>
          </a:prstGeom>
          <a:noFill/>
          <a:ln w="9525" cap="flat" cmpd="sng">
            <a:solidFill>
              <a:schemeClr val="dk1"/>
            </a:solidFill>
            <a:prstDash val="solid"/>
            <a:round/>
            <a:headEnd type="none" w="med" len="med"/>
            <a:tailEnd type="triangle" w="med" len="med"/>
          </a:ln>
        </p:spPr>
      </p:cxnSp>
      <p:sp>
        <p:nvSpPr>
          <p:cNvPr id="2290" name="Google Shape;2290;p56"/>
          <p:cNvSpPr txBox="1"/>
          <p:nvPr/>
        </p:nvSpPr>
        <p:spPr>
          <a:xfrm>
            <a:off x="714575" y="1259325"/>
            <a:ext cx="7714800" cy="36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Match each word with its corresponding icon by clicking and dragging the arrow below:</a:t>
            </a:r>
            <a:endParaRPr>
              <a:solidFill>
                <a:schemeClr val="dk1"/>
              </a:solidFill>
              <a:latin typeface="ABeeZee"/>
              <a:ea typeface="ABeeZee"/>
              <a:cs typeface="ABeeZee"/>
              <a:sym typeface="ABeeZee"/>
            </a:endParaRPr>
          </a:p>
        </p:txBody>
      </p:sp>
      <p:sp>
        <p:nvSpPr>
          <p:cNvPr id="2291" name="Google Shape;2291;p56"/>
          <p:cNvSpPr/>
          <p:nvPr/>
        </p:nvSpPr>
        <p:spPr>
          <a:xfrm rot="10800000">
            <a:off x="6284674" y="311836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6"/>
          <p:cNvSpPr/>
          <p:nvPr/>
        </p:nvSpPr>
        <p:spPr>
          <a:xfrm rot="10800000">
            <a:off x="4490644" y="3523725"/>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6"/>
        <p:cNvGrpSpPr/>
        <p:nvPr/>
      </p:nvGrpSpPr>
      <p:grpSpPr>
        <a:xfrm>
          <a:off x="0" y="0"/>
          <a:ext cx="0" cy="0"/>
          <a:chOff x="0" y="0"/>
          <a:chExt cx="0" cy="0"/>
        </a:xfrm>
      </p:grpSpPr>
      <p:sp>
        <p:nvSpPr>
          <p:cNvPr id="2297" name="Google Shape;2297;p57"/>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DISPOSE RESPONSIBLY</a:t>
            </a:r>
            <a:endParaRPr/>
          </a:p>
        </p:txBody>
      </p:sp>
      <p:grpSp>
        <p:nvGrpSpPr>
          <p:cNvPr id="2298" name="Google Shape;2298;p57"/>
          <p:cNvGrpSpPr/>
          <p:nvPr/>
        </p:nvGrpSpPr>
        <p:grpSpPr>
          <a:xfrm rot="2996445">
            <a:off x="6874971" y="315884"/>
            <a:ext cx="740371" cy="757532"/>
            <a:chOff x="4391775" y="4244400"/>
            <a:chExt cx="715125" cy="731700"/>
          </a:xfrm>
        </p:grpSpPr>
        <p:sp>
          <p:nvSpPr>
            <p:cNvPr id="2299" name="Google Shape;2299;p57"/>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7"/>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7"/>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2" name="Google Shape;2302;p57"/>
          <p:cNvSpPr txBox="1"/>
          <p:nvPr/>
        </p:nvSpPr>
        <p:spPr>
          <a:xfrm>
            <a:off x="714625" y="1259325"/>
            <a:ext cx="7714800" cy="31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Try to recognize where belongs each element and dispose of it correctly the arrow:</a:t>
            </a:r>
            <a:endParaRPr>
              <a:solidFill>
                <a:schemeClr val="dk1"/>
              </a:solidFill>
              <a:latin typeface="ABeeZee"/>
              <a:ea typeface="ABeeZee"/>
              <a:cs typeface="ABeeZee"/>
              <a:sym typeface="ABeeZee"/>
            </a:endParaRPr>
          </a:p>
        </p:txBody>
      </p:sp>
      <p:sp>
        <p:nvSpPr>
          <p:cNvPr id="2303" name="Google Shape;2303;p57"/>
          <p:cNvSpPr/>
          <p:nvPr/>
        </p:nvSpPr>
        <p:spPr>
          <a:xfrm rot="10800000">
            <a:off x="3425774" y="192586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7"/>
          <p:cNvSpPr/>
          <p:nvPr/>
        </p:nvSpPr>
        <p:spPr>
          <a:xfrm rot="10800000">
            <a:off x="8129649" y="2499956"/>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05" name="Google Shape;2305;p57"/>
          <p:cNvCxnSpPr>
            <a:stCxn id="2306" idx="5"/>
            <a:endCxn id="2307" idx="0"/>
          </p:cNvCxnSpPr>
          <p:nvPr/>
        </p:nvCxnSpPr>
        <p:spPr>
          <a:xfrm rot="-5400000" flipH="1">
            <a:off x="1565969" y="2529539"/>
            <a:ext cx="870300" cy="833400"/>
          </a:xfrm>
          <a:prstGeom prst="curvedConnector3">
            <a:avLst>
              <a:gd name="adj1" fmla="val 50539"/>
            </a:avLst>
          </a:prstGeom>
          <a:noFill/>
          <a:ln w="9525" cap="flat" cmpd="sng">
            <a:solidFill>
              <a:schemeClr val="dk1"/>
            </a:solidFill>
            <a:prstDash val="solid"/>
            <a:round/>
            <a:headEnd type="none" w="med" len="med"/>
            <a:tailEnd type="triangle" w="med" len="med"/>
          </a:ln>
        </p:spPr>
      </p:cxnSp>
      <p:grpSp>
        <p:nvGrpSpPr>
          <p:cNvPr id="2308" name="Google Shape;2308;p57"/>
          <p:cNvGrpSpPr/>
          <p:nvPr/>
        </p:nvGrpSpPr>
        <p:grpSpPr>
          <a:xfrm>
            <a:off x="1740979" y="3286003"/>
            <a:ext cx="1305616" cy="1424089"/>
            <a:chOff x="1489099" y="3106467"/>
            <a:chExt cx="1421775" cy="1603523"/>
          </a:xfrm>
        </p:grpSpPr>
        <p:grpSp>
          <p:nvGrpSpPr>
            <p:cNvPr id="2309" name="Google Shape;2309;p57"/>
            <p:cNvGrpSpPr/>
            <p:nvPr/>
          </p:nvGrpSpPr>
          <p:grpSpPr>
            <a:xfrm>
              <a:off x="1489099" y="3106467"/>
              <a:ext cx="1421775" cy="1603523"/>
              <a:chOff x="1492568" y="3038790"/>
              <a:chExt cx="1500395" cy="1692194"/>
            </a:xfrm>
          </p:grpSpPr>
          <p:sp>
            <p:nvSpPr>
              <p:cNvPr id="2310" name="Google Shape;2310;p57"/>
              <p:cNvSpPr/>
              <p:nvPr/>
            </p:nvSpPr>
            <p:spPr>
              <a:xfrm rot="619987">
                <a:off x="1608788" y="3218189"/>
                <a:ext cx="1267954" cy="1410517"/>
              </a:xfrm>
              <a:custGeom>
                <a:avLst/>
                <a:gdLst/>
                <a:ahLst/>
                <a:cxnLst/>
                <a:rect l="l" t="t" r="r" b="b"/>
                <a:pathLst>
                  <a:path w="44399" h="49391" extrusionOk="0">
                    <a:moveTo>
                      <a:pt x="37794" y="0"/>
                    </a:moveTo>
                    <a:cubicBezTo>
                      <a:pt x="37794" y="0"/>
                      <a:pt x="19114" y="867"/>
                      <a:pt x="0" y="6438"/>
                    </a:cubicBezTo>
                    <a:cubicBezTo>
                      <a:pt x="0" y="6438"/>
                      <a:pt x="8039" y="38828"/>
                      <a:pt x="14177" y="49235"/>
                    </a:cubicBezTo>
                    <a:cubicBezTo>
                      <a:pt x="14177" y="49235"/>
                      <a:pt x="15665" y="49390"/>
                      <a:pt x="18137" y="49390"/>
                    </a:cubicBezTo>
                    <a:cubicBezTo>
                      <a:pt x="23773" y="49390"/>
                      <a:pt x="34521" y="48585"/>
                      <a:pt x="44399" y="43298"/>
                    </a:cubicBezTo>
                    <a:cubicBezTo>
                      <a:pt x="44399" y="43298"/>
                      <a:pt x="41563" y="16178"/>
                      <a:pt x="37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57"/>
              <p:cNvSpPr/>
              <p:nvPr/>
            </p:nvSpPr>
            <p:spPr>
              <a:xfrm rot="619987">
                <a:off x="1662759" y="3181570"/>
                <a:ext cx="1190819" cy="268647"/>
              </a:xfrm>
              <a:custGeom>
                <a:avLst/>
                <a:gdLst/>
                <a:ahLst/>
                <a:cxnLst/>
                <a:rect l="l" t="t" r="r" b="b"/>
                <a:pathLst>
                  <a:path w="41698" h="9407" extrusionOk="0">
                    <a:moveTo>
                      <a:pt x="33504" y="0"/>
                    </a:moveTo>
                    <a:cubicBezTo>
                      <a:pt x="25960" y="0"/>
                      <a:pt x="13862" y="1352"/>
                      <a:pt x="1" y="8006"/>
                    </a:cubicBezTo>
                    <a:lnTo>
                      <a:pt x="1001" y="9407"/>
                    </a:lnTo>
                    <a:cubicBezTo>
                      <a:pt x="1001" y="9407"/>
                      <a:pt x="24218" y="4870"/>
                      <a:pt x="41564" y="2569"/>
                    </a:cubicBezTo>
                    <a:lnTo>
                      <a:pt x="41697" y="634"/>
                    </a:lnTo>
                    <a:cubicBezTo>
                      <a:pt x="41697" y="634"/>
                      <a:pt x="38668" y="0"/>
                      <a:pt x="335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57"/>
              <p:cNvSpPr/>
              <p:nvPr/>
            </p:nvSpPr>
            <p:spPr>
              <a:xfrm rot="619987">
                <a:off x="1750990" y="3127646"/>
                <a:ext cx="1014586" cy="263592"/>
              </a:xfrm>
              <a:custGeom>
                <a:avLst/>
                <a:gdLst/>
                <a:ahLst/>
                <a:cxnLst/>
                <a:rect l="l" t="t" r="r" b="b"/>
                <a:pathLst>
                  <a:path w="35527" h="9230" extrusionOk="0">
                    <a:moveTo>
                      <a:pt x="25993" y="0"/>
                    </a:moveTo>
                    <a:cubicBezTo>
                      <a:pt x="9342" y="0"/>
                      <a:pt x="1" y="6260"/>
                      <a:pt x="1" y="6260"/>
                    </a:cubicBezTo>
                    <a:lnTo>
                      <a:pt x="635" y="9229"/>
                    </a:lnTo>
                    <a:lnTo>
                      <a:pt x="35526" y="3592"/>
                    </a:lnTo>
                    <a:lnTo>
                      <a:pt x="34993" y="590"/>
                    </a:lnTo>
                    <a:cubicBezTo>
                      <a:pt x="31793" y="177"/>
                      <a:pt x="28790" y="0"/>
                      <a:pt x="259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13" name="Google Shape;2313;p57"/>
              <p:cNvGrpSpPr/>
              <p:nvPr/>
            </p:nvGrpSpPr>
            <p:grpSpPr>
              <a:xfrm>
                <a:off x="2043888" y="3472728"/>
                <a:ext cx="502756" cy="593065"/>
                <a:chOff x="2043888" y="3455197"/>
                <a:chExt cx="502756" cy="593065"/>
              </a:xfrm>
            </p:grpSpPr>
            <p:sp>
              <p:nvSpPr>
                <p:cNvPr id="2314" name="Google Shape;2314;p57"/>
                <p:cNvSpPr/>
                <p:nvPr/>
              </p:nvSpPr>
              <p:spPr>
                <a:xfrm rot="619987">
                  <a:off x="2105055" y="3748228"/>
                  <a:ext cx="409638" cy="265448"/>
                </a:xfrm>
                <a:custGeom>
                  <a:avLst/>
                  <a:gdLst/>
                  <a:ahLst/>
                  <a:cxnLst/>
                  <a:rect l="l" t="t" r="r" b="b"/>
                  <a:pathLst>
                    <a:path w="14344" h="9295" extrusionOk="0">
                      <a:moveTo>
                        <a:pt x="13494" y="1"/>
                      </a:moveTo>
                      <a:cubicBezTo>
                        <a:pt x="13455" y="1"/>
                        <a:pt x="13416" y="3"/>
                        <a:pt x="13376" y="8"/>
                      </a:cubicBezTo>
                      <a:lnTo>
                        <a:pt x="12609" y="109"/>
                      </a:lnTo>
                      <a:cubicBezTo>
                        <a:pt x="12209" y="175"/>
                        <a:pt x="11909" y="509"/>
                        <a:pt x="11909" y="942"/>
                      </a:cubicBezTo>
                      <a:cubicBezTo>
                        <a:pt x="11875" y="1676"/>
                        <a:pt x="11742" y="2410"/>
                        <a:pt x="11475" y="3111"/>
                      </a:cubicBezTo>
                      <a:cubicBezTo>
                        <a:pt x="10774" y="5012"/>
                        <a:pt x="9173" y="6246"/>
                        <a:pt x="6805" y="6780"/>
                      </a:cubicBezTo>
                      <a:cubicBezTo>
                        <a:pt x="6790" y="6795"/>
                        <a:pt x="6209" y="6912"/>
                        <a:pt x="5411" y="6912"/>
                      </a:cubicBezTo>
                      <a:cubicBezTo>
                        <a:pt x="4394" y="6912"/>
                        <a:pt x="3026" y="6721"/>
                        <a:pt x="2035" y="5879"/>
                      </a:cubicBezTo>
                      <a:cubicBezTo>
                        <a:pt x="1868" y="5763"/>
                        <a:pt x="1676" y="5704"/>
                        <a:pt x="1489" y="5704"/>
                      </a:cubicBezTo>
                      <a:cubicBezTo>
                        <a:pt x="1301" y="5704"/>
                        <a:pt x="1118" y="5763"/>
                        <a:pt x="967" y="5879"/>
                      </a:cubicBezTo>
                      <a:lnTo>
                        <a:pt x="400" y="6346"/>
                      </a:lnTo>
                      <a:cubicBezTo>
                        <a:pt x="0" y="6680"/>
                        <a:pt x="0" y="7280"/>
                        <a:pt x="367" y="7614"/>
                      </a:cubicBezTo>
                      <a:cubicBezTo>
                        <a:pt x="1919" y="8993"/>
                        <a:pt x="3911" y="9294"/>
                        <a:pt x="5364" y="9294"/>
                      </a:cubicBezTo>
                      <a:cubicBezTo>
                        <a:pt x="6440" y="9294"/>
                        <a:pt x="7220" y="9129"/>
                        <a:pt x="7305" y="9115"/>
                      </a:cubicBezTo>
                      <a:cubicBezTo>
                        <a:pt x="12943" y="7814"/>
                        <a:pt x="14344" y="3544"/>
                        <a:pt x="14310" y="809"/>
                      </a:cubicBezTo>
                      <a:cubicBezTo>
                        <a:pt x="14310" y="348"/>
                        <a:pt x="13942" y="1"/>
                        <a:pt x="134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7"/>
                <p:cNvSpPr/>
                <p:nvPr/>
              </p:nvSpPr>
              <p:spPr>
                <a:xfrm rot="619987">
                  <a:off x="2057910" y="3807207"/>
                  <a:ext cx="196594" cy="174119"/>
                </a:xfrm>
                <a:custGeom>
                  <a:avLst/>
                  <a:gdLst/>
                  <a:ahLst/>
                  <a:cxnLst/>
                  <a:rect l="l" t="t" r="r" b="b"/>
                  <a:pathLst>
                    <a:path w="6884" h="6097" extrusionOk="0">
                      <a:moveTo>
                        <a:pt x="1448" y="0"/>
                      </a:moveTo>
                      <a:cubicBezTo>
                        <a:pt x="1140" y="0"/>
                        <a:pt x="865" y="217"/>
                        <a:pt x="813" y="555"/>
                      </a:cubicBezTo>
                      <a:lnTo>
                        <a:pt x="79" y="5358"/>
                      </a:lnTo>
                      <a:cubicBezTo>
                        <a:pt x="0" y="5780"/>
                        <a:pt x="316" y="6097"/>
                        <a:pt x="699" y="6097"/>
                      </a:cubicBezTo>
                      <a:cubicBezTo>
                        <a:pt x="801" y="6097"/>
                        <a:pt x="908" y="6074"/>
                        <a:pt x="1013" y="6025"/>
                      </a:cubicBezTo>
                      <a:lnTo>
                        <a:pt x="6417" y="3223"/>
                      </a:lnTo>
                      <a:cubicBezTo>
                        <a:pt x="6884" y="2956"/>
                        <a:pt x="6884" y="2256"/>
                        <a:pt x="6384" y="2056"/>
                      </a:cubicBezTo>
                      <a:lnTo>
                        <a:pt x="1714" y="54"/>
                      </a:lnTo>
                      <a:cubicBezTo>
                        <a:pt x="1625" y="18"/>
                        <a:pt x="1535" y="0"/>
                        <a:pt x="14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7"/>
                <p:cNvSpPr/>
                <p:nvPr/>
              </p:nvSpPr>
              <p:spPr>
                <a:xfrm rot="619987">
                  <a:off x="2076615" y="3489780"/>
                  <a:ext cx="409638" cy="265848"/>
                </a:xfrm>
                <a:custGeom>
                  <a:avLst/>
                  <a:gdLst/>
                  <a:ahLst/>
                  <a:cxnLst/>
                  <a:rect l="l" t="t" r="r" b="b"/>
                  <a:pathLst>
                    <a:path w="14344" h="9309" extrusionOk="0">
                      <a:moveTo>
                        <a:pt x="8959" y="1"/>
                      </a:moveTo>
                      <a:cubicBezTo>
                        <a:pt x="7893" y="1"/>
                        <a:pt x="7123" y="166"/>
                        <a:pt x="7039" y="194"/>
                      </a:cubicBezTo>
                      <a:cubicBezTo>
                        <a:pt x="1401" y="1462"/>
                        <a:pt x="0" y="5765"/>
                        <a:pt x="34" y="8500"/>
                      </a:cubicBezTo>
                      <a:cubicBezTo>
                        <a:pt x="34" y="8961"/>
                        <a:pt x="401" y="9308"/>
                        <a:pt x="850" y="9308"/>
                      </a:cubicBezTo>
                      <a:cubicBezTo>
                        <a:pt x="889" y="9308"/>
                        <a:pt x="928" y="9306"/>
                        <a:pt x="968" y="9301"/>
                      </a:cubicBezTo>
                      <a:lnTo>
                        <a:pt x="1735" y="9200"/>
                      </a:lnTo>
                      <a:cubicBezTo>
                        <a:pt x="2135" y="9134"/>
                        <a:pt x="2435" y="8767"/>
                        <a:pt x="2435" y="8367"/>
                      </a:cubicBezTo>
                      <a:cubicBezTo>
                        <a:pt x="2469" y="7633"/>
                        <a:pt x="2602" y="6899"/>
                        <a:pt x="2869" y="6198"/>
                      </a:cubicBezTo>
                      <a:cubicBezTo>
                        <a:pt x="3569" y="4297"/>
                        <a:pt x="5171" y="3063"/>
                        <a:pt x="7539" y="2496"/>
                      </a:cubicBezTo>
                      <a:cubicBezTo>
                        <a:pt x="7553" y="2496"/>
                        <a:pt x="8111" y="2391"/>
                        <a:pt x="8886" y="2391"/>
                      </a:cubicBezTo>
                      <a:cubicBezTo>
                        <a:pt x="9911" y="2391"/>
                        <a:pt x="11316" y="2575"/>
                        <a:pt x="12342" y="3430"/>
                      </a:cubicBezTo>
                      <a:cubicBezTo>
                        <a:pt x="12492" y="3546"/>
                        <a:pt x="12676" y="3605"/>
                        <a:pt x="12859" y="3605"/>
                      </a:cubicBezTo>
                      <a:cubicBezTo>
                        <a:pt x="13043" y="3605"/>
                        <a:pt x="13226" y="3546"/>
                        <a:pt x="13376" y="3430"/>
                      </a:cubicBezTo>
                      <a:lnTo>
                        <a:pt x="13943" y="2929"/>
                      </a:lnTo>
                      <a:cubicBezTo>
                        <a:pt x="14344" y="2629"/>
                        <a:pt x="14344" y="2029"/>
                        <a:pt x="13977" y="1695"/>
                      </a:cubicBezTo>
                      <a:cubicBezTo>
                        <a:pt x="12417" y="309"/>
                        <a:pt x="10413" y="1"/>
                        <a:pt x="89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7"/>
                <p:cNvSpPr/>
                <p:nvPr/>
              </p:nvSpPr>
              <p:spPr>
                <a:xfrm rot="619987">
                  <a:off x="2336736" y="3522454"/>
                  <a:ext cx="195880" cy="174119"/>
                </a:xfrm>
                <a:custGeom>
                  <a:avLst/>
                  <a:gdLst/>
                  <a:ahLst/>
                  <a:cxnLst/>
                  <a:rect l="l" t="t" r="r" b="b"/>
                  <a:pathLst>
                    <a:path w="6859" h="6097" extrusionOk="0">
                      <a:moveTo>
                        <a:pt x="6169" y="0"/>
                      </a:moveTo>
                      <a:cubicBezTo>
                        <a:pt x="6071" y="0"/>
                        <a:pt x="5970" y="23"/>
                        <a:pt x="5872" y="72"/>
                      </a:cubicBezTo>
                      <a:lnTo>
                        <a:pt x="468" y="2874"/>
                      </a:lnTo>
                      <a:cubicBezTo>
                        <a:pt x="1" y="3141"/>
                        <a:pt x="1" y="3841"/>
                        <a:pt x="501" y="4041"/>
                      </a:cubicBezTo>
                      <a:lnTo>
                        <a:pt x="5171" y="6043"/>
                      </a:lnTo>
                      <a:cubicBezTo>
                        <a:pt x="5260" y="6079"/>
                        <a:pt x="5349" y="6097"/>
                        <a:pt x="5437" y="6097"/>
                      </a:cubicBezTo>
                      <a:cubicBezTo>
                        <a:pt x="5745" y="6097"/>
                        <a:pt x="6020" y="5880"/>
                        <a:pt x="6072" y="5542"/>
                      </a:cubicBezTo>
                      <a:lnTo>
                        <a:pt x="6806" y="739"/>
                      </a:lnTo>
                      <a:cubicBezTo>
                        <a:pt x="6858" y="318"/>
                        <a:pt x="6537" y="0"/>
                        <a:pt x="61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8" name="Google Shape;2318;p57"/>
              <p:cNvSpPr txBox="1"/>
              <p:nvPr/>
            </p:nvSpPr>
            <p:spPr>
              <a:xfrm>
                <a:off x="1717588" y="4081131"/>
                <a:ext cx="1190400" cy="33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a:solidFill>
                      <a:schemeClr val="dk1"/>
                    </a:solidFill>
                    <a:latin typeface="Chewy"/>
                    <a:ea typeface="Chewy"/>
                    <a:cs typeface="Chewy"/>
                    <a:sym typeface="Chewy"/>
                  </a:rPr>
                  <a:t>Plastic</a:t>
                </a:r>
                <a:endParaRPr sz="2400">
                  <a:solidFill>
                    <a:schemeClr val="dk1"/>
                  </a:solidFill>
                  <a:latin typeface="Caveat Brush"/>
                  <a:ea typeface="Caveat Brush"/>
                  <a:cs typeface="Caveat Brush"/>
                  <a:sym typeface="Caveat Brush"/>
                </a:endParaRPr>
              </a:p>
            </p:txBody>
          </p:sp>
        </p:grpSp>
        <p:sp>
          <p:nvSpPr>
            <p:cNvPr id="2307" name="Google Shape;2307;p57"/>
            <p:cNvSpPr/>
            <p:nvPr/>
          </p:nvSpPr>
          <p:spPr>
            <a:xfrm>
              <a:off x="2139900" y="3213950"/>
              <a:ext cx="172200" cy="172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9" name="Google Shape;2319;p57"/>
          <p:cNvGrpSpPr/>
          <p:nvPr/>
        </p:nvGrpSpPr>
        <p:grpSpPr>
          <a:xfrm>
            <a:off x="4021369" y="3286003"/>
            <a:ext cx="1305616" cy="1424089"/>
            <a:chOff x="3972373" y="3106467"/>
            <a:chExt cx="1421775" cy="1603523"/>
          </a:xfrm>
        </p:grpSpPr>
        <p:grpSp>
          <p:nvGrpSpPr>
            <p:cNvPr id="2320" name="Google Shape;2320;p57"/>
            <p:cNvGrpSpPr/>
            <p:nvPr/>
          </p:nvGrpSpPr>
          <p:grpSpPr>
            <a:xfrm>
              <a:off x="3972373" y="3106467"/>
              <a:ext cx="1421775" cy="1603523"/>
              <a:chOff x="1609981" y="3038790"/>
              <a:chExt cx="1500395" cy="1692194"/>
            </a:xfrm>
          </p:grpSpPr>
          <p:sp>
            <p:nvSpPr>
              <p:cNvPr id="2321" name="Google Shape;2321;p57"/>
              <p:cNvSpPr/>
              <p:nvPr/>
            </p:nvSpPr>
            <p:spPr>
              <a:xfrm rot="-619987" flipH="1">
                <a:off x="1726202" y="3218189"/>
                <a:ext cx="1267954" cy="1410517"/>
              </a:xfrm>
              <a:custGeom>
                <a:avLst/>
                <a:gdLst/>
                <a:ahLst/>
                <a:cxnLst/>
                <a:rect l="l" t="t" r="r" b="b"/>
                <a:pathLst>
                  <a:path w="44399" h="49391" extrusionOk="0">
                    <a:moveTo>
                      <a:pt x="37794" y="0"/>
                    </a:moveTo>
                    <a:cubicBezTo>
                      <a:pt x="37794" y="0"/>
                      <a:pt x="19114" y="867"/>
                      <a:pt x="0" y="6438"/>
                    </a:cubicBezTo>
                    <a:cubicBezTo>
                      <a:pt x="0" y="6438"/>
                      <a:pt x="8039" y="38828"/>
                      <a:pt x="14177" y="49235"/>
                    </a:cubicBezTo>
                    <a:cubicBezTo>
                      <a:pt x="14177" y="49235"/>
                      <a:pt x="15665" y="49390"/>
                      <a:pt x="18137" y="49390"/>
                    </a:cubicBezTo>
                    <a:cubicBezTo>
                      <a:pt x="23773" y="49390"/>
                      <a:pt x="34521" y="48585"/>
                      <a:pt x="44399" y="43298"/>
                    </a:cubicBezTo>
                    <a:cubicBezTo>
                      <a:pt x="44399" y="43298"/>
                      <a:pt x="41563" y="16178"/>
                      <a:pt x="37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7"/>
              <p:cNvSpPr/>
              <p:nvPr/>
            </p:nvSpPr>
            <p:spPr>
              <a:xfrm rot="-619987" flipH="1">
                <a:off x="1749367" y="3181570"/>
                <a:ext cx="1190819" cy="268647"/>
              </a:xfrm>
              <a:custGeom>
                <a:avLst/>
                <a:gdLst/>
                <a:ahLst/>
                <a:cxnLst/>
                <a:rect l="l" t="t" r="r" b="b"/>
                <a:pathLst>
                  <a:path w="41698" h="9407" extrusionOk="0">
                    <a:moveTo>
                      <a:pt x="33504" y="0"/>
                    </a:moveTo>
                    <a:cubicBezTo>
                      <a:pt x="25960" y="0"/>
                      <a:pt x="13862" y="1352"/>
                      <a:pt x="1" y="8006"/>
                    </a:cubicBezTo>
                    <a:lnTo>
                      <a:pt x="1001" y="9407"/>
                    </a:lnTo>
                    <a:cubicBezTo>
                      <a:pt x="1001" y="9407"/>
                      <a:pt x="24218" y="4870"/>
                      <a:pt x="41564" y="2569"/>
                    </a:cubicBezTo>
                    <a:lnTo>
                      <a:pt x="41697" y="634"/>
                    </a:lnTo>
                    <a:cubicBezTo>
                      <a:pt x="41697" y="634"/>
                      <a:pt x="38668" y="0"/>
                      <a:pt x="335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7"/>
              <p:cNvSpPr/>
              <p:nvPr/>
            </p:nvSpPr>
            <p:spPr>
              <a:xfrm rot="-619987" flipH="1">
                <a:off x="1837369" y="3127646"/>
                <a:ext cx="1014586" cy="263592"/>
              </a:xfrm>
              <a:custGeom>
                <a:avLst/>
                <a:gdLst/>
                <a:ahLst/>
                <a:cxnLst/>
                <a:rect l="l" t="t" r="r" b="b"/>
                <a:pathLst>
                  <a:path w="35527" h="9230" extrusionOk="0">
                    <a:moveTo>
                      <a:pt x="25993" y="0"/>
                    </a:moveTo>
                    <a:cubicBezTo>
                      <a:pt x="9342" y="0"/>
                      <a:pt x="1" y="6260"/>
                      <a:pt x="1" y="6260"/>
                    </a:cubicBezTo>
                    <a:lnTo>
                      <a:pt x="635" y="9229"/>
                    </a:lnTo>
                    <a:lnTo>
                      <a:pt x="35526" y="3592"/>
                    </a:lnTo>
                    <a:lnTo>
                      <a:pt x="34993" y="590"/>
                    </a:lnTo>
                    <a:cubicBezTo>
                      <a:pt x="31793" y="177"/>
                      <a:pt x="28790" y="0"/>
                      <a:pt x="259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4" name="Google Shape;2324;p57"/>
              <p:cNvGrpSpPr/>
              <p:nvPr/>
            </p:nvGrpSpPr>
            <p:grpSpPr>
              <a:xfrm>
                <a:off x="2043888" y="3472728"/>
                <a:ext cx="502756" cy="593065"/>
                <a:chOff x="2043888" y="3455197"/>
                <a:chExt cx="502756" cy="593065"/>
              </a:xfrm>
            </p:grpSpPr>
            <p:sp>
              <p:nvSpPr>
                <p:cNvPr id="2325" name="Google Shape;2325;p57"/>
                <p:cNvSpPr/>
                <p:nvPr/>
              </p:nvSpPr>
              <p:spPr>
                <a:xfrm rot="619987">
                  <a:off x="2105055" y="3748228"/>
                  <a:ext cx="409638" cy="265448"/>
                </a:xfrm>
                <a:custGeom>
                  <a:avLst/>
                  <a:gdLst/>
                  <a:ahLst/>
                  <a:cxnLst/>
                  <a:rect l="l" t="t" r="r" b="b"/>
                  <a:pathLst>
                    <a:path w="14344" h="9295" extrusionOk="0">
                      <a:moveTo>
                        <a:pt x="13494" y="1"/>
                      </a:moveTo>
                      <a:cubicBezTo>
                        <a:pt x="13455" y="1"/>
                        <a:pt x="13416" y="3"/>
                        <a:pt x="13376" y="8"/>
                      </a:cubicBezTo>
                      <a:lnTo>
                        <a:pt x="12609" y="109"/>
                      </a:lnTo>
                      <a:cubicBezTo>
                        <a:pt x="12209" y="175"/>
                        <a:pt x="11909" y="509"/>
                        <a:pt x="11909" y="942"/>
                      </a:cubicBezTo>
                      <a:cubicBezTo>
                        <a:pt x="11875" y="1676"/>
                        <a:pt x="11742" y="2410"/>
                        <a:pt x="11475" y="3111"/>
                      </a:cubicBezTo>
                      <a:cubicBezTo>
                        <a:pt x="10774" y="5012"/>
                        <a:pt x="9173" y="6246"/>
                        <a:pt x="6805" y="6780"/>
                      </a:cubicBezTo>
                      <a:cubicBezTo>
                        <a:pt x="6790" y="6795"/>
                        <a:pt x="6209" y="6912"/>
                        <a:pt x="5411" y="6912"/>
                      </a:cubicBezTo>
                      <a:cubicBezTo>
                        <a:pt x="4394" y="6912"/>
                        <a:pt x="3026" y="6721"/>
                        <a:pt x="2035" y="5879"/>
                      </a:cubicBezTo>
                      <a:cubicBezTo>
                        <a:pt x="1868" y="5763"/>
                        <a:pt x="1676" y="5704"/>
                        <a:pt x="1489" y="5704"/>
                      </a:cubicBezTo>
                      <a:cubicBezTo>
                        <a:pt x="1301" y="5704"/>
                        <a:pt x="1118" y="5763"/>
                        <a:pt x="967" y="5879"/>
                      </a:cubicBezTo>
                      <a:lnTo>
                        <a:pt x="400" y="6346"/>
                      </a:lnTo>
                      <a:cubicBezTo>
                        <a:pt x="0" y="6680"/>
                        <a:pt x="0" y="7280"/>
                        <a:pt x="367" y="7614"/>
                      </a:cubicBezTo>
                      <a:cubicBezTo>
                        <a:pt x="1919" y="8993"/>
                        <a:pt x="3911" y="9294"/>
                        <a:pt x="5364" y="9294"/>
                      </a:cubicBezTo>
                      <a:cubicBezTo>
                        <a:pt x="6440" y="9294"/>
                        <a:pt x="7220" y="9129"/>
                        <a:pt x="7305" y="9115"/>
                      </a:cubicBezTo>
                      <a:cubicBezTo>
                        <a:pt x="12943" y="7814"/>
                        <a:pt x="14344" y="3544"/>
                        <a:pt x="14310" y="809"/>
                      </a:cubicBezTo>
                      <a:cubicBezTo>
                        <a:pt x="14310" y="348"/>
                        <a:pt x="13942" y="1"/>
                        <a:pt x="134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7"/>
                <p:cNvSpPr/>
                <p:nvPr/>
              </p:nvSpPr>
              <p:spPr>
                <a:xfrm rot="619987">
                  <a:off x="2057910" y="3807207"/>
                  <a:ext cx="196594" cy="174119"/>
                </a:xfrm>
                <a:custGeom>
                  <a:avLst/>
                  <a:gdLst/>
                  <a:ahLst/>
                  <a:cxnLst/>
                  <a:rect l="l" t="t" r="r" b="b"/>
                  <a:pathLst>
                    <a:path w="6884" h="6097" extrusionOk="0">
                      <a:moveTo>
                        <a:pt x="1448" y="0"/>
                      </a:moveTo>
                      <a:cubicBezTo>
                        <a:pt x="1140" y="0"/>
                        <a:pt x="865" y="217"/>
                        <a:pt x="813" y="555"/>
                      </a:cubicBezTo>
                      <a:lnTo>
                        <a:pt x="79" y="5358"/>
                      </a:lnTo>
                      <a:cubicBezTo>
                        <a:pt x="0" y="5780"/>
                        <a:pt x="316" y="6097"/>
                        <a:pt x="699" y="6097"/>
                      </a:cubicBezTo>
                      <a:cubicBezTo>
                        <a:pt x="801" y="6097"/>
                        <a:pt x="908" y="6074"/>
                        <a:pt x="1013" y="6025"/>
                      </a:cubicBezTo>
                      <a:lnTo>
                        <a:pt x="6417" y="3223"/>
                      </a:lnTo>
                      <a:cubicBezTo>
                        <a:pt x="6884" y="2956"/>
                        <a:pt x="6884" y="2256"/>
                        <a:pt x="6384" y="2056"/>
                      </a:cubicBezTo>
                      <a:lnTo>
                        <a:pt x="1714" y="54"/>
                      </a:lnTo>
                      <a:cubicBezTo>
                        <a:pt x="1625" y="18"/>
                        <a:pt x="1535" y="0"/>
                        <a:pt x="14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7"/>
                <p:cNvSpPr/>
                <p:nvPr/>
              </p:nvSpPr>
              <p:spPr>
                <a:xfrm rot="619987">
                  <a:off x="2076615" y="3489780"/>
                  <a:ext cx="409638" cy="265848"/>
                </a:xfrm>
                <a:custGeom>
                  <a:avLst/>
                  <a:gdLst/>
                  <a:ahLst/>
                  <a:cxnLst/>
                  <a:rect l="l" t="t" r="r" b="b"/>
                  <a:pathLst>
                    <a:path w="14344" h="9309" extrusionOk="0">
                      <a:moveTo>
                        <a:pt x="8959" y="1"/>
                      </a:moveTo>
                      <a:cubicBezTo>
                        <a:pt x="7893" y="1"/>
                        <a:pt x="7123" y="166"/>
                        <a:pt x="7039" y="194"/>
                      </a:cubicBezTo>
                      <a:cubicBezTo>
                        <a:pt x="1401" y="1462"/>
                        <a:pt x="0" y="5765"/>
                        <a:pt x="34" y="8500"/>
                      </a:cubicBezTo>
                      <a:cubicBezTo>
                        <a:pt x="34" y="8961"/>
                        <a:pt x="401" y="9308"/>
                        <a:pt x="850" y="9308"/>
                      </a:cubicBezTo>
                      <a:cubicBezTo>
                        <a:pt x="889" y="9308"/>
                        <a:pt x="928" y="9306"/>
                        <a:pt x="968" y="9301"/>
                      </a:cubicBezTo>
                      <a:lnTo>
                        <a:pt x="1735" y="9200"/>
                      </a:lnTo>
                      <a:cubicBezTo>
                        <a:pt x="2135" y="9134"/>
                        <a:pt x="2435" y="8767"/>
                        <a:pt x="2435" y="8367"/>
                      </a:cubicBezTo>
                      <a:cubicBezTo>
                        <a:pt x="2469" y="7633"/>
                        <a:pt x="2602" y="6899"/>
                        <a:pt x="2869" y="6198"/>
                      </a:cubicBezTo>
                      <a:cubicBezTo>
                        <a:pt x="3569" y="4297"/>
                        <a:pt x="5171" y="3063"/>
                        <a:pt x="7539" y="2496"/>
                      </a:cubicBezTo>
                      <a:cubicBezTo>
                        <a:pt x="7553" y="2496"/>
                        <a:pt x="8111" y="2391"/>
                        <a:pt x="8886" y="2391"/>
                      </a:cubicBezTo>
                      <a:cubicBezTo>
                        <a:pt x="9911" y="2391"/>
                        <a:pt x="11316" y="2575"/>
                        <a:pt x="12342" y="3430"/>
                      </a:cubicBezTo>
                      <a:cubicBezTo>
                        <a:pt x="12492" y="3546"/>
                        <a:pt x="12676" y="3605"/>
                        <a:pt x="12859" y="3605"/>
                      </a:cubicBezTo>
                      <a:cubicBezTo>
                        <a:pt x="13043" y="3605"/>
                        <a:pt x="13226" y="3546"/>
                        <a:pt x="13376" y="3430"/>
                      </a:cubicBezTo>
                      <a:lnTo>
                        <a:pt x="13943" y="2929"/>
                      </a:lnTo>
                      <a:cubicBezTo>
                        <a:pt x="14344" y="2629"/>
                        <a:pt x="14344" y="2029"/>
                        <a:pt x="13977" y="1695"/>
                      </a:cubicBezTo>
                      <a:cubicBezTo>
                        <a:pt x="12417" y="309"/>
                        <a:pt x="10413" y="1"/>
                        <a:pt x="89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7"/>
                <p:cNvSpPr/>
                <p:nvPr/>
              </p:nvSpPr>
              <p:spPr>
                <a:xfrm rot="619987">
                  <a:off x="2336736" y="3522454"/>
                  <a:ext cx="195880" cy="174119"/>
                </a:xfrm>
                <a:custGeom>
                  <a:avLst/>
                  <a:gdLst/>
                  <a:ahLst/>
                  <a:cxnLst/>
                  <a:rect l="l" t="t" r="r" b="b"/>
                  <a:pathLst>
                    <a:path w="6859" h="6097" extrusionOk="0">
                      <a:moveTo>
                        <a:pt x="6169" y="0"/>
                      </a:moveTo>
                      <a:cubicBezTo>
                        <a:pt x="6071" y="0"/>
                        <a:pt x="5970" y="23"/>
                        <a:pt x="5872" y="72"/>
                      </a:cubicBezTo>
                      <a:lnTo>
                        <a:pt x="468" y="2874"/>
                      </a:lnTo>
                      <a:cubicBezTo>
                        <a:pt x="1" y="3141"/>
                        <a:pt x="1" y="3841"/>
                        <a:pt x="501" y="4041"/>
                      </a:cubicBezTo>
                      <a:lnTo>
                        <a:pt x="5171" y="6043"/>
                      </a:lnTo>
                      <a:cubicBezTo>
                        <a:pt x="5260" y="6079"/>
                        <a:pt x="5349" y="6097"/>
                        <a:pt x="5437" y="6097"/>
                      </a:cubicBezTo>
                      <a:cubicBezTo>
                        <a:pt x="5745" y="6097"/>
                        <a:pt x="6020" y="5880"/>
                        <a:pt x="6072" y="5542"/>
                      </a:cubicBezTo>
                      <a:lnTo>
                        <a:pt x="6806" y="739"/>
                      </a:lnTo>
                      <a:cubicBezTo>
                        <a:pt x="6858" y="318"/>
                        <a:pt x="6537" y="0"/>
                        <a:pt x="61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9" name="Google Shape;2329;p57"/>
              <p:cNvSpPr txBox="1"/>
              <p:nvPr/>
            </p:nvSpPr>
            <p:spPr>
              <a:xfrm>
                <a:off x="1717588" y="4081131"/>
                <a:ext cx="1190400" cy="33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a:solidFill>
                      <a:schemeClr val="dk1"/>
                    </a:solidFill>
                    <a:latin typeface="Chewy"/>
                    <a:ea typeface="Chewy"/>
                    <a:cs typeface="Chewy"/>
                    <a:sym typeface="Chewy"/>
                  </a:rPr>
                  <a:t>Metal</a:t>
                </a:r>
                <a:endParaRPr sz="2400">
                  <a:solidFill>
                    <a:schemeClr val="dk1"/>
                  </a:solidFill>
                  <a:latin typeface="Caveat Brush"/>
                  <a:ea typeface="Caveat Brush"/>
                  <a:cs typeface="Caveat Brush"/>
                  <a:sym typeface="Caveat Brush"/>
                </a:endParaRPr>
              </a:p>
            </p:txBody>
          </p:sp>
        </p:grpSp>
        <p:sp>
          <p:nvSpPr>
            <p:cNvPr id="2330" name="Google Shape;2330;p57"/>
            <p:cNvSpPr/>
            <p:nvPr/>
          </p:nvSpPr>
          <p:spPr>
            <a:xfrm>
              <a:off x="4571275" y="3213950"/>
              <a:ext cx="172200" cy="172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1" name="Google Shape;2331;p57"/>
          <p:cNvGrpSpPr/>
          <p:nvPr/>
        </p:nvGrpSpPr>
        <p:grpSpPr>
          <a:xfrm>
            <a:off x="6097406" y="3286003"/>
            <a:ext cx="1305616" cy="1424089"/>
            <a:chOff x="6233112" y="3106467"/>
            <a:chExt cx="1421775" cy="1603523"/>
          </a:xfrm>
        </p:grpSpPr>
        <p:grpSp>
          <p:nvGrpSpPr>
            <p:cNvPr id="2332" name="Google Shape;2332;p57"/>
            <p:cNvGrpSpPr/>
            <p:nvPr/>
          </p:nvGrpSpPr>
          <p:grpSpPr>
            <a:xfrm>
              <a:off x="6233112" y="3106467"/>
              <a:ext cx="1421775" cy="1603523"/>
              <a:chOff x="1492568" y="3038790"/>
              <a:chExt cx="1500395" cy="1692194"/>
            </a:xfrm>
          </p:grpSpPr>
          <p:sp>
            <p:nvSpPr>
              <p:cNvPr id="2333" name="Google Shape;2333;p57"/>
              <p:cNvSpPr/>
              <p:nvPr/>
            </p:nvSpPr>
            <p:spPr>
              <a:xfrm rot="619987">
                <a:off x="1608788" y="3218189"/>
                <a:ext cx="1267954" cy="1410517"/>
              </a:xfrm>
              <a:custGeom>
                <a:avLst/>
                <a:gdLst/>
                <a:ahLst/>
                <a:cxnLst/>
                <a:rect l="l" t="t" r="r" b="b"/>
                <a:pathLst>
                  <a:path w="44399" h="49391" extrusionOk="0">
                    <a:moveTo>
                      <a:pt x="37794" y="0"/>
                    </a:moveTo>
                    <a:cubicBezTo>
                      <a:pt x="37794" y="0"/>
                      <a:pt x="19114" y="867"/>
                      <a:pt x="0" y="6438"/>
                    </a:cubicBezTo>
                    <a:cubicBezTo>
                      <a:pt x="0" y="6438"/>
                      <a:pt x="8039" y="38828"/>
                      <a:pt x="14177" y="49235"/>
                    </a:cubicBezTo>
                    <a:cubicBezTo>
                      <a:pt x="14177" y="49235"/>
                      <a:pt x="15665" y="49390"/>
                      <a:pt x="18137" y="49390"/>
                    </a:cubicBezTo>
                    <a:cubicBezTo>
                      <a:pt x="23773" y="49390"/>
                      <a:pt x="34521" y="48585"/>
                      <a:pt x="44399" y="43298"/>
                    </a:cubicBezTo>
                    <a:cubicBezTo>
                      <a:pt x="44399" y="43298"/>
                      <a:pt x="41563" y="16178"/>
                      <a:pt x="37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7"/>
              <p:cNvSpPr/>
              <p:nvPr/>
            </p:nvSpPr>
            <p:spPr>
              <a:xfrm rot="619987">
                <a:off x="1662759" y="3181570"/>
                <a:ext cx="1190819" cy="268647"/>
              </a:xfrm>
              <a:custGeom>
                <a:avLst/>
                <a:gdLst/>
                <a:ahLst/>
                <a:cxnLst/>
                <a:rect l="l" t="t" r="r" b="b"/>
                <a:pathLst>
                  <a:path w="41698" h="9407" extrusionOk="0">
                    <a:moveTo>
                      <a:pt x="33504" y="0"/>
                    </a:moveTo>
                    <a:cubicBezTo>
                      <a:pt x="25960" y="0"/>
                      <a:pt x="13862" y="1352"/>
                      <a:pt x="1" y="8006"/>
                    </a:cubicBezTo>
                    <a:lnTo>
                      <a:pt x="1001" y="9407"/>
                    </a:lnTo>
                    <a:cubicBezTo>
                      <a:pt x="1001" y="9407"/>
                      <a:pt x="24218" y="4870"/>
                      <a:pt x="41564" y="2569"/>
                    </a:cubicBezTo>
                    <a:lnTo>
                      <a:pt x="41697" y="634"/>
                    </a:lnTo>
                    <a:cubicBezTo>
                      <a:pt x="41697" y="634"/>
                      <a:pt x="38668" y="0"/>
                      <a:pt x="335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7"/>
              <p:cNvSpPr/>
              <p:nvPr/>
            </p:nvSpPr>
            <p:spPr>
              <a:xfrm rot="619987">
                <a:off x="1750990" y="3127646"/>
                <a:ext cx="1014586" cy="263592"/>
              </a:xfrm>
              <a:custGeom>
                <a:avLst/>
                <a:gdLst/>
                <a:ahLst/>
                <a:cxnLst/>
                <a:rect l="l" t="t" r="r" b="b"/>
                <a:pathLst>
                  <a:path w="35527" h="9230" extrusionOk="0">
                    <a:moveTo>
                      <a:pt x="25993" y="0"/>
                    </a:moveTo>
                    <a:cubicBezTo>
                      <a:pt x="9342" y="0"/>
                      <a:pt x="1" y="6260"/>
                      <a:pt x="1" y="6260"/>
                    </a:cubicBezTo>
                    <a:lnTo>
                      <a:pt x="635" y="9229"/>
                    </a:lnTo>
                    <a:lnTo>
                      <a:pt x="35526" y="3592"/>
                    </a:lnTo>
                    <a:lnTo>
                      <a:pt x="34993" y="590"/>
                    </a:lnTo>
                    <a:cubicBezTo>
                      <a:pt x="31793" y="177"/>
                      <a:pt x="28790" y="0"/>
                      <a:pt x="259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6" name="Google Shape;2336;p57"/>
              <p:cNvGrpSpPr/>
              <p:nvPr/>
            </p:nvGrpSpPr>
            <p:grpSpPr>
              <a:xfrm>
                <a:off x="2043888" y="3472728"/>
                <a:ext cx="502756" cy="593065"/>
                <a:chOff x="2043888" y="3455197"/>
                <a:chExt cx="502756" cy="593065"/>
              </a:xfrm>
            </p:grpSpPr>
            <p:sp>
              <p:nvSpPr>
                <p:cNvPr id="2337" name="Google Shape;2337;p57"/>
                <p:cNvSpPr/>
                <p:nvPr/>
              </p:nvSpPr>
              <p:spPr>
                <a:xfrm rot="619987">
                  <a:off x="2105055" y="3748228"/>
                  <a:ext cx="409638" cy="265448"/>
                </a:xfrm>
                <a:custGeom>
                  <a:avLst/>
                  <a:gdLst/>
                  <a:ahLst/>
                  <a:cxnLst/>
                  <a:rect l="l" t="t" r="r" b="b"/>
                  <a:pathLst>
                    <a:path w="14344" h="9295" extrusionOk="0">
                      <a:moveTo>
                        <a:pt x="13494" y="1"/>
                      </a:moveTo>
                      <a:cubicBezTo>
                        <a:pt x="13455" y="1"/>
                        <a:pt x="13416" y="3"/>
                        <a:pt x="13376" y="8"/>
                      </a:cubicBezTo>
                      <a:lnTo>
                        <a:pt x="12609" y="109"/>
                      </a:lnTo>
                      <a:cubicBezTo>
                        <a:pt x="12209" y="175"/>
                        <a:pt x="11909" y="509"/>
                        <a:pt x="11909" y="942"/>
                      </a:cubicBezTo>
                      <a:cubicBezTo>
                        <a:pt x="11875" y="1676"/>
                        <a:pt x="11742" y="2410"/>
                        <a:pt x="11475" y="3111"/>
                      </a:cubicBezTo>
                      <a:cubicBezTo>
                        <a:pt x="10774" y="5012"/>
                        <a:pt x="9173" y="6246"/>
                        <a:pt x="6805" y="6780"/>
                      </a:cubicBezTo>
                      <a:cubicBezTo>
                        <a:pt x="6790" y="6795"/>
                        <a:pt x="6209" y="6912"/>
                        <a:pt x="5411" y="6912"/>
                      </a:cubicBezTo>
                      <a:cubicBezTo>
                        <a:pt x="4394" y="6912"/>
                        <a:pt x="3026" y="6721"/>
                        <a:pt x="2035" y="5879"/>
                      </a:cubicBezTo>
                      <a:cubicBezTo>
                        <a:pt x="1868" y="5763"/>
                        <a:pt x="1676" y="5704"/>
                        <a:pt x="1489" y="5704"/>
                      </a:cubicBezTo>
                      <a:cubicBezTo>
                        <a:pt x="1301" y="5704"/>
                        <a:pt x="1118" y="5763"/>
                        <a:pt x="967" y="5879"/>
                      </a:cubicBezTo>
                      <a:lnTo>
                        <a:pt x="400" y="6346"/>
                      </a:lnTo>
                      <a:cubicBezTo>
                        <a:pt x="0" y="6680"/>
                        <a:pt x="0" y="7280"/>
                        <a:pt x="367" y="7614"/>
                      </a:cubicBezTo>
                      <a:cubicBezTo>
                        <a:pt x="1919" y="8993"/>
                        <a:pt x="3911" y="9294"/>
                        <a:pt x="5364" y="9294"/>
                      </a:cubicBezTo>
                      <a:cubicBezTo>
                        <a:pt x="6440" y="9294"/>
                        <a:pt x="7220" y="9129"/>
                        <a:pt x="7305" y="9115"/>
                      </a:cubicBezTo>
                      <a:cubicBezTo>
                        <a:pt x="12943" y="7814"/>
                        <a:pt x="14344" y="3544"/>
                        <a:pt x="14310" y="809"/>
                      </a:cubicBezTo>
                      <a:cubicBezTo>
                        <a:pt x="14310" y="348"/>
                        <a:pt x="13942" y="1"/>
                        <a:pt x="134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7"/>
                <p:cNvSpPr/>
                <p:nvPr/>
              </p:nvSpPr>
              <p:spPr>
                <a:xfrm rot="619987">
                  <a:off x="2057910" y="3807207"/>
                  <a:ext cx="196594" cy="174119"/>
                </a:xfrm>
                <a:custGeom>
                  <a:avLst/>
                  <a:gdLst/>
                  <a:ahLst/>
                  <a:cxnLst/>
                  <a:rect l="l" t="t" r="r" b="b"/>
                  <a:pathLst>
                    <a:path w="6884" h="6097" extrusionOk="0">
                      <a:moveTo>
                        <a:pt x="1448" y="0"/>
                      </a:moveTo>
                      <a:cubicBezTo>
                        <a:pt x="1140" y="0"/>
                        <a:pt x="865" y="217"/>
                        <a:pt x="813" y="555"/>
                      </a:cubicBezTo>
                      <a:lnTo>
                        <a:pt x="79" y="5358"/>
                      </a:lnTo>
                      <a:cubicBezTo>
                        <a:pt x="0" y="5780"/>
                        <a:pt x="316" y="6097"/>
                        <a:pt x="699" y="6097"/>
                      </a:cubicBezTo>
                      <a:cubicBezTo>
                        <a:pt x="801" y="6097"/>
                        <a:pt x="908" y="6074"/>
                        <a:pt x="1013" y="6025"/>
                      </a:cubicBezTo>
                      <a:lnTo>
                        <a:pt x="6417" y="3223"/>
                      </a:lnTo>
                      <a:cubicBezTo>
                        <a:pt x="6884" y="2956"/>
                        <a:pt x="6884" y="2256"/>
                        <a:pt x="6384" y="2056"/>
                      </a:cubicBezTo>
                      <a:lnTo>
                        <a:pt x="1714" y="54"/>
                      </a:lnTo>
                      <a:cubicBezTo>
                        <a:pt x="1625" y="18"/>
                        <a:pt x="1535" y="0"/>
                        <a:pt x="14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7"/>
                <p:cNvSpPr/>
                <p:nvPr/>
              </p:nvSpPr>
              <p:spPr>
                <a:xfrm rot="619987">
                  <a:off x="2076615" y="3489780"/>
                  <a:ext cx="409638" cy="265848"/>
                </a:xfrm>
                <a:custGeom>
                  <a:avLst/>
                  <a:gdLst/>
                  <a:ahLst/>
                  <a:cxnLst/>
                  <a:rect l="l" t="t" r="r" b="b"/>
                  <a:pathLst>
                    <a:path w="14344" h="9309" extrusionOk="0">
                      <a:moveTo>
                        <a:pt x="8959" y="1"/>
                      </a:moveTo>
                      <a:cubicBezTo>
                        <a:pt x="7893" y="1"/>
                        <a:pt x="7123" y="166"/>
                        <a:pt x="7039" y="194"/>
                      </a:cubicBezTo>
                      <a:cubicBezTo>
                        <a:pt x="1401" y="1462"/>
                        <a:pt x="0" y="5765"/>
                        <a:pt x="34" y="8500"/>
                      </a:cubicBezTo>
                      <a:cubicBezTo>
                        <a:pt x="34" y="8961"/>
                        <a:pt x="401" y="9308"/>
                        <a:pt x="850" y="9308"/>
                      </a:cubicBezTo>
                      <a:cubicBezTo>
                        <a:pt x="889" y="9308"/>
                        <a:pt x="928" y="9306"/>
                        <a:pt x="968" y="9301"/>
                      </a:cubicBezTo>
                      <a:lnTo>
                        <a:pt x="1735" y="9200"/>
                      </a:lnTo>
                      <a:cubicBezTo>
                        <a:pt x="2135" y="9134"/>
                        <a:pt x="2435" y="8767"/>
                        <a:pt x="2435" y="8367"/>
                      </a:cubicBezTo>
                      <a:cubicBezTo>
                        <a:pt x="2469" y="7633"/>
                        <a:pt x="2602" y="6899"/>
                        <a:pt x="2869" y="6198"/>
                      </a:cubicBezTo>
                      <a:cubicBezTo>
                        <a:pt x="3569" y="4297"/>
                        <a:pt x="5171" y="3063"/>
                        <a:pt x="7539" y="2496"/>
                      </a:cubicBezTo>
                      <a:cubicBezTo>
                        <a:pt x="7553" y="2496"/>
                        <a:pt x="8111" y="2391"/>
                        <a:pt x="8886" y="2391"/>
                      </a:cubicBezTo>
                      <a:cubicBezTo>
                        <a:pt x="9911" y="2391"/>
                        <a:pt x="11316" y="2575"/>
                        <a:pt x="12342" y="3430"/>
                      </a:cubicBezTo>
                      <a:cubicBezTo>
                        <a:pt x="12492" y="3546"/>
                        <a:pt x="12676" y="3605"/>
                        <a:pt x="12859" y="3605"/>
                      </a:cubicBezTo>
                      <a:cubicBezTo>
                        <a:pt x="13043" y="3605"/>
                        <a:pt x="13226" y="3546"/>
                        <a:pt x="13376" y="3430"/>
                      </a:cubicBezTo>
                      <a:lnTo>
                        <a:pt x="13943" y="2929"/>
                      </a:lnTo>
                      <a:cubicBezTo>
                        <a:pt x="14344" y="2629"/>
                        <a:pt x="14344" y="2029"/>
                        <a:pt x="13977" y="1695"/>
                      </a:cubicBezTo>
                      <a:cubicBezTo>
                        <a:pt x="12417" y="309"/>
                        <a:pt x="10413" y="1"/>
                        <a:pt x="89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7"/>
                <p:cNvSpPr/>
                <p:nvPr/>
              </p:nvSpPr>
              <p:spPr>
                <a:xfrm rot="619987">
                  <a:off x="2336736" y="3522454"/>
                  <a:ext cx="195880" cy="174119"/>
                </a:xfrm>
                <a:custGeom>
                  <a:avLst/>
                  <a:gdLst/>
                  <a:ahLst/>
                  <a:cxnLst/>
                  <a:rect l="l" t="t" r="r" b="b"/>
                  <a:pathLst>
                    <a:path w="6859" h="6097" extrusionOk="0">
                      <a:moveTo>
                        <a:pt x="6169" y="0"/>
                      </a:moveTo>
                      <a:cubicBezTo>
                        <a:pt x="6071" y="0"/>
                        <a:pt x="5970" y="23"/>
                        <a:pt x="5872" y="72"/>
                      </a:cubicBezTo>
                      <a:lnTo>
                        <a:pt x="468" y="2874"/>
                      </a:lnTo>
                      <a:cubicBezTo>
                        <a:pt x="1" y="3141"/>
                        <a:pt x="1" y="3841"/>
                        <a:pt x="501" y="4041"/>
                      </a:cubicBezTo>
                      <a:lnTo>
                        <a:pt x="5171" y="6043"/>
                      </a:lnTo>
                      <a:cubicBezTo>
                        <a:pt x="5260" y="6079"/>
                        <a:pt x="5349" y="6097"/>
                        <a:pt x="5437" y="6097"/>
                      </a:cubicBezTo>
                      <a:cubicBezTo>
                        <a:pt x="5745" y="6097"/>
                        <a:pt x="6020" y="5880"/>
                        <a:pt x="6072" y="5542"/>
                      </a:cubicBezTo>
                      <a:lnTo>
                        <a:pt x="6806" y="739"/>
                      </a:lnTo>
                      <a:cubicBezTo>
                        <a:pt x="6858" y="318"/>
                        <a:pt x="6537" y="0"/>
                        <a:pt x="61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1" name="Google Shape;2341;p57"/>
              <p:cNvSpPr txBox="1"/>
              <p:nvPr/>
            </p:nvSpPr>
            <p:spPr>
              <a:xfrm>
                <a:off x="1717588" y="4081131"/>
                <a:ext cx="1190400" cy="33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a:solidFill>
                      <a:schemeClr val="dk1"/>
                    </a:solidFill>
                    <a:latin typeface="Chewy"/>
                    <a:ea typeface="Chewy"/>
                    <a:cs typeface="Chewy"/>
                    <a:sym typeface="Chewy"/>
                  </a:rPr>
                  <a:t>Paper</a:t>
                </a:r>
                <a:endParaRPr sz="2400">
                  <a:solidFill>
                    <a:schemeClr val="dk1"/>
                  </a:solidFill>
                  <a:latin typeface="Caveat Brush"/>
                  <a:ea typeface="Caveat Brush"/>
                  <a:cs typeface="Caveat Brush"/>
                  <a:sym typeface="Caveat Brush"/>
                </a:endParaRPr>
              </a:p>
            </p:txBody>
          </p:sp>
        </p:grpSp>
        <p:sp>
          <p:nvSpPr>
            <p:cNvPr id="2342" name="Google Shape;2342;p57"/>
            <p:cNvSpPr/>
            <p:nvPr/>
          </p:nvSpPr>
          <p:spPr>
            <a:xfrm>
              <a:off x="6888825" y="3213950"/>
              <a:ext cx="172200" cy="172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3" name="Google Shape;2343;p57"/>
          <p:cNvGrpSpPr/>
          <p:nvPr/>
        </p:nvGrpSpPr>
        <p:grpSpPr>
          <a:xfrm>
            <a:off x="937046" y="1716249"/>
            <a:ext cx="1121010" cy="1145615"/>
            <a:chOff x="784626" y="1538897"/>
            <a:chExt cx="1194597" cy="1220818"/>
          </a:xfrm>
        </p:grpSpPr>
        <p:grpSp>
          <p:nvGrpSpPr>
            <p:cNvPr id="2344" name="Google Shape;2344;p57"/>
            <p:cNvGrpSpPr/>
            <p:nvPr/>
          </p:nvGrpSpPr>
          <p:grpSpPr>
            <a:xfrm rot="5905114">
              <a:off x="842412" y="1625348"/>
              <a:ext cx="1079025" cy="1047915"/>
              <a:chOff x="2644454" y="1856572"/>
              <a:chExt cx="1079053" cy="1047942"/>
            </a:xfrm>
          </p:grpSpPr>
          <p:sp>
            <p:nvSpPr>
              <p:cNvPr id="2345" name="Google Shape;2345;p57"/>
              <p:cNvSpPr/>
              <p:nvPr/>
            </p:nvSpPr>
            <p:spPr>
              <a:xfrm rot="-2232679">
                <a:off x="2906338" y="1995792"/>
                <a:ext cx="617896" cy="803696"/>
              </a:xfrm>
              <a:custGeom>
                <a:avLst/>
                <a:gdLst/>
                <a:ahLst/>
                <a:cxnLst/>
                <a:rect l="l" t="t" r="r" b="b"/>
                <a:pathLst>
                  <a:path w="29222" h="38009" extrusionOk="0">
                    <a:moveTo>
                      <a:pt x="6305" y="0"/>
                    </a:moveTo>
                    <a:cubicBezTo>
                      <a:pt x="6305" y="0"/>
                      <a:pt x="1" y="7506"/>
                      <a:pt x="101" y="14911"/>
                    </a:cubicBezTo>
                    <a:cubicBezTo>
                      <a:pt x="168" y="22283"/>
                      <a:pt x="5838" y="37894"/>
                      <a:pt x="5838" y="37894"/>
                    </a:cubicBezTo>
                    <a:cubicBezTo>
                      <a:pt x="5838" y="37894"/>
                      <a:pt x="6807" y="38009"/>
                      <a:pt x="8452" y="38009"/>
                    </a:cubicBezTo>
                    <a:cubicBezTo>
                      <a:pt x="12623" y="38009"/>
                      <a:pt x="21137" y="37271"/>
                      <a:pt x="29222" y="32057"/>
                    </a:cubicBezTo>
                    <a:cubicBezTo>
                      <a:pt x="29222" y="32057"/>
                      <a:pt x="26420" y="16979"/>
                      <a:pt x="21616" y="9807"/>
                    </a:cubicBezTo>
                    <a:cubicBezTo>
                      <a:pt x="21616" y="9807"/>
                      <a:pt x="17113" y="1768"/>
                      <a:pt x="63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7"/>
              <p:cNvSpPr/>
              <p:nvPr/>
            </p:nvSpPr>
            <p:spPr>
              <a:xfrm rot="-2232679">
                <a:off x="2743977" y="2085296"/>
                <a:ext cx="192588" cy="162964"/>
              </a:xfrm>
              <a:custGeom>
                <a:avLst/>
                <a:gdLst/>
                <a:ahLst/>
                <a:cxnLst/>
                <a:rect l="l" t="t" r="r" b="b"/>
                <a:pathLst>
                  <a:path w="9108" h="7707" extrusionOk="0">
                    <a:moveTo>
                      <a:pt x="7340" y="1"/>
                    </a:moveTo>
                    <a:cubicBezTo>
                      <a:pt x="7340" y="1"/>
                      <a:pt x="3137" y="468"/>
                      <a:pt x="1" y="2102"/>
                    </a:cubicBezTo>
                    <a:cubicBezTo>
                      <a:pt x="34" y="2136"/>
                      <a:pt x="34" y="5605"/>
                      <a:pt x="1369" y="7706"/>
                    </a:cubicBezTo>
                    <a:lnTo>
                      <a:pt x="9107" y="5805"/>
                    </a:lnTo>
                    <a:cubicBezTo>
                      <a:pt x="9107" y="5805"/>
                      <a:pt x="8407" y="1468"/>
                      <a:pt x="73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7"/>
              <p:cNvSpPr/>
              <p:nvPr/>
            </p:nvSpPr>
            <p:spPr>
              <a:xfrm rot="-2232679">
                <a:off x="2673957" y="1928525"/>
                <a:ext cx="305417" cy="200390"/>
              </a:xfrm>
              <a:custGeom>
                <a:avLst/>
                <a:gdLst/>
                <a:ahLst/>
                <a:cxnLst/>
                <a:rect l="l" t="t" r="r" b="b"/>
                <a:pathLst>
                  <a:path w="14444" h="9477" extrusionOk="0">
                    <a:moveTo>
                      <a:pt x="7135" y="0"/>
                    </a:moveTo>
                    <a:cubicBezTo>
                      <a:pt x="3619" y="0"/>
                      <a:pt x="0" y="2172"/>
                      <a:pt x="0" y="2172"/>
                    </a:cubicBezTo>
                    <a:lnTo>
                      <a:pt x="2202" y="9477"/>
                    </a:lnTo>
                    <a:lnTo>
                      <a:pt x="5070" y="8976"/>
                    </a:lnTo>
                    <a:lnTo>
                      <a:pt x="3803" y="3339"/>
                    </a:lnTo>
                    <a:cubicBezTo>
                      <a:pt x="3803" y="3339"/>
                      <a:pt x="4460" y="3028"/>
                      <a:pt x="6048" y="3028"/>
                    </a:cubicBezTo>
                    <a:cubicBezTo>
                      <a:pt x="6666" y="3028"/>
                      <a:pt x="7424" y="3075"/>
                      <a:pt x="8339" y="3206"/>
                    </a:cubicBezTo>
                    <a:cubicBezTo>
                      <a:pt x="8935" y="3273"/>
                      <a:pt x="9532" y="3307"/>
                      <a:pt x="10125" y="3307"/>
                    </a:cubicBezTo>
                    <a:cubicBezTo>
                      <a:pt x="11591" y="3307"/>
                      <a:pt x="13043" y="3099"/>
                      <a:pt x="14444" y="2672"/>
                    </a:cubicBezTo>
                    <a:lnTo>
                      <a:pt x="13677" y="3"/>
                    </a:lnTo>
                    <a:cubicBezTo>
                      <a:pt x="13677" y="3"/>
                      <a:pt x="12708" y="206"/>
                      <a:pt x="10911" y="206"/>
                    </a:cubicBezTo>
                    <a:cubicBezTo>
                      <a:pt x="10081" y="206"/>
                      <a:pt x="9075" y="163"/>
                      <a:pt x="7906" y="37"/>
                    </a:cubicBezTo>
                    <a:cubicBezTo>
                      <a:pt x="7651" y="12"/>
                      <a:pt x="7393" y="0"/>
                      <a:pt x="71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7"/>
              <p:cNvSpPr/>
              <p:nvPr/>
            </p:nvSpPr>
            <p:spPr>
              <a:xfrm rot="-2232679">
                <a:off x="2949426" y="2256261"/>
                <a:ext cx="569918" cy="377373"/>
              </a:xfrm>
              <a:custGeom>
                <a:avLst/>
                <a:gdLst/>
                <a:ahLst/>
                <a:cxnLst/>
                <a:rect l="l" t="t" r="r" b="b"/>
                <a:pathLst>
                  <a:path w="26953" h="17847" extrusionOk="0">
                    <a:moveTo>
                      <a:pt x="22583" y="0"/>
                    </a:moveTo>
                    <a:cubicBezTo>
                      <a:pt x="12209" y="5938"/>
                      <a:pt x="0" y="6538"/>
                      <a:pt x="0" y="6538"/>
                    </a:cubicBezTo>
                    <a:cubicBezTo>
                      <a:pt x="400" y="10608"/>
                      <a:pt x="2802" y="17846"/>
                      <a:pt x="2802" y="17846"/>
                    </a:cubicBezTo>
                    <a:cubicBezTo>
                      <a:pt x="15244" y="17780"/>
                      <a:pt x="26953" y="11809"/>
                      <a:pt x="26953" y="11809"/>
                    </a:cubicBezTo>
                    <a:cubicBezTo>
                      <a:pt x="25985" y="7706"/>
                      <a:pt x="24518" y="3736"/>
                      <a:pt x="225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7"/>
              <p:cNvSpPr/>
              <p:nvPr/>
            </p:nvSpPr>
            <p:spPr>
              <a:xfrm rot="-2232679">
                <a:off x="3210717" y="2530932"/>
                <a:ext cx="507858" cy="187280"/>
              </a:xfrm>
              <a:custGeom>
                <a:avLst/>
                <a:gdLst/>
                <a:ahLst/>
                <a:cxnLst/>
                <a:rect l="l" t="t" r="r" b="b"/>
                <a:pathLst>
                  <a:path w="24018" h="8857" extrusionOk="0">
                    <a:moveTo>
                      <a:pt x="23351" y="0"/>
                    </a:moveTo>
                    <a:cubicBezTo>
                      <a:pt x="15112" y="6338"/>
                      <a:pt x="1" y="6739"/>
                      <a:pt x="1" y="6739"/>
                    </a:cubicBezTo>
                    <a:lnTo>
                      <a:pt x="501" y="8506"/>
                    </a:lnTo>
                    <a:cubicBezTo>
                      <a:pt x="2084" y="8749"/>
                      <a:pt x="3619" y="8857"/>
                      <a:pt x="5096" y="8857"/>
                    </a:cubicBezTo>
                    <a:cubicBezTo>
                      <a:pt x="16197" y="8857"/>
                      <a:pt x="24018" y="2802"/>
                      <a:pt x="24018" y="2802"/>
                    </a:cubicBezTo>
                    <a:lnTo>
                      <a:pt x="233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6" name="Google Shape;2306;p57"/>
            <p:cNvSpPr/>
            <p:nvPr/>
          </p:nvSpPr>
          <p:spPr>
            <a:xfrm>
              <a:off x="1416625" y="2328042"/>
              <a:ext cx="67800" cy="67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0" name="Google Shape;2350;p57"/>
          <p:cNvGrpSpPr/>
          <p:nvPr/>
        </p:nvGrpSpPr>
        <p:grpSpPr>
          <a:xfrm>
            <a:off x="2438612" y="1774437"/>
            <a:ext cx="930089" cy="989260"/>
            <a:chOff x="2258724" y="1705521"/>
            <a:chExt cx="991144" cy="1054199"/>
          </a:xfrm>
        </p:grpSpPr>
        <p:grpSp>
          <p:nvGrpSpPr>
            <p:cNvPr id="2351" name="Google Shape;2351;p57"/>
            <p:cNvGrpSpPr/>
            <p:nvPr/>
          </p:nvGrpSpPr>
          <p:grpSpPr>
            <a:xfrm>
              <a:off x="2258724" y="1705521"/>
              <a:ext cx="991144" cy="1054199"/>
              <a:chOff x="983399" y="1583646"/>
              <a:chExt cx="991144" cy="1054199"/>
            </a:xfrm>
          </p:grpSpPr>
          <p:sp>
            <p:nvSpPr>
              <p:cNvPr id="2352" name="Google Shape;2352;p57"/>
              <p:cNvSpPr/>
              <p:nvPr/>
            </p:nvSpPr>
            <p:spPr>
              <a:xfrm rot="-2362410">
                <a:off x="1229343" y="1633734"/>
                <a:ext cx="499255" cy="954022"/>
              </a:xfrm>
              <a:custGeom>
                <a:avLst/>
                <a:gdLst/>
                <a:ahLst/>
                <a:cxnLst/>
                <a:rect l="l" t="t" r="r" b="b"/>
                <a:pathLst>
                  <a:path w="23017" h="43983" extrusionOk="0">
                    <a:moveTo>
                      <a:pt x="3518" y="1"/>
                    </a:moveTo>
                    <a:cubicBezTo>
                      <a:pt x="3469" y="1"/>
                      <a:pt x="3419" y="3"/>
                      <a:pt x="3369" y="8"/>
                    </a:cubicBezTo>
                    <a:lnTo>
                      <a:pt x="1568" y="242"/>
                    </a:lnTo>
                    <a:cubicBezTo>
                      <a:pt x="601" y="342"/>
                      <a:pt x="0" y="1376"/>
                      <a:pt x="367" y="2277"/>
                    </a:cubicBezTo>
                    <a:lnTo>
                      <a:pt x="15578" y="42472"/>
                    </a:lnTo>
                    <a:cubicBezTo>
                      <a:pt x="15645" y="42672"/>
                      <a:pt x="15778" y="42839"/>
                      <a:pt x="15945" y="43006"/>
                    </a:cubicBezTo>
                    <a:cubicBezTo>
                      <a:pt x="16671" y="43649"/>
                      <a:pt x="17603" y="43982"/>
                      <a:pt x="18541" y="43982"/>
                    </a:cubicBezTo>
                    <a:cubicBezTo>
                      <a:pt x="19112" y="43982"/>
                      <a:pt x="19685" y="43859"/>
                      <a:pt x="20215" y="43606"/>
                    </a:cubicBezTo>
                    <a:cubicBezTo>
                      <a:pt x="23017" y="42405"/>
                      <a:pt x="21983" y="40771"/>
                      <a:pt x="21983" y="40771"/>
                    </a:cubicBezTo>
                    <a:lnTo>
                      <a:pt x="9574" y="16720"/>
                    </a:lnTo>
                    <a:cubicBezTo>
                      <a:pt x="9374" y="16320"/>
                      <a:pt x="9374" y="15853"/>
                      <a:pt x="9574" y="15453"/>
                    </a:cubicBezTo>
                    <a:cubicBezTo>
                      <a:pt x="10208" y="14219"/>
                      <a:pt x="10241" y="12751"/>
                      <a:pt x="9674" y="11483"/>
                    </a:cubicBezTo>
                    <a:lnTo>
                      <a:pt x="4904" y="909"/>
                    </a:lnTo>
                    <a:cubicBezTo>
                      <a:pt x="4658" y="356"/>
                      <a:pt x="4100" y="1"/>
                      <a:pt x="35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7"/>
              <p:cNvSpPr/>
              <p:nvPr/>
            </p:nvSpPr>
            <p:spPr>
              <a:xfrm rot="-2362410">
                <a:off x="1107609" y="1754779"/>
                <a:ext cx="202613" cy="265885"/>
              </a:xfrm>
              <a:custGeom>
                <a:avLst/>
                <a:gdLst/>
                <a:ahLst/>
                <a:cxnLst/>
                <a:rect l="l" t="t" r="r" b="b"/>
                <a:pathLst>
                  <a:path w="9341" h="12258" extrusionOk="0">
                    <a:moveTo>
                      <a:pt x="4353" y="1"/>
                    </a:moveTo>
                    <a:cubicBezTo>
                      <a:pt x="4312" y="1"/>
                      <a:pt x="4270" y="9"/>
                      <a:pt x="4237" y="26"/>
                    </a:cubicBezTo>
                    <a:cubicBezTo>
                      <a:pt x="3269" y="393"/>
                      <a:pt x="2302" y="660"/>
                      <a:pt x="1268" y="893"/>
                    </a:cubicBezTo>
                    <a:cubicBezTo>
                      <a:pt x="1201" y="893"/>
                      <a:pt x="1135" y="926"/>
                      <a:pt x="1068" y="993"/>
                    </a:cubicBezTo>
                    <a:cubicBezTo>
                      <a:pt x="768" y="1293"/>
                      <a:pt x="0" y="2461"/>
                      <a:pt x="1768" y="5863"/>
                    </a:cubicBezTo>
                    <a:cubicBezTo>
                      <a:pt x="3763" y="9631"/>
                      <a:pt x="3744" y="12257"/>
                      <a:pt x="5734" y="12257"/>
                    </a:cubicBezTo>
                    <a:cubicBezTo>
                      <a:pt x="5841" y="12257"/>
                      <a:pt x="5953" y="12250"/>
                      <a:pt x="6071" y="12235"/>
                    </a:cubicBezTo>
                    <a:cubicBezTo>
                      <a:pt x="6138" y="12235"/>
                      <a:pt x="6205" y="12201"/>
                      <a:pt x="6272" y="12134"/>
                    </a:cubicBezTo>
                    <a:lnTo>
                      <a:pt x="9107" y="9933"/>
                    </a:lnTo>
                    <a:cubicBezTo>
                      <a:pt x="9340" y="9733"/>
                      <a:pt x="9307" y="9366"/>
                      <a:pt x="9040" y="9232"/>
                    </a:cubicBezTo>
                    <a:lnTo>
                      <a:pt x="8340" y="8865"/>
                    </a:lnTo>
                    <a:cubicBezTo>
                      <a:pt x="8140" y="8765"/>
                      <a:pt x="8073" y="8565"/>
                      <a:pt x="8106" y="8365"/>
                    </a:cubicBezTo>
                    <a:lnTo>
                      <a:pt x="8473" y="6964"/>
                    </a:lnTo>
                    <a:cubicBezTo>
                      <a:pt x="8540" y="6797"/>
                      <a:pt x="8473" y="6597"/>
                      <a:pt x="8306" y="6530"/>
                    </a:cubicBezTo>
                    <a:lnTo>
                      <a:pt x="7606" y="6063"/>
                    </a:lnTo>
                    <a:cubicBezTo>
                      <a:pt x="7472" y="5963"/>
                      <a:pt x="7372" y="5763"/>
                      <a:pt x="7439" y="5596"/>
                    </a:cubicBezTo>
                    <a:lnTo>
                      <a:pt x="7673" y="4696"/>
                    </a:lnTo>
                    <a:cubicBezTo>
                      <a:pt x="7706" y="4496"/>
                      <a:pt x="7606" y="4295"/>
                      <a:pt x="7406" y="4229"/>
                    </a:cubicBezTo>
                    <a:lnTo>
                      <a:pt x="6405" y="3762"/>
                    </a:lnTo>
                    <a:cubicBezTo>
                      <a:pt x="6171" y="3662"/>
                      <a:pt x="6071" y="3328"/>
                      <a:pt x="6272" y="3128"/>
                    </a:cubicBezTo>
                    <a:lnTo>
                      <a:pt x="6605" y="2661"/>
                    </a:lnTo>
                    <a:cubicBezTo>
                      <a:pt x="6772" y="2427"/>
                      <a:pt x="6672" y="2094"/>
                      <a:pt x="6372" y="2027"/>
                    </a:cubicBezTo>
                    <a:lnTo>
                      <a:pt x="5905" y="1860"/>
                    </a:lnTo>
                    <a:cubicBezTo>
                      <a:pt x="5671" y="1794"/>
                      <a:pt x="5538" y="1560"/>
                      <a:pt x="5604" y="1327"/>
                    </a:cubicBezTo>
                    <a:lnTo>
                      <a:pt x="5771" y="760"/>
                    </a:lnTo>
                    <a:cubicBezTo>
                      <a:pt x="5838" y="526"/>
                      <a:pt x="5671" y="293"/>
                      <a:pt x="5438" y="259"/>
                    </a:cubicBezTo>
                    <a:lnTo>
                      <a:pt x="4470" y="26"/>
                    </a:lnTo>
                    <a:cubicBezTo>
                      <a:pt x="4437" y="9"/>
                      <a:pt x="4395" y="1"/>
                      <a:pt x="43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54" name="Google Shape;2354;p57"/>
            <p:cNvSpPr/>
            <p:nvPr/>
          </p:nvSpPr>
          <p:spPr>
            <a:xfrm>
              <a:off x="2843075" y="2304992"/>
              <a:ext cx="67800" cy="6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55" name="Google Shape;2355;p57"/>
          <p:cNvCxnSpPr>
            <a:stCxn id="2354" idx="3"/>
          </p:cNvCxnSpPr>
          <p:nvPr/>
        </p:nvCxnSpPr>
        <p:spPr>
          <a:xfrm rot="-5400000" flipH="1">
            <a:off x="2914835" y="2472737"/>
            <a:ext cx="547200" cy="384300"/>
          </a:xfrm>
          <a:prstGeom prst="curvedConnector3">
            <a:avLst>
              <a:gd name="adj1" fmla="val 50851"/>
            </a:avLst>
          </a:prstGeom>
          <a:noFill/>
          <a:ln w="9525" cap="flat" cmpd="sng">
            <a:solidFill>
              <a:schemeClr val="dk1"/>
            </a:solidFill>
            <a:prstDash val="solid"/>
            <a:round/>
            <a:headEnd type="none" w="med" len="med"/>
            <a:tailEnd type="triangle" w="med" len="med"/>
          </a:ln>
        </p:spPr>
      </p:cxnSp>
      <p:grpSp>
        <p:nvGrpSpPr>
          <p:cNvPr id="2356" name="Google Shape;2356;p57"/>
          <p:cNvGrpSpPr/>
          <p:nvPr/>
        </p:nvGrpSpPr>
        <p:grpSpPr>
          <a:xfrm>
            <a:off x="3971198" y="1750087"/>
            <a:ext cx="893060" cy="989235"/>
            <a:chOff x="3670725" y="1672100"/>
            <a:chExt cx="951684" cy="1054172"/>
          </a:xfrm>
        </p:grpSpPr>
        <p:grpSp>
          <p:nvGrpSpPr>
            <p:cNvPr id="2357" name="Google Shape;2357;p57"/>
            <p:cNvGrpSpPr/>
            <p:nvPr/>
          </p:nvGrpSpPr>
          <p:grpSpPr>
            <a:xfrm>
              <a:off x="3670725" y="1672100"/>
              <a:ext cx="951684" cy="1054172"/>
              <a:chOff x="3670725" y="1672100"/>
              <a:chExt cx="951684" cy="1054172"/>
            </a:xfrm>
          </p:grpSpPr>
          <p:sp>
            <p:nvSpPr>
              <p:cNvPr id="2358" name="Google Shape;2358;p57"/>
              <p:cNvSpPr/>
              <p:nvPr/>
            </p:nvSpPr>
            <p:spPr>
              <a:xfrm>
                <a:off x="3994964" y="1737426"/>
                <a:ext cx="590887" cy="579030"/>
              </a:xfrm>
              <a:custGeom>
                <a:avLst/>
                <a:gdLst/>
                <a:ahLst/>
                <a:cxnLst/>
                <a:rect l="l" t="t" r="r" b="b"/>
                <a:pathLst>
                  <a:path w="32891" h="32231" extrusionOk="0">
                    <a:moveTo>
                      <a:pt x="10007" y="1"/>
                    </a:moveTo>
                    <a:cubicBezTo>
                      <a:pt x="8139" y="801"/>
                      <a:pt x="6171" y="1602"/>
                      <a:pt x="4303" y="2402"/>
                    </a:cubicBezTo>
                    <a:cubicBezTo>
                      <a:pt x="2769" y="9808"/>
                      <a:pt x="1568" y="16913"/>
                      <a:pt x="100" y="24318"/>
                    </a:cubicBezTo>
                    <a:cubicBezTo>
                      <a:pt x="0" y="24785"/>
                      <a:pt x="434" y="25319"/>
                      <a:pt x="1101" y="25486"/>
                    </a:cubicBezTo>
                    <a:lnTo>
                      <a:pt x="3436" y="26086"/>
                    </a:lnTo>
                    <a:cubicBezTo>
                      <a:pt x="3573" y="26122"/>
                      <a:pt x="3710" y="26139"/>
                      <a:pt x="3841" y="26139"/>
                    </a:cubicBezTo>
                    <a:cubicBezTo>
                      <a:pt x="4319" y="26139"/>
                      <a:pt x="4725" y="25911"/>
                      <a:pt x="4803" y="25519"/>
                    </a:cubicBezTo>
                    <a:cubicBezTo>
                      <a:pt x="6305" y="18547"/>
                      <a:pt x="7672" y="11342"/>
                      <a:pt x="9107" y="4304"/>
                    </a:cubicBezTo>
                    <a:cubicBezTo>
                      <a:pt x="19180" y="6272"/>
                      <a:pt x="25151" y="8740"/>
                      <a:pt x="27920" y="10141"/>
                    </a:cubicBezTo>
                    <a:cubicBezTo>
                      <a:pt x="25085" y="16713"/>
                      <a:pt x="22082" y="23384"/>
                      <a:pt x="19280" y="29955"/>
                    </a:cubicBezTo>
                    <a:cubicBezTo>
                      <a:pt x="19080" y="30456"/>
                      <a:pt x="19481" y="31123"/>
                      <a:pt x="20214" y="31390"/>
                    </a:cubicBezTo>
                    <a:lnTo>
                      <a:pt x="22082" y="32090"/>
                    </a:lnTo>
                    <a:cubicBezTo>
                      <a:pt x="22325" y="32185"/>
                      <a:pt x="22568" y="32230"/>
                      <a:pt x="22795" y="32230"/>
                    </a:cubicBezTo>
                    <a:cubicBezTo>
                      <a:pt x="23282" y="32230"/>
                      <a:pt x="23691" y="32021"/>
                      <a:pt x="23850" y="31657"/>
                    </a:cubicBezTo>
                    <a:cubicBezTo>
                      <a:pt x="26853" y="24785"/>
                      <a:pt x="29921" y="18314"/>
                      <a:pt x="32890" y="11409"/>
                    </a:cubicBezTo>
                    <a:cubicBezTo>
                      <a:pt x="31823" y="9708"/>
                      <a:pt x="30655" y="7906"/>
                      <a:pt x="29588" y="6172"/>
                    </a:cubicBezTo>
                    <a:cubicBezTo>
                      <a:pt x="21015" y="1935"/>
                      <a:pt x="10007" y="1"/>
                      <a:pt x="10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7"/>
              <p:cNvSpPr/>
              <p:nvPr/>
            </p:nvSpPr>
            <p:spPr>
              <a:xfrm>
                <a:off x="4222095" y="2119792"/>
                <a:ext cx="400314" cy="606480"/>
              </a:xfrm>
              <a:custGeom>
                <a:avLst/>
                <a:gdLst/>
                <a:ahLst/>
                <a:cxnLst/>
                <a:rect l="l" t="t" r="r" b="b"/>
                <a:pathLst>
                  <a:path w="22283" h="33759" extrusionOk="0">
                    <a:moveTo>
                      <a:pt x="17279" y="1"/>
                    </a:moveTo>
                    <a:lnTo>
                      <a:pt x="0" y="33224"/>
                    </a:lnTo>
                    <a:lnTo>
                      <a:pt x="5137" y="33758"/>
                    </a:lnTo>
                    <a:lnTo>
                      <a:pt x="22283" y="4804"/>
                    </a:lnTo>
                    <a:lnTo>
                      <a:pt x="172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7"/>
              <p:cNvSpPr/>
              <p:nvPr/>
            </p:nvSpPr>
            <p:spPr>
              <a:xfrm>
                <a:off x="3670725" y="1920219"/>
                <a:ext cx="861763" cy="797484"/>
              </a:xfrm>
              <a:custGeom>
                <a:avLst/>
                <a:gdLst/>
                <a:ahLst/>
                <a:cxnLst/>
                <a:rect l="l" t="t" r="r" b="b"/>
                <a:pathLst>
                  <a:path w="47969" h="44391" extrusionOk="0">
                    <a:moveTo>
                      <a:pt x="5371" y="1"/>
                    </a:moveTo>
                    <a:lnTo>
                      <a:pt x="234" y="32324"/>
                    </a:lnTo>
                    <a:cubicBezTo>
                      <a:pt x="1" y="33691"/>
                      <a:pt x="801" y="34992"/>
                      <a:pt x="2136" y="35393"/>
                    </a:cubicBezTo>
                    <a:cubicBezTo>
                      <a:pt x="11576" y="38361"/>
                      <a:pt x="21083" y="41364"/>
                      <a:pt x="30523" y="44332"/>
                    </a:cubicBezTo>
                    <a:cubicBezTo>
                      <a:pt x="30660" y="44372"/>
                      <a:pt x="30798" y="44390"/>
                      <a:pt x="30935" y="44390"/>
                    </a:cubicBezTo>
                    <a:cubicBezTo>
                      <a:pt x="31494" y="44390"/>
                      <a:pt x="32016" y="44075"/>
                      <a:pt x="32257" y="43565"/>
                    </a:cubicBezTo>
                    <a:cubicBezTo>
                      <a:pt x="37461" y="32724"/>
                      <a:pt x="42765" y="21983"/>
                      <a:pt x="47968" y="11142"/>
                    </a:cubicBezTo>
                    <a:cubicBezTo>
                      <a:pt x="34325" y="6705"/>
                      <a:pt x="19381" y="3003"/>
                      <a:pt x="53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7"/>
              <p:cNvSpPr/>
              <p:nvPr/>
            </p:nvSpPr>
            <p:spPr>
              <a:xfrm>
                <a:off x="3981777" y="1672100"/>
                <a:ext cx="468042" cy="225946"/>
              </a:xfrm>
              <a:custGeom>
                <a:avLst/>
                <a:gdLst/>
                <a:ahLst/>
                <a:cxnLst/>
                <a:rect l="l" t="t" r="r" b="b"/>
                <a:pathLst>
                  <a:path w="26053" h="12577" extrusionOk="0">
                    <a:moveTo>
                      <a:pt x="3770" y="1"/>
                    </a:moveTo>
                    <a:lnTo>
                      <a:pt x="0" y="4270"/>
                    </a:lnTo>
                    <a:cubicBezTo>
                      <a:pt x="18747" y="7573"/>
                      <a:pt x="26052" y="12576"/>
                      <a:pt x="26052" y="12576"/>
                    </a:cubicBezTo>
                    <a:lnTo>
                      <a:pt x="25752" y="6939"/>
                    </a:lnTo>
                    <a:cubicBezTo>
                      <a:pt x="16112" y="2169"/>
                      <a:pt x="3770" y="1"/>
                      <a:pt x="37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7"/>
              <p:cNvSpPr/>
              <p:nvPr/>
            </p:nvSpPr>
            <p:spPr>
              <a:xfrm>
                <a:off x="3847532" y="1672100"/>
                <a:ext cx="201963" cy="526105"/>
              </a:xfrm>
              <a:custGeom>
                <a:avLst/>
                <a:gdLst/>
                <a:ahLst/>
                <a:cxnLst/>
                <a:rect l="l" t="t" r="r" b="b"/>
                <a:pathLst>
                  <a:path w="11242" h="29285" extrusionOk="0">
                    <a:moveTo>
                      <a:pt x="11242" y="1"/>
                    </a:moveTo>
                    <a:cubicBezTo>
                      <a:pt x="9140" y="868"/>
                      <a:pt x="6938" y="1769"/>
                      <a:pt x="4870" y="2669"/>
                    </a:cubicBezTo>
                    <a:cubicBezTo>
                      <a:pt x="3136" y="10975"/>
                      <a:pt x="1801" y="18948"/>
                      <a:pt x="100" y="27220"/>
                    </a:cubicBezTo>
                    <a:cubicBezTo>
                      <a:pt x="0" y="27787"/>
                      <a:pt x="501" y="28354"/>
                      <a:pt x="1268" y="28555"/>
                    </a:cubicBezTo>
                    <a:lnTo>
                      <a:pt x="3870" y="29222"/>
                    </a:lnTo>
                    <a:cubicBezTo>
                      <a:pt x="4025" y="29264"/>
                      <a:pt x="4178" y="29284"/>
                      <a:pt x="4323" y="29284"/>
                    </a:cubicBezTo>
                    <a:cubicBezTo>
                      <a:pt x="4862" y="29284"/>
                      <a:pt x="5299" y="29008"/>
                      <a:pt x="5404" y="28588"/>
                    </a:cubicBezTo>
                    <a:cubicBezTo>
                      <a:pt x="7439" y="19181"/>
                      <a:pt x="9207" y="9374"/>
                      <a:pt x="112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7"/>
              <p:cNvSpPr/>
              <p:nvPr/>
            </p:nvSpPr>
            <p:spPr>
              <a:xfrm>
                <a:off x="4232282" y="1796159"/>
                <a:ext cx="278673" cy="524937"/>
              </a:xfrm>
              <a:custGeom>
                <a:avLst/>
                <a:gdLst/>
                <a:ahLst/>
                <a:cxnLst/>
                <a:rect l="l" t="t" r="r" b="b"/>
                <a:pathLst>
                  <a:path w="15512" h="29220" extrusionOk="0">
                    <a:moveTo>
                      <a:pt x="11842" y="1"/>
                    </a:moveTo>
                    <a:cubicBezTo>
                      <a:pt x="8140" y="8840"/>
                      <a:pt x="4003" y="17813"/>
                      <a:pt x="267" y="26653"/>
                    </a:cubicBezTo>
                    <a:cubicBezTo>
                      <a:pt x="0" y="27254"/>
                      <a:pt x="467" y="27954"/>
                      <a:pt x="1301" y="28288"/>
                    </a:cubicBezTo>
                    <a:lnTo>
                      <a:pt x="3403" y="29088"/>
                    </a:lnTo>
                    <a:cubicBezTo>
                      <a:pt x="3651" y="29178"/>
                      <a:pt x="3903" y="29220"/>
                      <a:pt x="4140" y="29220"/>
                    </a:cubicBezTo>
                    <a:cubicBezTo>
                      <a:pt x="4700" y="29220"/>
                      <a:pt x="5184" y="28986"/>
                      <a:pt x="5371" y="28588"/>
                    </a:cubicBezTo>
                    <a:cubicBezTo>
                      <a:pt x="8740" y="20882"/>
                      <a:pt x="12176" y="13610"/>
                      <a:pt x="15512" y="5872"/>
                    </a:cubicBezTo>
                    <a:cubicBezTo>
                      <a:pt x="14344" y="3937"/>
                      <a:pt x="13043" y="1935"/>
                      <a:pt x="118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4" name="Google Shape;2364;p57"/>
            <p:cNvSpPr/>
            <p:nvPr/>
          </p:nvSpPr>
          <p:spPr>
            <a:xfrm>
              <a:off x="3689675" y="2485767"/>
              <a:ext cx="67800" cy="67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5" name="Google Shape;2365;p57"/>
          <p:cNvCxnSpPr>
            <a:stCxn id="2364" idx="4"/>
          </p:cNvCxnSpPr>
          <p:nvPr/>
        </p:nvCxnSpPr>
        <p:spPr>
          <a:xfrm rot="-5400000" flipH="1">
            <a:off x="4003692" y="2594356"/>
            <a:ext cx="398700" cy="364500"/>
          </a:xfrm>
          <a:prstGeom prst="curvedConnector3">
            <a:avLst>
              <a:gd name="adj1" fmla="val 50000"/>
            </a:avLst>
          </a:prstGeom>
          <a:noFill/>
          <a:ln w="9525" cap="flat" cmpd="sng">
            <a:solidFill>
              <a:schemeClr val="dk1"/>
            </a:solidFill>
            <a:prstDash val="solid"/>
            <a:round/>
            <a:headEnd type="none" w="med" len="med"/>
            <a:tailEnd type="triangle" w="med" len="med"/>
          </a:ln>
        </p:spPr>
      </p:cxnSp>
      <p:grpSp>
        <p:nvGrpSpPr>
          <p:cNvPr id="2366" name="Google Shape;2366;p57"/>
          <p:cNvGrpSpPr/>
          <p:nvPr/>
        </p:nvGrpSpPr>
        <p:grpSpPr>
          <a:xfrm>
            <a:off x="5159479" y="1677387"/>
            <a:ext cx="1162562" cy="1145636"/>
            <a:chOff x="4878225" y="1602100"/>
            <a:chExt cx="1238877" cy="1220840"/>
          </a:xfrm>
        </p:grpSpPr>
        <p:grpSp>
          <p:nvGrpSpPr>
            <p:cNvPr id="2367" name="Google Shape;2367;p57"/>
            <p:cNvGrpSpPr/>
            <p:nvPr/>
          </p:nvGrpSpPr>
          <p:grpSpPr>
            <a:xfrm>
              <a:off x="4878225" y="1602100"/>
              <a:ext cx="1238877" cy="1220840"/>
              <a:chOff x="4878225" y="1602100"/>
              <a:chExt cx="1238877" cy="1220840"/>
            </a:xfrm>
          </p:grpSpPr>
          <p:sp>
            <p:nvSpPr>
              <p:cNvPr id="2368" name="Google Shape;2368;p57"/>
              <p:cNvSpPr/>
              <p:nvPr/>
            </p:nvSpPr>
            <p:spPr>
              <a:xfrm rot="2204280">
                <a:off x="5203832" y="2328397"/>
                <a:ext cx="521504" cy="148601"/>
              </a:xfrm>
              <a:custGeom>
                <a:avLst/>
                <a:gdLst/>
                <a:ahLst/>
                <a:cxnLst/>
                <a:rect l="l" t="t" r="r" b="b"/>
                <a:pathLst>
                  <a:path w="24252" h="6911" extrusionOk="0">
                    <a:moveTo>
                      <a:pt x="20859" y="0"/>
                    </a:moveTo>
                    <a:cubicBezTo>
                      <a:pt x="17176" y="0"/>
                      <a:pt x="13503" y="684"/>
                      <a:pt x="9908" y="1367"/>
                    </a:cubicBezTo>
                    <a:cubicBezTo>
                      <a:pt x="8107" y="1667"/>
                      <a:pt x="6372" y="2067"/>
                      <a:pt x="4638" y="2568"/>
                    </a:cubicBezTo>
                    <a:cubicBezTo>
                      <a:pt x="3770" y="2834"/>
                      <a:pt x="2903" y="3168"/>
                      <a:pt x="2102" y="3568"/>
                    </a:cubicBezTo>
                    <a:cubicBezTo>
                      <a:pt x="1602" y="3802"/>
                      <a:pt x="1" y="3835"/>
                      <a:pt x="234" y="4436"/>
                    </a:cubicBezTo>
                    <a:cubicBezTo>
                      <a:pt x="635" y="5536"/>
                      <a:pt x="1102" y="6337"/>
                      <a:pt x="1769" y="6637"/>
                    </a:cubicBezTo>
                    <a:cubicBezTo>
                      <a:pt x="2229" y="6840"/>
                      <a:pt x="2720" y="6910"/>
                      <a:pt x="3219" y="6910"/>
                    </a:cubicBezTo>
                    <a:cubicBezTo>
                      <a:pt x="3624" y="6910"/>
                      <a:pt x="4034" y="6864"/>
                      <a:pt x="4437" y="6804"/>
                    </a:cubicBezTo>
                    <a:cubicBezTo>
                      <a:pt x="8307" y="6337"/>
                      <a:pt x="12110" y="5403"/>
                      <a:pt x="15912" y="4502"/>
                    </a:cubicBezTo>
                    <a:lnTo>
                      <a:pt x="15946" y="4502"/>
                    </a:lnTo>
                    <a:cubicBezTo>
                      <a:pt x="17347" y="4169"/>
                      <a:pt x="18714" y="3835"/>
                      <a:pt x="20115" y="3502"/>
                    </a:cubicBezTo>
                    <a:cubicBezTo>
                      <a:pt x="20849" y="3301"/>
                      <a:pt x="21616" y="3135"/>
                      <a:pt x="22350" y="2901"/>
                    </a:cubicBezTo>
                    <a:cubicBezTo>
                      <a:pt x="23017" y="2701"/>
                      <a:pt x="23651" y="2534"/>
                      <a:pt x="24018" y="1867"/>
                    </a:cubicBezTo>
                    <a:cubicBezTo>
                      <a:pt x="24185" y="1534"/>
                      <a:pt x="24252" y="1167"/>
                      <a:pt x="24218" y="800"/>
                    </a:cubicBezTo>
                    <a:cubicBezTo>
                      <a:pt x="24185" y="233"/>
                      <a:pt x="22751" y="66"/>
                      <a:pt x="22217" y="32"/>
                    </a:cubicBezTo>
                    <a:cubicBezTo>
                      <a:pt x="21764" y="11"/>
                      <a:pt x="21312" y="0"/>
                      <a:pt x="20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7"/>
              <p:cNvSpPr/>
              <p:nvPr/>
            </p:nvSpPr>
            <p:spPr>
              <a:xfrm rot="2204280">
                <a:off x="5132176" y="1626596"/>
                <a:ext cx="408890" cy="985009"/>
              </a:xfrm>
              <a:custGeom>
                <a:avLst/>
                <a:gdLst/>
                <a:ahLst/>
                <a:cxnLst/>
                <a:rect l="l" t="t" r="r" b="b"/>
                <a:pathLst>
                  <a:path w="19015" h="45810" extrusionOk="0">
                    <a:moveTo>
                      <a:pt x="16779" y="42440"/>
                    </a:moveTo>
                    <a:cubicBezTo>
                      <a:pt x="17429" y="42440"/>
                      <a:pt x="17643" y="43457"/>
                      <a:pt x="16913" y="43670"/>
                    </a:cubicBezTo>
                    <a:cubicBezTo>
                      <a:pt x="16842" y="43691"/>
                      <a:pt x="16775" y="43700"/>
                      <a:pt x="16713" y="43700"/>
                    </a:cubicBezTo>
                    <a:cubicBezTo>
                      <a:pt x="16062" y="43700"/>
                      <a:pt x="15849" y="42683"/>
                      <a:pt x="16579" y="42470"/>
                    </a:cubicBezTo>
                    <a:cubicBezTo>
                      <a:pt x="16649" y="42449"/>
                      <a:pt x="16716" y="42440"/>
                      <a:pt x="16779" y="42440"/>
                    </a:cubicBezTo>
                    <a:close/>
                    <a:moveTo>
                      <a:pt x="5390" y="0"/>
                    </a:moveTo>
                    <a:cubicBezTo>
                      <a:pt x="5056" y="0"/>
                      <a:pt x="4727" y="46"/>
                      <a:pt x="4404" y="139"/>
                    </a:cubicBezTo>
                    <a:cubicBezTo>
                      <a:pt x="1301" y="1040"/>
                      <a:pt x="0" y="6044"/>
                      <a:pt x="1502" y="11347"/>
                    </a:cubicBezTo>
                    <a:cubicBezTo>
                      <a:pt x="2802" y="15851"/>
                      <a:pt x="5738" y="19086"/>
                      <a:pt x="8507" y="19386"/>
                    </a:cubicBezTo>
                    <a:cubicBezTo>
                      <a:pt x="9574" y="24357"/>
                      <a:pt x="11108" y="30361"/>
                      <a:pt x="12476" y="35131"/>
                    </a:cubicBezTo>
                    <a:cubicBezTo>
                      <a:pt x="15096" y="44241"/>
                      <a:pt x="16297" y="45809"/>
                      <a:pt x="17248" y="45809"/>
                    </a:cubicBezTo>
                    <a:cubicBezTo>
                      <a:pt x="17338" y="45809"/>
                      <a:pt x="17426" y="45795"/>
                      <a:pt x="17513" y="45772"/>
                    </a:cubicBezTo>
                    <a:cubicBezTo>
                      <a:pt x="18514" y="45472"/>
                      <a:pt x="19014" y="44037"/>
                      <a:pt x="16145" y="34097"/>
                    </a:cubicBezTo>
                    <a:cubicBezTo>
                      <a:pt x="14744" y="29293"/>
                      <a:pt x="12843" y="23423"/>
                      <a:pt x="11142" y="18653"/>
                    </a:cubicBezTo>
                    <a:cubicBezTo>
                      <a:pt x="13310" y="16918"/>
                      <a:pt x="14077" y="12615"/>
                      <a:pt x="12776" y="8078"/>
                    </a:cubicBezTo>
                    <a:cubicBezTo>
                      <a:pt x="11402" y="3357"/>
                      <a:pt x="8260" y="0"/>
                      <a:pt x="5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7"/>
              <p:cNvSpPr/>
              <p:nvPr/>
            </p:nvSpPr>
            <p:spPr>
              <a:xfrm rot="2204280">
                <a:off x="5386719" y="1703548"/>
                <a:ext cx="332854" cy="1023154"/>
              </a:xfrm>
              <a:custGeom>
                <a:avLst/>
                <a:gdLst/>
                <a:ahLst/>
                <a:cxnLst/>
                <a:rect l="l" t="t" r="r" b="b"/>
                <a:pathLst>
                  <a:path w="15479" h="47584" extrusionOk="0">
                    <a:moveTo>
                      <a:pt x="13361" y="44156"/>
                    </a:moveTo>
                    <a:cubicBezTo>
                      <a:pt x="14065" y="44156"/>
                      <a:pt x="14235" y="45275"/>
                      <a:pt x="13443" y="45434"/>
                    </a:cubicBezTo>
                    <a:cubicBezTo>
                      <a:pt x="13401" y="45440"/>
                      <a:pt x="13360" y="45444"/>
                      <a:pt x="13321" y="45444"/>
                    </a:cubicBezTo>
                    <a:cubicBezTo>
                      <a:pt x="12592" y="45444"/>
                      <a:pt x="12452" y="44324"/>
                      <a:pt x="13243" y="44166"/>
                    </a:cubicBezTo>
                    <a:cubicBezTo>
                      <a:pt x="13284" y="44159"/>
                      <a:pt x="13324" y="44156"/>
                      <a:pt x="13361" y="44156"/>
                    </a:cubicBezTo>
                    <a:close/>
                    <a:moveTo>
                      <a:pt x="10149" y="1"/>
                    </a:moveTo>
                    <a:cubicBezTo>
                      <a:pt x="10146" y="1"/>
                      <a:pt x="10144" y="1"/>
                      <a:pt x="10141" y="1"/>
                    </a:cubicBezTo>
                    <a:cubicBezTo>
                      <a:pt x="9374" y="68"/>
                      <a:pt x="11242" y="9875"/>
                      <a:pt x="10374" y="10075"/>
                    </a:cubicBezTo>
                    <a:cubicBezTo>
                      <a:pt x="10366" y="10077"/>
                      <a:pt x="10358" y="10078"/>
                      <a:pt x="10349" y="10078"/>
                    </a:cubicBezTo>
                    <a:cubicBezTo>
                      <a:pt x="9519" y="10078"/>
                      <a:pt x="8059" y="565"/>
                      <a:pt x="7069" y="565"/>
                    </a:cubicBezTo>
                    <a:cubicBezTo>
                      <a:pt x="7059" y="565"/>
                      <a:pt x="7049" y="566"/>
                      <a:pt x="7039" y="568"/>
                    </a:cubicBezTo>
                    <a:cubicBezTo>
                      <a:pt x="6205" y="702"/>
                      <a:pt x="7973" y="10342"/>
                      <a:pt x="7372" y="10609"/>
                    </a:cubicBezTo>
                    <a:cubicBezTo>
                      <a:pt x="7364" y="10612"/>
                      <a:pt x="7355" y="10614"/>
                      <a:pt x="7346" y="10614"/>
                    </a:cubicBezTo>
                    <a:cubicBezTo>
                      <a:pt x="6687" y="10614"/>
                      <a:pt x="4595" y="1133"/>
                      <a:pt x="3790" y="1133"/>
                    </a:cubicBezTo>
                    <a:cubicBezTo>
                      <a:pt x="3783" y="1133"/>
                      <a:pt x="3776" y="1134"/>
                      <a:pt x="3770" y="1135"/>
                    </a:cubicBezTo>
                    <a:cubicBezTo>
                      <a:pt x="3003" y="1269"/>
                      <a:pt x="4637" y="11142"/>
                      <a:pt x="3937" y="11209"/>
                    </a:cubicBezTo>
                    <a:cubicBezTo>
                      <a:pt x="3934" y="11209"/>
                      <a:pt x="3932" y="11210"/>
                      <a:pt x="3929" y="11210"/>
                    </a:cubicBezTo>
                    <a:cubicBezTo>
                      <a:pt x="3229" y="11210"/>
                      <a:pt x="1456" y="1668"/>
                      <a:pt x="585" y="1668"/>
                    </a:cubicBezTo>
                    <a:cubicBezTo>
                      <a:pt x="579" y="1668"/>
                      <a:pt x="573" y="1668"/>
                      <a:pt x="567" y="1669"/>
                    </a:cubicBezTo>
                    <a:cubicBezTo>
                      <a:pt x="0" y="1769"/>
                      <a:pt x="1602" y="11609"/>
                      <a:pt x="1602" y="11609"/>
                    </a:cubicBezTo>
                    <a:cubicBezTo>
                      <a:pt x="2402" y="16246"/>
                      <a:pt x="4971" y="19782"/>
                      <a:pt x="7673" y="20382"/>
                    </a:cubicBezTo>
                    <a:cubicBezTo>
                      <a:pt x="8206" y="25419"/>
                      <a:pt x="9074" y="31557"/>
                      <a:pt x="9941" y="36427"/>
                    </a:cubicBezTo>
                    <a:cubicBezTo>
                      <a:pt x="11641" y="46062"/>
                      <a:pt x="12658" y="47583"/>
                      <a:pt x="13636" y="47583"/>
                    </a:cubicBezTo>
                    <a:cubicBezTo>
                      <a:pt x="13694" y="47583"/>
                      <a:pt x="13752" y="47578"/>
                      <a:pt x="13810" y="47569"/>
                    </a:cubicBezTo>
                    <a:cubicBezTo>
                      <a:pt x="14844" y="47368"/>
                      <a:pt x="15478" y="46001"/>
                      <a:pt x="13677" y="35793"/>
                    </a:cubicBezTo>
                    <a:cubicBezTo>
                      <a:pt x="12843" y="30890"/>
                      <a:pt x="11575" y="24852"/>
                      <a:pt x="10374" y="19882"/>
                    </a:cubicBezTo>
                    <a:cubicBezTo>
                      <a:pt x="12743" y="18414"/>
                      <a:pt x="13944" y="14211"/>
                      <a:pt x="13143" y="9608"/>
                    </a:cubicBezTo>
                    <a:cubicBezTo>
                      <a:pt x="13143" y="9608"/>
                      <a:pt x="10924" y="1"/>
                      <a:pt x="101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7"/>
              <p:cNvSpPr/>
              <p:nvPr/>
            </p:nvSpPr>
            <p:spPr>
              <a:xfrm rot="2204280">
                <a:off x="5694332" y="1864719"/>
                <a:ext cx="130570" cy="1020488"/>
              </a:xfrm>
              <a:custGeom>
                <a:avLst/>
                <a:gdLst/>
                <a:ahLst/>
                <a:cxnLst/>
                <a:rect l="l" t="t" r="r" b="b"/>
                <a:pathLst>
                  <a:path w="6072" h="47460" extrusionOk="0">
                    <a:moveTo>
                      <a:pt x="2002" y="44057"/>
                    </a:moveTo>
                    <a:cubicBezTo>
                      <a:pt x="2769" y="44157"/>
                      <a:pt x="2769" y="45224"/>
                      <a:pt x="2002" y="45324"/>
                    </a:cubicBezTo>
                    <a:cubicBezTo>
                      <a:pt x="1268" y="45224"/>
                      <a:pt x="1268" y="44157"/>
                      <a:pt x="2002" y="44057"/>
                    </a:cubicBezTo>
                    <a:close/>
                    <a:moveTo>
                      <a:pt x="560" y="0"/>
                    </a:moveTo>
                    <a:cubicBezTo>
                      <a:pt x="281" y="0"/>
                      <a:pt x="1" y="199"/>
                      <a:pt x="1" y="559"/>
                    </a:cubicBezTo>
                    <a:lnTo>
                      <a:pt x="168" y="28946"/>
                    </a:lnTo>
                    <a:cubicBezTo>
                      <a:pt x="101" y="31348"/>
                      <a:pt x="67" y="33716"/>
                      <a:pt x="101" y="35884"/>
                    </a:cubicBezTo>
                    <a:cubicBezTo>
                      <a:pt x="101" y="46097"/>
                      <a:pt x="947" y="47460"/>
                      <a:pt x="1964" y="47460"/>
                    </a:cubicBezTo>
                    <a:cubicBezTo>
                      <a:pt x="1977" y="47460"/>
                      <a:pt x="1989" y="47460"/>
                      <a:pt x="2002" y="47459"/>
                    </a:cubicBezTo>
                    <a:cubicBezTo>
                      <a:pt x="3070" y="47459"/>
                      <a:pt x="3904" y="46225"/>
                      <a:pt x="3904" y="35851"/>
                    </a:cubicBezTo>
                    <a:cubicBezTo>
                      <a:pt x="3904" y="32949"/>
                      <a:pt x="3803" y="29680"/>
                      <a:pt x="3703" y="26411"/>
                    </a:cubicBezTo>
                    <a:cubicBezTo>
                      <a:pt x="5238" y="24610"/>
                      <a:pt x="6072" y="22308"/>
                      <a:pt x="5972" y="19906"/>
                    </a:cubicBezTo>
                    <a:cubicBezTo>
                      <a:pt x="5905" y="13668"/>
                      <a:pt x="1869" y="2494"/>
                      <a:pt x="1068" y="359"/>
                    </a:cubicBezTo>
                    <a:cubicBezTo>
                      <a:pt x="982" y="114"/>
                      <a:pt x="771" y="0"/>
                      <a:pt x="5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7"/>
              <p:cNvSpPr/>
              <p:nvPr/>
            </p:nvSpPr>
            <p:spPr>
              <a:xfrm rot="2204280">
                <a:off x="5307486" y="2286198"/>
                <a:ext cx="451919" cy="162427"/>
              </a:xfrm>
              <a:custGeom>
                <a:avLst/>
                <a:gdLst/>
                <a:ahLst/>
                <a:cxnLst/>
                <a:rect l="l" t="t" r="r" b="b"/>
                <a:pathLst>
                  <a:path w="21016" h="7554" extrusionOk="0">
                    <a:moveTo>
                      <a:pt x="20069" y="1"/>
                    </a:moveTo>
                    <a:cubicBezTo>
                      <a:pt x="20018" y="1"/>
                      <a:pt x="19966" y="6"/>
                      <a:pt x="19914" y="15"/>
                    </a:cubicBezTo>
                    <a:cubicBezTo>
                      <a:pt x="13243" y="983"/>
                      <a:pt x="6605" y="2117"/>
                      <a:pt x="0" y="3418"/>
                    </a:cubicBezTo>
                    <a:cubicBezTo>
                      <a:pt x="167" y="4619"/>
                      <a:pt x="167" y="6320"/>
                      <a:pt x="334" y="7554"/>
                    </a:cubicBezTo>
                    <a:cubicBezTo>
                      <a:pt x="7172" y="6386"/>
                      <a:pt x="14044" y="5419"/>
                      <a:pt x="20915" y="4619"/>
                    </a:cubicBezTo>
                    <a:cubicBezTo>
                      <a:pt x="20982" y="4619"/>
                      <a:pt x="21015" y="4585"/>
                      <a:pt x="21015" y="4518"/>
                    </a:cubicBezTo>
                    <a:cubicBezTo>
                      <a:pt x="20915" y="3318"/>
                      <a:pt x="20882" y="2117"/>
                      <a:pt x="20949" y="916"/>
                    </a:cubicBezTo>
                    <a:cubicBezTo>
                      <a:pt x="20949" y="404"/>
                      <a:pt x="20541" y="1"/>
                      <a:pt x="20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7"/>
              <p:cNvSpPr/>
              <p:nvPr/>
            </p:nvSpPr>
            <p:spPr>
              <a:xfrm rot="2204280">
                <a:off x="5237279" y="2205809"/>
                <a:ext cx="251785" cy="161889"/>
              </a:xfrm>
              <a:custGeom>
                <a:avLst/>
                <a:gdLst/>
                <a:ahLst/>
                <a:cxnLst/>
                <a:rect l="l" t="t" r="r" b="b"/>
                <a:pathLst>
                  <a:path w="11709" h="7529" extrusionOk="0">
                    <a:moveTo>
                      <a:pt x="8533" y="1"/>
                    </a:moveTo>
                    <a:cubicBezTo>
                      <a:pt x="8100" y="1"/>
                      <a:pt x="7659" y="82"/>
                      <a:pt x="7239" y="174"/>
                    </a:cubicBezTo>
                    <a:cubicBezTo>
                      <a:pt x="5170" y="541"/>
                      <a:pt x="3169" y="1008"/>
                      <a:pt x="1201" y="1608"/>
                    </a:cubicBezTo>
                    <a:cubicBezTo>
                      <a:pt x="767" y="1675"/>
                      <a:pt x="367" y="1908"/>
                      <a:pt x="134" y="2275"/>
                    </a:cubicBezTo>
                    <a:cubicBezTo>
                      <a:pt x="0" y="2609"/>
                      <a:pt x="0" y="3009"/>
                      <a:pt x="134" y="3343"/>
                    </a:cubicBezTo>
                    <a:cubicBezTo>
                      <a:pt x="367" y="4510"/>
                      <a:pt x="701" y="5644"/>
                      <a:pt x="1201" y="6745"/>
                    </a:cubicBezTo>
                    <a:cubicBezTo>
                      <a:pt x="1491" y="7373"/>
                      <a:pt x="1746" y="7529"/>
                      <a:pt x="2194" y="7529"/>
                    </a:cubicBezTo>
                    <a:cubicBezTo>
                      <a:pt x="2365" y="7529"/>
                      <a:pt x="2563" y="7506"/>
                      <a:pt x="2802" y="7479"/>
                    </a:cubicBezTo>
                    <a:cubicBezTo>
                      <a:pt x="5170" y="7179"/>
                      <a:pt x="7472" y="6712"/>
                      <a:pt x="9740" y="6044"/>
                    </a:cubicBezTo>
                    <a:cubicBezTo>
                      <a:pt x="10508" y="5811"/>
                      <a:pt x="11342" y="5477"/>
                      <a:pt x="11608" y="4744"/>
                    </a:cubicBezTo>
                    <a:cubicBezTo>
                      <a:pt x="11708" y="4210"/>
                      <a:pt x="11675" y="3676"/>
                      <a:pt x="11475" y="3176"/>
                    </a:cubicBezTo>
                    <a:cubicBezTo>
                      <a:pt x="11141" y="2008"/>
                      <a:pt x="10708" y="674"/>
                      <a:pt x="9574" y="207"/>
                    </a:cubicBezTo>
                    <a:cubicBezTo>
                      <a:pt x="9242" y="56"/>
                      <a:pt x="8890" y="1"/>
                      <a:pt x="85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7"/>
              <p:cNvSpPr/>
              <p:nvPr/>
            </p:nvSpPr>
            <p:spPr>
              <a:xfrm rot="2204280">
                <a:off x="5376285" y="2282135"/>
                <a:ext cx="89627" cy="64979"/>
              </a:xfrm>
              <a:custGeom>
                <a:avLst/>
                <a:gdLst/>
                <a:ahLst/>
                <a:cxnLst/>
                <a:rect l="l" t="t" r="r" b="b"/>
                <a:pathLst>
                  <a:path w="4168" h="3022" extrusionOk="0">
                    <a:moveTo>
                      <a:pt x="2097" y="1"/>
                    </a:moveTo>
                    <a:cubicBezTo>
                      <a:pt x="2002" y="1"/>
                      <a:pt x="1904" y="9"/>
                      <a:pt x="1801" y="27"/>
                    </a:cubicBezTo>
                    <a:cubicBezTo>
                      <a:pt x="1" y="343"/>
                      <a:pt x="354" y="3022"/>
                      <a:pt x="2039" y="3022"/>
                    </a:cubicBezTo>
                    <a:cubicBezTo>
                      <a:pt x="2134" y="3022"/>
                      <a:pt x="2232" y="3014"/>
                      <a:pt x="2335" y="2996"/>
                    </a:cubicBezTo>
                    <a:cubicBezTo>
                      <a:pt x="4167" y="2680"/>
                      <a:pt x="3786" y="1"/>
                      <a:pt x="20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5" name="Google Shape;2375;p57"/>
              <p:cNvGrpSpPr/>
              <p:nvPr/>
            </p:nvGrpSpPr>
            <p:grpSpPr>
              <a:xfrm rot="-149889">
                <a:off x="5355871" y="1705099"/>
                <a:ext cx="172109" cy="293248"/>
                <a:chOff x="6215636" y="2568350"/>
                <a:chExt cx="228712" cy="389742"/>
              </a:xfrm>
            </p:grpSpPr>
            <p:sp>
              <p:nvSpPr>
                <p:cNvPr id="2376" name="Google Shape;2376;p57"/>
                <p:cNvSpPr/>
                <p:nvPr/>
              </p:nvSpPr>
              <p:spPr>
                <a:xfrm>
                  <a:off x="6235058" y="2568350"/>
                  <a:ext cx="209290" cy="215909"/>
                </a:xfrm>
                <a:custGeom>
                  <a:avLst/>
                  <a:gdLst/>
                  <a:ahLst/>
                  <a:cxnLst/>
                  <a:rect l="l" t="t" r="r" b="b"/>
                  <a:pathLst>
                    <a:path w="6735" h="6948" extrusionOk="0">
                      <a:moveTo>
                        <a:pt x="5781" y="0"/>
                      </a:moveTo>
                      <a:cubicBezTo>
                        <a:pt x="5290" y="0"/>
                        <a:pt x="4828" y="135"/>
                        <a:pt x="4425" y="418"/>
                      </a:cubicBezTo>
                      <a:cubicBezTo>
                        <a:pt x="2563" y="1654"/>
                        <a:pt x="1222" y="3338"/>
                        <a:pt x="254" y="5349"/>
                      </a:cubicBezTo>
                      <a:cubicBezTo>
                        <a:pt x="165" y="5542"/>
                        <a:pt x="105" y="5736"/>
                        <a:pt x="75" y="5959"/>
                      </a:cubicBezTo>
                      <a:cubicBezTo>
                        <a:pt x="1" y="6302"/>
                        <a:pt x="150" y="6645"/>
                        <a:pt x="448" y="6824"/>
                      </a:cubicBezTo>
                      <a:cubicBezTo>
                        <a:pt x="585" y="6906"/>
                        <a:pt x="739" y="6947"/>
                        <a:pt x="892" y="6947"/>
                      </a:cubicBezTo>
                      <a:cubicBezTo>
                        <a:pt x="1071" y="6947"/>
                        <a:pt x="1249" y="6891"/>
                        <a:pt x="1401" y="6779"/>
                      </a:cubicBezTo>
                      <a:cubicBezTo>
                        <a:pt x="1610" y="6630"/>
                        <a:pt x="1803" y="6436"/>
                        <a:pt x="1952" y="6228"/>
                      </a:cubicBezTo>
                      <a:cubicBezTo>
                        <a:pt x="2742" y="5229"/>
                        <a:pt x="3621" y="4306"/>
                        <a:pt x="4589" y="3486"/>
                      </a:cubicBezTo>
                      <a:cubicBezTo>
                        <a:pt x="5215" y="2965"/>
                        <a:pt x="5796" y="2399"/>
                        <a:pt x="6332" y="1788"/>
                      </a:cubicBezTo>
                      <a:cubicBezTo>
                        <a:pt x="6571" y="1565"/>
                        <a:pt x="6705" y="1252"/>
                        <a:pt x="6735" y="924"/>
                      </a:cubicBezTo>
                      <a:cubicBezTo>
                        <a:pt x="6720" y="403"/>
                        <a:pt x="6303" y="0"/>
                        <a:pt x="57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7"/>
                <p:cNvSpPr/>
                <p:nvPr/>
              </p:nvSpPr>
              <p:spPr>
                <a:xfrm>
                  <a:off x="6215636" y="2859677"/>
                  <a:ext cx="66221" cy="98415"/>
                </a:xfrm>
                <a:custGeom>
                  <a:avLst/>
                  <a:gdLst/>
                  <a:ahLst/>
                  <a:cxnLst/>
                  <a:rect l="l" t="t" r="r" b="b"/>
                  <a:pathLst>
                    <a:path w="2131" h="3167" extrusionOk="0">
                      <a:moveTo>
                        <a:pt x="1180" y="0"/>
                      </a:moveTo>
                      <a:cubicBezTo>
                        <a:pt x="859" y="0"/>
                        <a:pt x="571" y="194"/>
                        <a:pt x="388" y="562"/>
                      </a:cubicBezTo>
                      <a:cubicBezTo>
                        <a:pt x="134" y="1009"/>
                        <a:pt x="104" y="1516"/>
                        <a:pt x="30" y="1948"/>
                      </a:cubicBezTo>
                      <a:cubicBezTo>
                        <a:pt x="0" y="2618"/>
                        <a:pt x="224" y="3020"/>
                        <a:pt x="700" y="3139"/>
                      </a:cubicBezTo>
                      <a:cubicBezTo>
                        <a:pt x="770" y="3157"/>
                        <a:pt x="840" y="3166"/>
                        <a:pt x="909" y="3166"/>
                      </a:cubicBezTo>
                      <a:cubicBezTo>
                        <a:pt x="1296" y="3166"/>
                        <a:pt x="1658" y="2888"/>
                        <a:pt x="1847" y="2395"/>
                      </a:cubicBezTo>
                      <a:cubicBezTo>
                        <a:pt x="2041" y="1903"/>
                        <a:pt x="2131" y="1367"/>
                        <a:pt x="2071" y="845"/>
                      </a:cubicBezTo>
                      <a:cubicBezTo>
                        <a:pt x="2041" y="428"/>
                        <a:pt x="1728" y="85"/>
                        <a:pt x="1311" y="11"/>
                      </a:cubicBezTo>
                      <a:cubicBezTo>
                        <a:pt x="1267" y="4"/>
                        <a:pt x="1223"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8" name="Google Shape;2378;p57"/>
              <p:cNvSpPr/>
              <p:nvPr/>
            </p:nvSpPr>
            <p:spPr>
              <a:xfrm rot="-792348">
                <a:off x="5592981" y="2040007"/>
                <a:ext cx="49835" cy="74054"/>
              </a:xfrm>
              <a:custGeom>
                <a:avLst/>
                <a:gdLst/>
                <a:ahLst/>
                <a:cxnLst/>
                <a:rect l="l" t="t" r="r" b="b"/>
                <a:pathLst>
                  <a:path w="2131" h="3167" extrusionOk="0">
                    <a:moveTo>
                      <a:pt x="1180" y="0"/>
                    </a:moveTo>
                    <a:cubicBezTo>
                      <a:pt x="859" y="0"/>
                      <a:pt x="571" y="194"/>
                      <a:pt x="388" y="562"/>
                    </a:cubicBezTo>
                    <a:cubicBezTo>
                      <a:pt x="134" y="1009"/>
                      <a:pt x="104" y="1516"/>
                      <a:pt x="30" y="1948"/>
                    </a:cubicBezTo>
                    <a:cubicBezTo>
                      <a:pt x="0" y="2618"/>
                      <a:pt x="224" y="3020"/>
                      <a:pt x="700" y="3139"/>
                    </a:cubicBezTo>
                    <a:cubicBezTo>
                      <a:pt x="770" y="3157"/>
                      <a:pt x="840" y="3166"/>
                      <a:pt x="909" y="3166"/>
                    </a:cubicBezTo>
                    <a:cubicBezTo>
                      <a:pt x="1296" y="3166"/>
                      <a:pt x="1658" y="2888"/>
                      <a:pt x="1847" y="2395"/>
                    </a:cubicBezTo>
                    <a:cubicBezTo>
                      <a:pt x="2041" y="1903"/>
                      <a:pt x="2131" y="1367"/>
                      <a:pt x="2071" y="845"/>
                    </a:cubicBezTo>
                    <a:cubicBezTo>
                      <a:pt x="2041" y="428"/>
                      <a:pt x="1728" y="85"/>
                      <a:pt x="1311" y="11"/>
                    </a:cubicBezTo>
                    <a:cubicBezTo>
                      <a:pt x="1267" y="4"/>
                      <a:pt x="1223" y="0"/>
                      <a:pt x="11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7"/>
              <p:cNvSpPr/>
              <p:nvPr/>
            </p:nvSpPr>
            <p:spPr>
              <a:xfrm rot="4687021" flipH="1">
                <a:off x="5772966" y="2161622"/>
                <a:ext cx="157489" cy="162452"/>
              </a:xfrm>
              <a:custGeom>
                <a:avLst/>
                <a:gdLst/>
                <a:ahLst/>
                <a:cxnLst/>
                <a:rect l="l" t="t" r="r" b="b"/>
                <a:pathLst>
                  <a:path w="6735" h="6948" extrusionOk="0">
                    <a:moveTo>
                      <a:pt x="5781" y="0"/>
                    </a:moveTo>
                    <a:cubicBezTo>
                      <a:pt x="5290" y="0"/>
                      <a:pt x="4828" y="135"/>
                      <a:pt x="4425" y="418"/>
                    </a:cubicBezTo>
                    <a:cubicBezTo>
                      <a:pt x="2563" y="1654"/>
                      <a:pt x="1222" y="3338"/>
                      <a:pt x="254" y="5349"/>
                    </a:cubicBezTo>
                    <a:cubicBezTo>
                      <a:pt x="165" y="5542"/>
                      <a:pt x="105" y="5736"/>
                      <a:pt x="75" y="5959"/>
                    </a:cubicBezTo>
                    <a:cubicBezTo>
                      <a:pt x="1" y="6302"/>
                      <a:pt x="150" y="6645"/>
                      <a:pt x="448" y="6824"/>
                    </a:cubicBezTo>
                    <a:cubicBezTo>
                      <a:pt x="585" y="6906"/>
                      <a:pt x="739" y="6947"/>
                      <a:pt x="892" y="6947"/>
                    </a:cubicBezTo>
                    <a:cubicBezTo>
                      <a:pt x="1071" y="6947"/>
                      <a:pt x="1249" y="6891"/>
                      <a:pt x="1401" y="6779"/>
                    </a:cubicBezTo>
                    <a:cubicBezTo>
                      <a:pt x="1610" y="6630"/>
                      <a:pt x="1803" y="6436"/>
                      <a:pt x="1952" y="6228"/>
                    </a:cubicBezTo>
                    <a:cubicBezTo>
                      <a:pt x="2742" y="5229"/>
                      <a:pt x="3621" y="4306"/>
                      <a:pt x="4589" y="3486"/>
                    </a:cubicBezTo>
                    <a:cubicBezTo>
                      <a:pt x="5215" y="2965"/>
                      <a:pt x="5796" y="2399"/>
                      <a:pt x="6332" y="1788"/>
                    </a:cubicBezTo>
                    <a:cubicBezTo>
                      <a:pt x="6571" y="1565"/>
                      <a:pt x="6705" y="1252"/>
                      <a:pt x="6735" y="924"/>
                    </a:cubicBezTo>
                    <a:cubicBezTo>
                      <a:pt x="6720" y="403"/>
                      <a:pt x="6303" y="0"/>
                      <a:pt x="57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0" name="Google Shape;2380;p57"/>
            <p:cNvSpPr/>
            <p:nvPr/>
          </p:nvSpPr>
          <p:spPr>
            <a:xfrm>
              <a:off x="5479450" y="2635342"/>
              <a:ext cx="67800" cy="67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81" name="Google Shape;2381;p57"/>
          <p:cNvCxnSpPr>
            <a:stCxn id="2380" idx="5"/>
          </p:cNvCxnSpPr>
          <p:nvPr/>
        </p:nvCxnSpPr>
        <p:spPr>
          <a:xfrm rot="-5400000" flipH="1">
            <a:off x="5721274" y="2757987"/>
            <a:ext cx="312600" cy="199200"/>
          </a:xfrm>
          <a:prstGeom prst="curvedConnector3">
            <a:avLst>
              <a:gd name="adj1" fmla="val 51490"/>
            </a:avLst>
          </a:prstGeom>
          <a:noFill/>
          <a:ln w="9525" cap="flat" cmpd="sng">
            <a:solidFill>
              <a:schemeClr val="dk1"/>
            </a:solidFill>
            <a:prstDash val="solid"/>
            <a:round/>
            <a:headEnd type="none" w="med" len="med"/>
            <a:tailEnd type="triangle" w="med" len="med"/>
          </a:ln>
        </p:spPr>
      </p:cxnSp>
      <p:grpSp>
        <p:nvGrpSpPr>
          <p:cNvPr id="2382" name="Google Shape;2382;p57"/>
          <p:cNvGrpSpPr/>
          <p:nvPr/>
        </p:nvGrpSpPr>
        <p:grpSpPr>
          <a:xfrm>
            <a:off x="6746142" y="1823397"/>
            <a:ext cx="1210543" cy="971676"/>
            <a:chOff x="6656720" y="1787585"/>
            <a:chExt cx="1290007" cy="1035461"/>
          </a:xfrm>
        </p:grpSpPr>
        <p:grpSp>
          <p:nvGrpSpPr>
            <p:cNvPr id="2383" name="Google Shape;2383;p57"/>
            <p:cNvGrpSpPr/>
            <p:nvPr/>
          </p:nvGrpSpPr>
          <p:grpSpPr>
            <a:xfrm>
              <a:off x="6656720" y="1787585"/>
              <a:ext cx="1290007" cy="1035461"/>
              <a:chOff x="6656450" y="1787513"/>
              <a:chExt cx="1313385" cy="1054226"/>
            </a:xfrm>
          </p:grpSpPr>
          <p:sp>
            <p:nvSpPr>
              <p:cNvPr id="2384" name="Google Shape;2384;p57"/>
              <p:cNvSpPr/>
              <p:nvPr/>
            </p:nvSpPr>
            <p:spPr>
              <a:xfrm>
                <a:off x="6656450" y="1796127"/>
                <a:ext cx="1298506" cy="1045611"/>
              </a:xfrm>
              <a:custGeom>
                <a:avLst/>
                <a:gdLst/>
                <a:ahLst/>
                <a:cxnLst/>
                <a:rect l="l" t="t" r="r" b="b"/>
                <a:pathLst>
                  <a:path w="69784" h="56193" extrusionOk="0">
                    <a:moveTo>
                      <a:pt x="9508" y="0"/>
                    </a:moveTo>
                    <a:cubicBezTo>
                      <a:pt x="6539" y="2769"/>
                      <a:pt x="3803" y="5804"/>
                      <a:pt x="1335" y="9073"/>
                    </a:cubicBezTo>
                    <a:cubicBezTo>
                      <a:pt x="1" y="10841"/>
                      <a:pt x="1" y="13276"/>
                      <a:pt x="1335" y="15078"/>
                    </a:cubicBezTo>
                    <a:cubicBezTo>
                      <a:pt x="6839" y="22416"/>
                      <a:pt x="12276" y="30155"/>
                      <a:pt x="17780" y="37494"/>
                    </a:cubicBezTo>
                    <a:cubicBezTo>
                      <a:pt x="19081" y="39228"/>
                      <a:pt x="20782" y="40563"/>
                      <a:pt x="22784" y="41363"/>
                    </a:cubicBezTo>
                    <a:cubicBezTo>
                      <a:pt x="33958" y="46000"/>
                      <a:pt x="45567" y="51170"/>
                      <a:pt x="56741" y="55807"/>
                    </a:cubicBezTo>
                    <a:cubicBezTo>
                      <a:pt x="57368" y="56066"/>
                      <a:pt x="58023" y="56193"/>
                      <a:pt x="58671" y="56193"/>
                    </a:cubicBezTo>
                    <a:cubicBezTo>
                      <a:pt x="60022" y="56193"/>
                      <a:pt x="61342" y="55643"/>
                      <a:pt x="62312" y="54606"/>
                    </a:cubicBezTo>
                    <a:cubicBezTo>
                      <a:pt x="64480" y="52338"/>
                      <a:pt x="67782" y="48802"/>
                      <a:pt x="69784" y="46567"/>
                    </a:cubicBezTo>
                    <a:cubicBezTo>
                      <a:pt x="64714" y="38028"/>
                      <a:pt x="50770" y="20648"/>
                      <a:pt x="50770" y="20648"/>
                    </a:cubicBezTo>
                    <a:cubicBezTo>
                      <a:pt x="36260" y="13877"/>
                      <a:pt x="24018" y="6738"/>
                      <a:pt x="95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7"/>
              <p:cNvSpPr/>
              <p:nvPr/>
            </p:nvSpPr>
            <p:spPr>
              <a:xfrm>
                <a:off x="6782454" y="1794267"/>
                <a:ext cx="1180571" cy="917517"/>
              </a:xfrm>
              <a:custGeom>
                <a:avLst/>
                <a:gdLst/>
                <a:ahLst/>
                <a:cxnLst/>
                <a:rect l="l" t="t" r="r" b="b"/>
                <a:pathLst>
                  <a:path w="63446" h="49309" extrusionOk="0">
                    <a:moveTo>
                      <a:pt x="1468" y="0"/>
                    </a:moveTo>
                    <a:lnTo>
                      <a:pt x="300" y="1401"/>
                    </a:lnTo>
                    <a:cubicBezTo>
                      <a:pt x="34" y="1701"/>
                      <a:pt x="0" y="2168"/>
                      <a:pt x="234" y="2502"/>
                    </a:cubicBezTo>
                    <a:cubicBezTo>
                      <a:pt x="2802" y="6472"/>
                      <a:pt x="17846" y="29421"/>
                      <a:pt x="22216" y="33591"/>
                    </a:cubicBezTo>
                    <a:cubicBezTo>
                      <a:pt x="25952" y="35926"/>
                      <a:pt x="55807" y="47401"/>
                      <a:pt x="60677" y="49235"/>
                    </a:cubicBezTo>
                    <a:cubicBezTo>
                      <a:pt x="60796" y="49285"/>
                      <a:pt x="60918" y="49308"/>
                      <a:pt x="61038" y="49308"/>
                    </a:cubicBezTo>
                    <a:cubicBezTo>
                      <a:pt x="61320" y="49308"/>
                      <a:pt x="61590" y="49180"/>
                      <a:pt x="61778" y="48969"/>
                    </a:cubicBezTo>
                    <a:lnTo>
                      <a:pt x="63446" y="46934"/>
                    </a:lnTo>
                    <a:lnTo>
                      <a:pt x="14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7"/>
              <p:cNvSpPr/>
              <p:nvPr/>
            </p:nvSpPr>
            <p:spPr>
              <a:xfrm>
                <a:off x="6801359" y="1787513"/>
                <a:ext cx="1168477" cy="890499"/>
              </a:xfrm>
              <a:custGeom>
                <a:avLst/>
                <a:gdLst/>
                <a:ahLst/>
                <a:cxnLst/>
                <a:rect l="l" t="t" r="r" b="b"/>
                <a:pathLst>
                  <a:path w="62796" h="47857" extrusionOk="0">
                    <a:moveTo>
                      <a:pt x="1159" y="0"/>
                    </a:moveTo>
                    <a:cubicBezTo>
                      <a:pt x="513" y="0"/>
                      <a:pt x="1" y="757"/>
                      <a:pt x="419" y="1397"/>
                    </a:cubicBezTo>
                    <a:cubicBezTo>
                      <a:pt x="3521" y="6234"/>
                      <a:pt x="7891" y="12205"/>
                      <a:pt x="11060" y="16875"/>
                    </a:cubicBezTo>
                    <a:cubicBezTo>
                      <a:pt x="14829" y="22412"/>
                      <a:pt x="17964" y="26916"/>
                      <a:pt x="22501" y="31819"/>
                    </a:cubicBezTo>
                    <a:cubicBezTo>
                      <a:pt x="23568" y="32987"/>
                      <a:pt x="32742" y="36055"/>
                      <a:pt x="37045" y="37823"/>
                    </a:cubicBezTo>
                    <a:cubicBezTo>
                      <a:pt x="45084" y="41192"/>
                      <a:pt x="53190" y="44495"/>
                      <a:pt x="61295" y="47797"/>
                    </a:cubicBezTo>
                    <a:cubicBezTo>
                      <a:pt x="61404" y="47838"/>
                      <a:pt x="61512" y="47856"/>
                      <a:pt x="61616" y="47856"/>
                    </a:cubicBezTo>
                    <a:cubicBezTo>
                      <a:pt x="62281" y="47856"/>
                      <a:pt x="62795" y="47097"/>
                      <a:pt x="62363" y="46463"/>
                    </a:cubicBezTo>
                    <a:cubicBezTo>
                      <a:pt x="56392" y="37356"/>
                      <a:pt x="46385" y="23613"/>
                      <a:pt x="44250" y="20678"/>
                    </a:cubicBezTo>
                    <a:cubicBezTo>
                      <a:pt x="43983" y="20311"/>
                      <a:pt x="43616" y="20044"/>
                      <a:pt x="43216" y="19810"/>
                    </a:cubicBezTo>
                    <a:cubicBezTo>
                      <a:pt x="29406" y="13039"/>
                      <a:pt x="15496" y="6568"/>
                      <a:pt x="1553" y="96"/>
                    </a:cubicBezTo>
                    <a:cubicBezTo>
                      <a:pt x="1420" y="30"/>
                      <a:pt x="1287" y="0"/>
                      <a:pt x="1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7"/>
              <p:cNvSpPr/>
              <p:nvPr/>
            </p:nvSpPr>
            <p:spPr>
              <a:xfrm>
                <a:off x="7080998" y="2027724"/>
                <a:ext cx="636842" cy="430243"/>
              </a:xfrm>
              <a:custGeom>
                <a:avLst/>
                <a:gdLst/>
                <a:ahLst/>
                <a:cxnLst/>
                <a:rect l="l" t="t" r="r" b="b"/>
                <a:pathLst>
                  <a:path w="34225" h="23122" extrusionOk="0">
                    <a:moveTo>
                      <a:pt x="490" y="1"/>
                    </a:moveTo>
                    <a:cubicBezTo>
                      <a:pt x="215" y="1"/>
                      <a:pt x="1" y="306"/>
                      <a:pt x="200" y="563"/>
                    </a:cubicBezTo>
                    <a:cubicBezTo>
                      <a:pt x="1801" y="2731"/>
                      <a:pt x="5504" y="7834"/>
                      <a:pt x="7772" y="11170"/>
                    </a:cubicBezTo>
                    <a:cubicBezTo>
                      <a:pt x="8173" y="11737"/>
                      <a:pt x="8706" y="12204"/>
                      <a:pt x="9340" y="12471"/>
                    </a:cubicBezTo>
                    <a:cubicBezTo>
                      <a:pt x="17379" y="15974"/>
                      <a:pt x="25418" y="19509"/>
                      <a:pt x="33524" y="23045"/>
                    </a:cubicBezTo>
                    <a:cubicBezTo>
                      <a:pt x="33590" y="23098"/>
                      <a:pt x="33661" y="23121"/>
                      <a:pt x="33728" y="23121"/>
                    </a:cubicBezTo>
                    <a:cubicBezTo>
                      <a:pt x="34000" y="23121"/>
                      <a:pt x="34225" y="22752"/>
                      <a:pt x="33958" y="22512"/>
                    </a:cubicBezTo>
                    <a:cubicBezTo>
                      <a:pt x="31222" y="19042"/>
                      <a:pt x="26953" y="13739"/>
                      <a:pt x="25485" y="11904"/>
                    </a:cubicBezTo>
                    <a:cubicBezTo>
                      <a:pt x="25151" y="11504"/>
                      <a:pt x="24718" y="11170"/>
                      <a:pt x="24251" y="10937"/>
                    </a:cubicBezTo>
                    <a:cubicBezTo>
                      <a:pt x="18146" y="7968"/>
                      <a:pt x="4670" y="1864"/>
                      <a:pt x="634" y="29"/>
                    </a:cubicBezTo>
                    <a:cubicBezTo>
                      <a:pt x="585" y="9"/>
                      <a:pt x="537" y="1"/>
                      <a:pt x="4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7"/>
              <p:cNvSpPr/>
              <p:nvPr/>
            </p:nvSpPr>
            <p:spPr>
              <a:xfrm>
                <a:off x="6799200" y="1979979"/>
                <a:ext cx="275614" cy="342080"/>
              </a:xfrm>
              <a:custGeom>
                <a:avLst/>
                <a:gdLst/>
                <a:ahLst/>
                <a:cxnLst/>
                <a:rect l="l" t="t" r="r" b="b"/>
                <a:pathLst>
                  <a:path w="14812" h="18384" extrusionOk="0">
                    <a:moveTo>
                      <a:pt x="2580" y="5312"/>
                    </a:moveTo>
                    <a:cubicBezTo>
                      <a:pt x="2925" y="5312"/>
                      <a:pt x="3262" y="5473"/>
                      <a:pt x="3470" y="5764"/>
                    </a:cubicBezTo>
                    <a:cubicBezTo>
                      <a:pt x="5705" y="8666"/>
                      <a:pt x="7573" y="11801"/>
                      <a:pt x="9741" y="14737"/>
                    </a:cubicBezTo>
                    <a:cubicBezTo>
                      <a:pt x="10342" y="15554"/>
                      <a:pt x="9574" y="16406"/>
                      <a:pt x="8786" y="16406"/>
                    </a:cubicBezTo>
                    <a:cubicBezTo>
                      <a:pt x="8481" y="16406"/>
                      <a:pt x="8173" y="16279"/>
                      <a:pt x="7940" y="15971"/>
                    </a:cubicBezTo>
                    <a:cubicBezTo>
                      <a:pt x="5738" y="13036"/>
                      <a:pt x="3904" y="9867"/>
                      <a:pt x="1669" y="6998"/>
                    </a:cubicBezTo>
                    <a:cubicBezTo>
                      <a:pt x="1335" y="6498"/>
                      <a:pt x="1469" y="5831"/>
                      <a:pt x="1969" y="5497"/>
                    </a:cubicBezTo>
                    <a:cubicBezTo>
                      <a:pt x="2158" y="5371"/>
                      <a:pt x="2370" y="5312"/>
                      <a:pt x="2580" y="5312"/>
                    </a:cubicBezTo>
                    <a:close/>
                    <a:moveTo>
                      <a:pt x="5991" y="0"/>
                    </a:moveTo>
                    <a:cubicBezTo>
                      <a:pt x="5632" y="0"/>
                      <a:pt x="5273" y="142"/>
                      <a:pt x="5004" y="427"/>
                    </a:cubicBezTo>
                    <a:cubicBezTo>
                      <a:pt x="3737" y="1828"/>
                      <a:pt x="2336" y="3362"/>
                      <a:pt x="1135" y="4596"/>
                    </a:cubicBezTo>
                    <a:cubicBezTo>
                      <a:pt x="701" y="4963"/>
                      <a:pt x="401" y="5430"/>
                      <a:pt x="234" y="5964"/>
                    </a:cubicBezTo>
                    <a:cubicBezTo>
                      <a:pt x="1" y="6831"/>
                      <a:pt x="535" y="7699"/>
                      <a:pt x="1068" y="8432"/>
                    </a:cubicBezTo>
                    <a:lnTo>
                      <a:pt x="7073" y="17272"/>
                    </a:lnTo>
                    <a:cubicBezTo>
                      <a:pt x="7414" y="17799"/>
                      <a:pt x="7898" y="18383"/>
                      <a:pt x="8527" y="18383"/>
                    </a:cubicBezTo>
                    <a:cubicBezTo>
                      <a:pt x="8575" y="18383"/>
                      <a:pt x="8624" y="18380"/>
                      <a:pt x="8674" y="18373"/>
                    </a:cubicBezTo>
                    <a:cubicBezTo>
                      <a:pt x="9074" y="18273"/>
                      <a:pt x="9441" y="18006"/>
                      <a:pt x="9708" y="17672"/>
                    </a:cubicBezTo>
                    <a:lnTo>
                      <a:pt x="14311" y="12735"/>
                    </a:lnTo>
                    <a:cubicBezTo>
                      <a:pt x="14778" y="12268"/>
                      <a:pt x="14811" y="11535"/>
                      <a:pt x="14411" y="11001"/>
                    </a:cubicBezTo>
                    <a:cubicBezTo>
                      <a:pt x="11909" y="7498"/>
                      <a:pt x="9708" y="3929"/>
                      <a:pt x="7073" y="527"/>
                    </a:cubicBezTo>
                    <a:cubicBezTo>
                      <a:pt x="6792" y="176"/>
                      <a:pt x="6391" y="0"/>
                      <a:pt x="59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7"/>
              <p:cNvSpPr/>
              <p:nvPr/>
            </p:nvSpPr>
            <p:spPr>
              <a:xfrm>
                <a:off x="7343538" y="2475473"/>
                <a:ext cx="360632" cy="241488"/>
              </a:xfrm>
              <a:custGeom>
                <a:avLst/>
                <a:gdLst/>
                <a:ahLst/>
                <a:cxnLst/>
                <a:rect l="l" t="t" r="r" b="b"/>
                <a:pathLst>
                  <a:path w="19381" h="12978" extrusionOk="0">
                    <a:moveTo>
                      <a:pt x="2980" y="5205"/>
                    </a:moveTo>
                    <a:cubicBezTo>
                      <a:pt x="3134" y="5205"/>
                      <a:pt x="3298" y="5240"/>
                      <a:pt x="3469" y="5319"/>
                    </a:cubicBezTo>
                    <a:cubicBezTo>
                      <a:pt x="6838" y="6854"/>
                      <a:pt x="10408" y="8055"/>
                      <a:pt x="13743" y="9689"/>
                    </a:cubicBezTo>
                    <a:cubicBezTo>
                      <a:pt x="14310" y="9889"/>
                      <a:pt x="14577" y="10523"/>
                      <a:pt x="14344" y="11057"/>
                    </a:cubicBezTo>
                    <a:cubicBezTo>
                      <a:pt x="14146" y="11477"/>
                      <a:pt x="13729" y="11714"/>
                      <a:pt x="13296" y="11714"/>
                    </a:cubicBezTo>
                    <a:cubicBezTo>
                      <a:pt x="13144" y="11714"/>
                      <a:pt x="12990" y="11684"/>
                      <a:pt x="12843" y="11624"/>
                    </a:cubicBezTo>
                    <a:cubicBezTo>
                      <a:pt x="9507" y="9989"/>
                      <a:pt x="5938" y="8822"/>
                      <a:pt x="2569" y="7254"/>
                    </a:cubicBezTo>
                    <a:cubicBezTo>
                      <a:pt x="1439" y="6733"/>
                      <a:pt x="1969" y="5205"/>
                      <a:pt x="2980" y="5205"/>
                    </a:cubicBezTo>
                    <a:close/>
                    <a:moveTo>
                      <a:pt x="5751" y="1"/>
                    </a:moveTo>
                    <a:cubicBezTo>
                      <a:pt x="5334" y="1"/>
                      <a:pt x="4926" y="193"/>
                      <a:pt x="4637" y="549"/>
                    </a:cubicBezTo>
                    <a:lnTo>
                      <a:pt x="500" y="5853"/>
                    </a:lnTo>
                    <a:cubicBezTo>
                      <a:pt x="200" y="6153"/>
                      <a:pt x="33" y="6553"/>
                      <a:pt x="0" y="6987"/>
                    </a:cubicBezTo>
                    <a:cubicBezTo>
                      <a:pt x="33" y="7654"/>
                      <a:pt x="767" y="8055"/>
                      <a:pt x="1434" y="8321"/>
                    </a:cubicBezTo>
                    <a:lnTo>
                      <a:pt x="11542" y="12491"/>
                    </a:lnTo>
                    <a:cubicBezTo>
                      <a:pt x="12129" y="12726"/>
                      <a:pt x="12783" y="12977"/>
                      <a:pt x="13421" y="12977"/>
                    </a:cubicBezTo>
                    <a:cubicBezTo>
                      <a:pt x="13689" y="12977"/>
                      <a:pt x="13954" y="12933"/>
                      <a:pt x="14210" y="12825"/>
                    </a:cubicBezTo>
                    <a:cubicBezTo>
                      <a:pt x="14677" y="12558"/>
                      <a:pt x="15078" y="12157"/>
                      <a:pt x="15378" y="11724"/>
                    </a:cubicBezTo>
                    <a:cubicBezTo>
                      <a:pt x="16445" y="10323"/>
                      <a:pt x="17746" y="8722"/>
                      <a:pt x="18880" y="7221"/>
                    </a:cubicBezTo>
                    <a:cubicBezTo>
                      <a:pt x="19381" y="6587"/>
                      <a:pt x="19180" y="5619"/>
                      <a:pt x="18413" y="5286"/>
                    </a:cubicBezTo>
                    <a:cubicBezTo>
                      <a:pt x="14477" y="3351"/>
                      <a:pt x="10408" y="1917"/>
                      <a:pt x="6371" y="149"/>
                    </a:cubicBezTo>
                    <a:cubicBezTo>
                      <a:pt x="6171" y="49"/>
                      <a:pt x="5960" y="1"/>
                      <a:pt x="57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0" name="Google Shape;2390;p57"/>
            <p:cNvSpPr/>
            <p:nvPr/>
          </p:nvSpPr>
          <p:spPr>
            <a:xfrm>
              <a:off x="7626850" y="2726267"/>
              <a:ext cx="67800" cy="67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91" name="Google Shape;2391;p57"/>
          <p:cNvCxnSpPr>
            <a:stCxn id="2390" idx="2"/>
          </p:cNvCxnSpPr>
          <p:nvPr/>
        </p:nvCxnSpPr>
        <p:spPr>
          <a:xfrm flipH="1">
            <a:off x="7357411" y="2736068"/>
            <a:ext cx="299100" cy="231600"/>
          </a:xfrm>
          <a:prstGeom prst="curvedConnector3">
            <a:avLst>
              <a:gd name="adj1" fmla="val 50000"/>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5"/>
        <p:cNvGrpSpPr/>
        <p:nvPr/>
      </p:nvGrpSpPr>
      <p:grpSpPr>
        <a:xfrm>
          <a:off x="0" y="0"/>
          <a:ext cx="0" cy="0"/>
          <a:chOff x="0" y="0"/>
          <a:chExt cx="0" cy="0"/>
        </a:xfrm>
      </p:grpSpPr>
      <p:sp>
        <p:nvSpPr>
          <p:cNvPr id="2396" name="Google Shape;2396;p58"/>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ENDANGERED SPECIES</a:t>
            </a:r>
            <a:endParaRPr/>
          </a:p>
        </p:txBody>
      </p:sp>
      <p:sp>
        <p:nvSpPr>
          <p:cNvPr id="2397" name="Google Shape;2397;p58"/>
          <p:cNvSpPr txBox="1"/>
          <p:nvPr/>
        </p:nvSpPr>
        <p:spPr>
          <a:xfrm>
            <a:off x="1067526" y="2360038"/>
            <a:ext cx="2262900" cy="4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accent1"/>
                </a:solidFill>
                <a:latin typeface="Chewy"/>
                <a:ea typeface="Chewy"/>
                <a:cs typeface="Chewy"/>
                <a:sym typeface="Chewy"/>
              </a:rPr>
              <a:t>Let’s Start!</a:t>
            </a:r>
            <a:endParaRPr sz="3300">
              <a:solidFill>
                <a:srgbClr val="000000"/>
              </a:solidFill>
              <a:latin typeface="Bowlby One SC"/>
              <a:ea typeface="Bowlby One SC"/>
              <a:cs typeface="Bowlby One SC"/>
              <a:sym typeface="Bowlby One SC"/>
            </a:endParaRPr>
          </a:p>
        </p:txBody>
      </p:sp>
      <p:sp>
        <p:nvSpPr>
          <p:cNvPr id="2398" name="Google Shape;2398;p58"/>
          <p:cNvSpPr txBox="1"/>
          <p:nvPr/>
        </p:nvSpPr>
        <p:spPr>
          <a:xfrm>
            <a:off x="1067526" y="2878063"/>
            <a:ext cx="2262900" cy="69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Complete the following table with all the missing information: </a:t>
            </a:r>
            <a:endParaRPr>
              <a:solidFill>
                <a:schemeClr val="dk1"/>
              </a:solidFill>
              <a:latin typeface="ABeeZee"/>
              <a:ea typeface="ABeeZee"/>
              <a:cs typeface="ABeeZee"/>
              <a:sym typeface="ABeeZee"/>
            </a:endParaRPr>
          </a:p>
        </p:txBody>
      </p:sp>
      <p:graphicFrame>
        <p:nvGraphicFramePr>
          <p:cNvPr id="2399" name="Google Shape;2399;p58"/>
          <p:cNvGraphicFramePr/>
          <p:nvPr/>
        </p:nvGraphicFramePr>
        <p:xfrm>
          <a:off x="3717225" y="1574558"/>
          <a:ext cx="3000000" cy="3000000"/>
        </p:xfrm>
        <a:graphic>
          <a:graphicData uri="http://schemas.openxmlformats.org/drawingml/2006/table">
            <a:tbl>
              <a:tblPr>
                <a:noFill/>
                <a:tableStyleId>{C8F3F221-4C0E-4456-83DF-95483FEC6662}</a:tableStyleId>
              </a:tblPr>
              <a:tblGrid>
                <a:gridCol w="2182225">
                  <a:extLst>
                    <a:ext uri="{9D8B030D-6E8A-4147-A177-3AD203B41FA5}">
                      <a16:colId xmlns:a16="http://schemas.microsoft.com/office/drawing/2014/main" val="20000"/>
                    </a:ext>
                  </a:extLst>
                </a:gridCol>
                <a:gridCol w="2182225">
                  <a:extLst>
                    <a:ext uri="{9D8B030D-6E8A-4147-A177-3AD203B41FA5}">
                      <a16:colId xmlns:a16="http://schemas.microsoft.com/office/drawing/2014/main" val="20001"/>
                    </a:ext>
                  </a:extLst>
                </a:gridCol>
              </a:tblGrid>
              <a:tr h="594325">
                <a:tc>
                  <a:txBody>
                    <a:bodyPr/>
                    <a:lstStyle/>
                    <a:p>
                      <a:pPr marL="0" lvl="0" indent="0" algn="ctr" rtl="0">
                        <a:spcBef>
                          <a:spcPts val="0"/>
                        </a:spcBef>
                        <a:spcAft>
                          <a:spcPts val="0"/>
                        </a:spcAft>
                        <a:buNone/>
                      </a:pPr>
                      <a:r>
                        <a:rPr lang="en" sz="2700">
                          <a:solidFill>
                            <a:schemeClr val="accent1"/>
                          </a:solidFill>
                          <a:latin typeface="Chewy"/>
                          <a:ea typeface="Chewy"/>
                          <a:cs typeface="Chewy"/>
                          <a:sym typeface="Chewy"/>
                        </a:rPr>
                        <a:t>Flora</a:t>
                      </a:r>
                      <a:endParaRPr sz="2700">
                        <a:solidFill>
                          <a:schemeClr val="accent1"/>
                        </a:solidFill>
                        <a:latin typeface="Chewy"/>
                        <a:ea typeface="Chewy"/>
                        <a:cs typeface="Chewy"/>
                        <a:sym typeface="Chewy"/>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sz="2700">
                          <a:solidFill>
                            <a:schemeClr val="accent1"/>
                          </a:solidFill>
                          <a:latin typeface="Chewy"/>
                          <a:ea typeface="Chewy"/>
                          <a:cs typeface="Chewy"/>
                          <a:sym typeface="Chewy"/>
                        </a:rPr>
                        <a:t>Fauna</a:t>
                      </a:r>
                      <a:endParaRPr sz="2700">
                        <a:solidFill>
                          <a:schemeClr val="accent1"/>
                        </a:solidFill>
                        <a:latin typeface="Chewy"/>
                        <a:ea typeface="Chewy"/>
                        <a:cs typeface="Chewy"/>
                        <a:sym typeface="Chewy"/>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573225">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Vasevine</a:t>
                      </a:r>
                      <a:endParaRPr>
                        <a:solidFill>
                          <a:schemeClr val="dk1"/>
                        </a:solidFill>
                        <a:latin typeface="ABeeZee"/>
                        <a:ea typeface="ABeeZee"/>
                        <a:cs typeface="ABeeZee"/>
                        <a:sym typeface="ABeeZee"/>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Orangutan</a:t>
                      </a:r>
                      <a:endParaRPr>
                        <a:solidFill>
                          <a:schemeClr val="dk1"/>
                        </a:solidFill>
                        <a:latin typeface="ABeeZee"/>
                        <a:ea typeface="ABeeZee"/>
                        <a:cs typeface="ABeeZee"/>
                        <a:sym typeface="ABeeZe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73225">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73225">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73225">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400" name="Google Shape;2400;p58"/>
          <p:cNvGrpSpPr/>
          <p:nvPr/>
        </p:nvGrpSpPr>
        <p:grpSpPr>
          <a:xfrm>
            <a:off x="6954679" y="-696684"/>
            <a:ext cx="2865902" cy="2866186"/>
            <a:chOff x="7229917" y="-939609"/>
            <a:chExt cx="2865902" cy="2866186"/>
          </a:xfrm>
        </p:grpSpPr>
        <p:grpSp>
          <p:nvGrpSpPr>
            <p:cNvPr id="2401" name="Google Shape;2401;p58"/>
            <p:cNvGrpSpPr/>
            <p:nvPr/>
          </p:nvGrpSpPr>
          <p:grpSpPr>
            <a:xfrm>
              <a:off x="7229917" y="-938831"/>
              <a:ext cx="2865902" cy="2666882"/>
              <a:chOff x="7229917" y="-938831"/>
              <a:chExt cx="2865902" cy="2666882"/>
            </a:xfrm>
          </p:grpSpPr>
          <p:sp>
            <p:nvSpPr>
              <p:cNvPr id="2402" name="Google Shape;2402;p58"/>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3" name="Google Shape;2403;p58"/>
              <p:cNvGrpSpPr/>
              <p:nvPr/>
            </p:nvGrpSpPr>
            <p:grpSpPr>
              <a:xfrm rot="8100000">
                <a:off x="8939114" y="1159920"/>
                <a:ext cx="70212" cy="266577"/>
                <a:chOff x="5735123" y="3863031"/>
                <a:chExt cx="70213" cy="266579"/>
              </a:xfrm>
            </p:grpSpPr>
            <p:sp>
              <p:nvSpPr>
                <p:cNvPr id="2404" name="Google Shape;2404;p58"/>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8"/>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06" name="Google Shape;2406;p58"/>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7" name="Google Shape;2407;p58"/>
            <p:cNvGrpSpPr/>
            <p:nvPr/>
          </p:nvGrpSpPr>
          <p:grpSpPr>
            <a:xfrm rot="-3298310">
              <a:off x="8268470" y="-365522"/>
              <a:ext cx="781177" cy="840852"/>
              <a:chOff x="8604632" y="-457076"/>
              <a:chExt cx="781149" cy="840821"/>
            </a:xfrm>
          </p:grpSpPr>
          <p:sp>
            <p:nvSpPr>
              <p:cNvPr id="2408" name="Google Shape;2408;p58"/>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8"/>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8"/>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8"/>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8"/>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8"/>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8"/>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8"/>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16" name="Google Shape;2416;p58"/>
          <p:cNvSpPr/>
          <p:nvPr/>
        </p:nvSpPr>
        <p:spPr>
          <a:xfrm rot="10800000">
            <a:off x="5972049" y="83811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8"/>
          <p:cNvSpPr/>
          <p:nvPr/>
        </p:nvSpPr>
        <p:spPr>
          <a:xfrm rot="10800000">
            <a:off x="1900719" y="1753500"/>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8"/>
          <p:cNvSpPr/>
          <p:nvPr/>
        </p:nvSpPr>
        <p:spPr>
          <a:xfrm rot="10800000">
            <a:off x="1982074" y="411471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2"/>
        <p:cNvGrpSpPr/>
        <p:nvPr/>
      </p:nvGrpSpPr>
      <p:grpSpPr>
        <a:xfrm>
          <a:off x="0" y="0"/>
          <a:ext cx="0" cy="0"/>
          <a:chOff x="0" y="0"/>
          <a:chExt cx="0" cy="0"/>
        </a:xfrm>
      </p:grpSpPr>
      <p:sp>
        <p:nvSpPr>
          <p:cNvPr id="2423" name="Google Shape;2423;p59"/>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ABOUT RENEWABLE ENERGIES?</a:t>
            </a:r>
            <a:endParaRPr/>
          </a:p>
        </p:txBody>
      </p:sp>
      <p:sp>
        <p:nvSpPr>
          <p:cNvPr id="2424" name="Google Shape;2424;p59"/>
          <p:cNvSpPr txBox="1"/>
          <p:nvPr/>
        </p:nvSpPr>
        <p:spPr>
          <a:xfrm>
            <a:off x="1327787" y="1969975"/>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Petroleum</a:t>
            </a:r>
            <a:endParaRPr>
              <a:solidFill>
                <a:schemeClr val="dk1"/>
              </a:solidFill>
              <a:latin typeface="ABeeZee"/>
              <a:ea typeface="ABeeZee"/>
              <a:cs typeface="ABeeZee"/>
              <a:sym typeface="ABeeZee"/>
            </a:endParaRPr>
          </a:p>
        </p:txBody>
      </p:sp>
      <p:sp>
        <p:nvSpPr>
          <p:cNvPr id="2425" name="Google Shape;2425;p59"/>
          <p:cNvSpPr txBox="1"/>
          <p:nvPr/>
        </p:nvSpPr>
        <p:spPr>
          <a:xfrm>
            <a:off x="1327787" y="2653167"/>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Gas</a:t>
            </a:r>
            <a:endParaRPr>
              <a:solidFill>
                <a:schemeClr val="dk1"/>
              </a:solidFill>
              <a:latin typeface="ABeeZee"/>
              <a:ea typeface="ABeeZee"/>
              <a:cs typeface="ABeeZee"/>
              <a:sym typeface="ABeeZee"/>
            </a:endParaRPr>
          </a:p>
        </p:txBody>
      </p:sp>
      <p:sp>
        <p:nvSpPr>
          <p:cNvPr id="2426" name="Google Shape;2426;p59"/>
          <p:cNvSpPr txBox="1"/>
          <p:nvPr/>
        </p:nvSpPr>
        <p:spPr>
          <a:xfrm flipH="1">
            <a:off x="5903112" y="2653167"/>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Solar</a:t>
            </a:r>
            <a:endParaRPr>
              <a:solidFill>
                <a:schemeClr val="dk1"/>
              </a:solidFill>
              <a:latin typeface="ABeeZee"/>
              <a:ea typeface="ABeeZee"/>
              <a:cs typeface="ABeeZee"/>
              <a:sym typeface="ABeeZee"/>
            </a:endParaRPr>
          </a:p>
        </p:txBody>
      </p:sp>
      <p:sp>
        <p:nvSpPr>
          <p:cNvPr id="2427" name="Google Shape;2427;p59"/>
          <p:cNvSpPr txBox="1"/>
          <p:nvPr/>
        </p:nvSpPr>
        <p:spPr>
          <a:xfrm flipH="1">
            <a:off x="5903112" y="3336359"/>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Geothermal</a:t>
            </a:r>
            <a:endParaRPr>
              <a:solidFill>
                <a:schemeClr val="dk1"/>
              </a:solidFill>
              <a:latin typeface="ABeeZee"/>
              <a:ea typeface="ABeeZee"/>
              <a:cs typeface="ABeeZee"/>
              <a:sym typeface="ABeeZee"/>
            </a:endParaRPr>
          </a:p>
        </p:txBody>
      </p:sp>
      <p:sp>
        <p:nvSpPr>
          <p:cNvPr id="2428" name="Google Shape;2428;p59"/>
          <p:cNvSpPr txBox="1"/>
          <p:nvPr/>
        </p:nvSpPr>
        <p:spPr>
          <a:xfrm>
            <a:off x="1327787" y="4019550"/>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Wood</a:t>
            </a:r>
            <a:endParaRPr>
              <a:solidFill>
                <a:schemeClr val="dk1"/>
              </a:solidFill>
              <a:latin typeface="ABeeZee"/>
              <a:ea typeface="ABeeZee"/>
              <a:cs typeface="ABeeZee"/>
              <a:sym typeface="ABeeZee"/>
            </a:endParaRPr>
          </a:p>
        </p:txBody>
      </p:sp>
      <p:sp>
        <p:nvSpPr>
          <p:cNvPr id="2429" name="Google Shape;2429;p59"/>
          <p:cNvSpPr txBox="1"/>
          <p:nvPr/>
        </p:nvSpPr>
        <p:spPr>
          <a:xfrm flipH="1">
            <a:off x="5903112" y="4019550"/>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Windpower</a:t>
            </a:r>
            <a:endParaRPr>
              <a:solidFill>
                <a:schemeClr val="dk1"/>
              </a:solidFill>
              <a:latin typeface="ABeeZee"/>
              <a:ea typeface="ABeeZee"/>
              <a:cs typeface="ABeeZee"/>
              <a:sym typeface="ABeeZee"/>
            </a:endParaRPr>
          </a:p>
        </p:txBody>
      </p:sp>
      <p:sp>
        <p:nvSpPr>
          <p:cNvPr id="2430" name="Google Shape;2430;p59"/>
          <p:cNvSpPr txBox="1"/>
          <p:nvPr/>
        </p:nvSpPr>
        <p:spPr>
          <a:xfrm>
            <a:off x="3615484" y="1969975"/>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Coal</a:t>
            </a:r>
            <a:endParaRPr>
              <a:solidFill>
                <a:schemeClr val="dk1"/>
              </a:solidFill>
              <a:latin typeface="ABeeZee"/>
              <a:ea typeface="ABeeZee"/>
              <a:cs typeface="ABeeZee"/>
              <a:sym typeface="ABeeZee"/>
            </a:endParaRPr>
          </a:p>
        </p:txBody>
      </p:sp>
      <p:sp>
        <p:nvSpPr>
          <p:cNvPr id="2431" name="Google Shape;2431;p59"/>
          <p:cNvSpPr txBox="1"/>
          <p:nvPr/>
        </p:nvSpPr>
        <p:spPr>
          <a:xfrm>
            <a:off x="3615484" y="2653167"/>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Electric</a:t>
            </a:r>
            <a:endParaRPr>
              <a:solidFill>
                <a:schemeClr val="dk1"/>
              </a:solidFill>
              <a:latin typeface="ABeeZee"/>
              <a:ea typeface="ABeeZee"/>
              <a:cs typeface="ABeeZee"/>
              <a:sym typeface="ABeeZee"/>
            </a:endParaRPr>
          </a:p>
        </p:txBody>
      </p:sp>
      <p:sp>
        <p:nvSpPr>
          <p:cNvPr id="2432" name="Google Shape;2432;p59"/>
          <p:cNvSpPr txBox="1"/>
          <p:nvPr/>
        </p:nvSpPr>
        <p:spPr>
          <a:xfrm>
            <a:off x="3615484" y="3336359"/>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Nuclear</a:t>
            </a:r>
            <a:endParaRPr>
              <a:solidFill>
                <a:schemeClr val="dk1"/>
              </a:solidFill>
              <a:latin typeface="ABeeZee"/>
              <a:ea typeface="ABeeZee"/>
              <a:cs typeface="ABeeZee"/>
              <a:sym typeface="ABeeZee"/>
            </a:endParaRPr>
          </a:p>
        </p:txBody>
      </p:sp>
      <p:sp>
        <p:nvSpPr>
          <p:cNvPr id="2433" name="Google Shape;2433;p59"/>
          <p:cNvSpPr txBox="1"/>
          <p:nvPr/>
        </p:nvSpPr>
        <p:spPr>
          <a:xfrm>
            <a:off x="3615484" y="4019550"/>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Biomass</a:t>
            </a:r>
            <a:endParaRPr>
              <a:solidFill>
                <a:schemeClr val="dk1"/>
              </a:solidFill>
              <a:latin typeface="ABeeZee"/>
              <a:ea typeface="ABeeZee"/>
              <a:cs typeface="ABeeZee"/>
              <a:sym typeface="ABeeZee"/>
            </a:endParaRPr>
          </a:p>
        </p:txBody>
      </p:sp>
      <p:sp>
        <p:nvSpPr>
          <p:cNvPr id="2434" name="Google Shape;2434;p59"/>
          <p:cNvSpPr txBox="1"/>
          <p:nvPr/>
        </p:nvSpPr>
        <p:spPr>
          <a:xfrm>
            <a:off x="5903181" y="1969975"/>
            <a:ext cx="1913100" cy="495300"/>
          </a:xfrm>
          <a:prstGeom prst="rect">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Hydropower</a:t>
            </a:r>
            <a:endParaRPr>
              <a:solidFill>
                <a:schemeClr val="dk1"/>
              </a:solidFill>
              <a:latin typeface="ABeeZee"/>
              <a:ea typeface="ABeeZee"/>
              <a:cs typeface="ABeeZee"/>
              <a:sym typeface="ABeeZee"/>
            </a:endParaRPr>
          </a:p>
        </p:txBody>
      </p:sp>
      <p:sp>
        <p:nvSpPr>
          <p:cNvPr id="2435" name="Google Shape;2435;p59"/>
          <p:cNvSpPr txBox="1"/>
          <p:nvPr/>
        </p:nvSpPr>
        <p:spPr>
          <a:xfrm flipH="1">
            <a:off x="1327719" y="3336359"/>
            <a:ext cx="1913100" cy="49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Biofuels</a:t>
            </a:r>
            <a:endParaRPr>
              <a:solidFill>
                <a:schemeClr val="dk1"/>
              </a:solidFill>
              <a:latin typeface="ABeeZee"/>
              <a:ea typeface="ABeeZee"/>
              <a:cs typeface="ABeeZee"/>
              <a:sym typeface="ABeeZee"/>
            </a:endParaRPr>
          </a:p>
        </p:txBody>
      </p:sp>
      <p:sp>
        <p:nvSpPr>
          <p:cNvPr id="2436" name="Google Shape;2436;p59"/>
          <p:cNvSpPr txBox="1"/>
          <p:nvPr/>
        </p:nvSpPr>
        <p:spPr>
          <a:xfrm>
            <a:off x="1711650" y="1259325"/>
            <a:ext cx="5720700" cy="49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Try to recognize each renewable energy source and paint it green by clicking on the word and painting it with fill color tool:</a:t>
            </a:r>
            <a:endParaRPr>
              <a:solidFill>
                <a:schemeClr val="dk1"/>
              </a:solidFill>
              <a:latin typeface="ABeeZee"/>
              <a:ea typeface="ABeeZee"/>
              <a:cs typeface="ABeeZee"/>
              <a:sym typeface="ABeeZee"/>
            </a:endParaRPr>
          </a:p>
        </p:txBody>
      </p:sp>
      <p:grpSp>
        <p:nvGrpSpPr>
          <p:cNvPr id="2437" name="Google Shape;2437;p59"/>
          <p:cNvGrpSpPr/>
          <p:nvPr/>
        </p:nvGrpSpPr>
        <p:grpSpPr>
          <a:xfrm rot="-9109382">
            <a:off x="6121673" y="-1201118"/>
            <a:ext cx="4444191" cy="2179264"/>
            <a:chOff x="-1013962" y="3673802"/>
            <a:chExt cx="4444157" cy="2179248"/>
          </a:xfrm>
        </p:grpSpPr>
        <p:grpSp>
          <p:nvGrpSpPr>
            <p:cNvPr id="2438" name="Google Shape;2438;p59"/>
            <p:cNvGrpSpPr/>
            <p:nvPr/>
          </p:nvGrpSpPr>
          <p:grpSpPr>
            <a:xfrm>
              <a:off x="-1013962" y="3673802"/>
              <a:ext cx="4444157" cy="2179248"/>
              <a:chOff x="-830187" y="4024390"/>
              <a:chExt cx="4444157" cy="2179248"/>
            </a:xfrm>
          </p:grpSpPr>
          <p:sp>
            <p:nvSpPr>
              <p:cNvPr id="2439" name="Google Shape;2439;p59"/>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9"/>
              <p:cNvSpPr/>
              <p:nvPr/>
            </p:nvSpPr>
            <p:spPr>
              <a:xfrm rot="-207900">
                <a:off x="-238709" y="4137361"/>
                <a:ext cx="3797125" cy="1953315"/>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1" name="Google Shape;2441;p59"/>
              <p:cNvGrpSpPr/>
              <p:nvPr/>
            </p:nvGrpSpPr>
            <p:grpSpPr>
              <a:xfrm>
                <a:off x="174564" y="4842646"/>
                <a:ext cx="824338" cy="865398"/>
                <a:chOff x="126952" y="4637346"/>
                <a:chExt cx="824338" cy="865398"/>
              </a:xfrm>
            </p:grpSpPr>
            <p:sp>
              <p:nvSpPr>
                <p:cNvPr id="2442" name="Google Shape;2442;p59"/>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9"/>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9"/>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9"/>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59"/>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9"/>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9"/>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9"/>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50" name="Google Shape;2450;p59"/>
            <p:cNvGrpSpPr/>
            <p:nvPr/>
          </p:nvGrpSpPr>
          <p:grpSpPr>
            <a:xfrm rot="-5189473">
              <a:off x="2083919" y="4411860"/>
              <a:ext cx="70211" cy="266572"/>
              <a:chOff x="5735123" y="3863031"/>
              <a:chExt cx="70213" cy="266579"/>
            </a:xfrm>
          </p:grpSpPr>
          <p:sp>
            <p:nvSpPr>
              <p:cNvPr id="2451" name="Google Shape;2451;p59"/>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9"/>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53" name="Google Shape;2453;p59"/>
          <p:cNvSpPr/>
          <p:nvPr/>
        </p:nvSpPr>
        <p:spPr>
          <a:xfrm rot="10800000">
            <a:off x="8161255" y="2810716"/>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7"/>
        <p:cNvGrpSpPr/>
        <p:nvPr/>
      </p:nvGrpSpPr>
      <p:grpSpPr>
        <a:xfrm>
          <a:off x="0" y="0"/>
          <a:ext cx="0" cy="0"/>
          <a:chOff x="0" y="0"/>
          <a:chExt cx="0" cy="0"/>
        </a:xfrm>
      </p:grpSpPr>
      <p:sp>
        <p:nvSpPr>
          <p:cNvPr id="2458" name="Google Shape;2458;p60"/>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DOING SHOPPING CONSCIOUSLY!</a:t>
            </a:r>
            <a:endParaRPr/>
          </a:p>
        </p:txBody>
      </p:sp>
      <p:graphicFrame>
        <p:nvGraphicFramePr>
          <p:cNvPr id="2459" name="Google Shape;2459;p60"/>
          <p:cNvGraphicFramePr/>
          <p:nvPr/>
        </p:nvGraphicFramePr>
        <p:xfrm>
          <a:off x="1232331" y="1994485"/>
          <a:ext cx="3000000" cy="3000000"/>
        </p:xfrm>
        <a:graphic>
          <a:graphicData uri="http://schemas.openxmlformats.org/drawingml/2006/table">
            <a:tbl>
              <a:tblPr>
                <a:noFill/>
                <a:tableStyleId>{C8C654A5-C83C-4C26-A415-2314656D51F0}</a:tableStyleId>
              </a:tblPr>
              <a:tblGrid>
                <a:gridCol w="2271150">
                  <a:extLst>
                    <a:ext uri="{9D8B030D-6E8A-4147-A177-3AD203B41FA5}">
                      <a16:colId xmlns:a16="http://schemas.microsoft.com/office/drawing/2014/main" val="20000"/>
                    </a:ext>
                  </a:extLst>
                </a:gridCol>
                <a:gridCol w="2271075">
                  <a:extLst>
                    <a:ext uri="{9D8B030D-6E8A-4147-A177-3AD203B41FA5}">
                      <a16:colId xmlns:a16="http://schemas.microsoft.com/office/drawing/2014/main" val="20001"/>
                    </a:ext>
                  </a:extLst>
                </a:gridCol>
              </a:tblGrid>
              <a:tr h="694675">
                <a:tc>
                  <a:txBody>
                    <a:bodyPr/>
                    <a:lstStyle/>
                    <a:p>
                      <a:pPr marL="0" lvl="0" indent="0" algn="ctr" rtl="0">
                        <a:spcBef>
                          <a:spcPts val="0"/>
                        </a:spcBef>
                        <a:spcAft>
                          <a:spcPts val="0"/>
                        </a:spcAft>
                        <a:buNone/>
                      </a:pPr>
                      <a:r>
                        <a:rPr lang="en" sz="2700">
                          <a:solidFill>
                            <a:schemeClr val="accent1"/>
                          </a:solidFill>
                          <a:latin typeface="Chewy"/>
                          <a:ea typeface="Chewy"/>
                          <a:cs typeface="Chewy"/>
                          <a:sym typeface="Chewy"/>
                        </a:rPr>
                        <a:t>Buy less</a:t>
                      </a:r>
                      <a:endParaRPr sz="2800">
                        <a:solidFill>
                          <a:schemeClr val="accent1"/>
                        </a:solidFill>
                        <a:latin typeface="Caveat Brush"/>
                        <a:ea typeface="Caveat Brush"/>
                        <a:cs typeface="Caveat Brush"/>
                        <a:sym typeface="Caveat Brush"/>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sz="2700">
                          <a:solidFill>
                            <a:schemeClr val="accent1"/>
                          </a:solidFill>
                          <a:latin typeface="Chewy"/>
                          <a:ea typeface="Chewy"/>
                          <a:cs typeface="Chewy"/>
                          <a:sym typeface="Chewy"/>
                        </a:rPr>
                        <a:t>Buy more</a:t>
                      </a:r>
                      <a:endParaRPr sz="2800">
                        <a:solidFill>
                          <a:schemeClr val="accent1"/>
                        </a:solidFill>
                        <a:latin typeface="Caveat Brush"/>
                        <a:ea typeface="Caveat Brush"/>
                        <a:cs typeface="Caveat Brush"/>
                        <a:sym typeface="Caveat Brush"/>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479200">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Processed food</a:t>
                      </a:r>
                      <a:endParaRPr>
                        <a:solidFill>
                          <a:schemeClr val="dk1"/>
                        </a:solidFill>
                        <a:latin typeface="ABeeZee"/>
                        <a:ea typeface="ABeeZee"/>
                        <a:cs typeface="ABeeZee"/>
                        <a:sym typeface="ABeeZee"/>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479200">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Meat</a:t>
                      </a:r>
                      <a:endParaRPr>
                        <a:solidFill>
                          <a:schemeClr val="dk1"/>
                        </a:solidFill>
                        <a:latin typeface="ABeeZee"/>
                        <a:ea typeface="ABeeZee"/>
                        <a:cs typeface="ABeeZee"/>
                        <a:sym typeface="ABeeZee"/>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479200">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Fries</a:t>
                      </a:r>
                      <a:endParaRPr>
                        <a:solidFill>
                          <a:schemeClr val="dk1"/>
                        </a:solidFill>
                        <a:latin typeface="ABeeZee"/>
                        <a:ea typeface="ABeeZee"/>
                        <a:cs typeface="ABeeZee"/>
                        <a:sym typeface="ABeeZee"/>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r h="479200">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Candies</a:t>
                      </a:r>
                      <a:endParaRPr>
                        <a:solidFill>
                          <a:schemeClr val="dk1"/>
                        </a:solidFill>
                        <a:latin typeface="ABeeZee"/>
                        <a:ea typeface="ABeeZee"/>
                        <a:cs typeface="ABeeZee"/>
                        <a:sym typeface="ABeeZee"/>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BeeZee"/>
                          <a:ea typeface="ABeeZee"/>
                          <a:cs typeface="ABeeZee"/>
                          <a:sym typeface="ABeeZee"/>
                        </a:rPr>
                        <a:t>…?</a:t>
                      </a:r>
                      <a:endParaRPr>
                        <a:solidFill>
                          <a:schemeClr val="dk1"/>
                        </a:solidFill>
                        <a:latin typeface="ABeeZee"/>
                        <a:ea typeface="ABeeZee"/>
                        <a:cs typeface="ABeeZee"/>
                        <a:sym typeface="ABeeZee"/>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460" name="Google Shape;2460;p60"/>
          <p:cNvSpPr/>
          <p:nvPr/>
        </p:nvSpPr>
        <p:spPr>
          <a:xfrm rot="-575165" flipH="1">
            <a:off x="7675327" y="169677"/>
            <a:ext cx="1508208" cy="1268233"/>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60"/>
          <p:cNvSpPr/>
          <p:nvPr/>
        </p:nvSpPr>
        <p:spPr>
          <a:xfrm>
            <a:off x="8429420" y="1764031"/>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62" name="Google Shape;2462;p60"/>
          <p:cNvGrpSpPr/>
          <p:nvPr/>
        </p:nvGrpSpPr>
        <p:grpSpPr>
          <a:xfrm>
            <a:off x="6189300" y="1474888"/>
            <a:ext cx="2049836" cy="3174284"/>
            <a:chOff x="6113100" y="1474888"/>
            <a:chExt cx="2049836" cy="3174284"/>
          </a:xfrm>
        </p:grpSpPr>
        <p:sp>
          <p:nvSpPr>
            <p:cNvPr id="2463" name="Google Shape;2463;p60"/>
            <p:cNvSpPr/>
            <p:nvPr/>
          </p:nvSpPr>
          <p:spPr>
            <a:xfrm>
              <a:off x="6113100" y="2273760"/>
              <a:ext cx="1646278" cy="812808"/>
            </a:xfrm>
            <a:custGeom>
              <a:avLst/>
              <a:gdLst/>
              <a:ahLst/>
              <a:cxnLst/>
              <a:rect l="l" t="t" r="r" b="b"/>
              <a:pathLst>
                <a:path w="47409" h="23407" extrusionOk="0">
                  <a:moveTo>
                    <a:pt x="15516" y="23406"/>
                  </a:moveTo>
                  <a:lnTo>
                    <a:pt x="47408" y="7624"/>
                  </a:lnTo>
                  <a:lnTo>
                    <a:pt x="32146" y="0"/>
                  </a:lnTo>
                  <a:cubicBezTo>
                    <a:pt x="32146" y="0"/>
                    <a:pt x="10716" y="9957"/>
                    <a:pt x="1" y="14713"/>
                  </a:cubicBezTo>
                  <a:lnTo>
                    <a:pt x="9245" y="1698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60"/>
            <p:cNvSpPr/>
            <p:nvPr/>
          </p:nvSpPr>
          <p:spPr>
            <a:xfrm>
              <a:off x="7223182" y="2111693"/>
              <a:ext cx="204912" cy="283877"/>
            </a:xfrm>
            <a:custGeom>
              <a:avLst/>
              <a:gdLst/>
              <a:ahLst/>
              <a:cxnLst/>
              <a:rect l="l" t="t" r="r" b="b"/>
              <a:pathLst>
                <a:path w="5901" h="8175" extrusionOk="0">
                  <a:moveTo>
                    <a:pt x="2854" y="3969"/>
                  </a:moveTo>
                  <a:cubicBezTo>
                    <a:pt x="3032" y="3270"/>
                    <a:pt x="2378" y="1472"/>
                    <a:pt x="3478" y="759"/>
                  </a:cubicBezTo>
                  <a:cubicBezTo>
                    <a:pt x="4637" y="1"/>
                    <a:pt x="5276" y="1844"/>
                    <a:pt x="5499" y="2780"/>
                  </a:cubicBezTo>
                  <a:cubicBezTo>
                    <a:pt x="5677" y="3612"/>
                    <a:pt x="5900" y="4370"/>
                    <a:pt x="5766" y="4905"/>
                  </a:cubicBezTo>
                  <a:cubicBezTo>
                    <a:pt x="5321" y="5366"/>
                    <a:pt x="5618" y="6302"/>
                    <a:pt x="5068" y="6718"/>
                  </a:cubicBezTo>
                  <a:cubicBezTo>
                    <a:pt x="4800" y="6896"/>
                    <a:pt x="4429" y="6852"/>
                    <a:pt x="4013" y="6763"/>
                  </a:cubicBezTo>
                  <a:cubicBezTo>
                    <a:pt x="3166" y="7402"/>
                    <a:pt x="2140" y="8174"/>
                    <a:pt x="1219" y="7431"/>
                  </a:cubicBezTo>
                  <a:cubicBezTo>
                    <a:pt x="0" y="6450"/>
                    <a:pt x="1605" y="4340"/>
                    <a:pt x="2854" y="396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60"/>
            <p:cNvSpPr/>
            <p:nvPr/>
          </p:nvSpPr>
          <p:spPr>
            <a:xfrm>
              <a:off x="6993540" y="2210280"/>
              <a:ext cx="165152" cy="174458"/>
            </a:xfrm>
            <a:custGeom>
              <a:avLst/>
              <a:gdLst/>
              <a:ahLst/>
              <a:cxnLst/>
              <a:rect l="l" t="t" r="r" b="b"/>
              <a:pathLst>
                <a:path w="4756" h="5024" extrusionOk="0">
                  <a:moveTo>
                    <a:pt x="4756" y="3136"/>
                  </a:moveTo>
                  <a:cubicBezTo>
                    <a:pt x="4696" y="3478"/>
                    <a:pt x="4696" y="3805"/>
                    <a:pt x="4444" y="4102"/>
                  </a:cubicBezTo>
                  <a:cubicBezTo>
                    <a:pt x="3968" y="4681"/>
                    <a:pt x="1932" y="5023"/>
                    <a:pt x="1144" y="4503"/>
                  </a:cubicBezTo>
                  <a:cubicBezTo>
                    <a:pt x="0" y="3775"/>
                    <a:pt x="817" y="2259"/>
                    <a:pt x="2036" y="2155"/>
                  </a:cubicBezTo>
                  <a:cubicBezTo>
                    <a:pt x="1427" y="1338"/>
                    <a:pt x="2125" y="0"/>
                    <a:pt x="3359" y="937"/>
                  </a:cubicBezTo>
                  <a:cubicBezTo>
                    <a:pt x="4057" y="1457"/>
                    <a:pt x="4325" y="2764"/>
                    <a:pt x="4756" y="313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60"/>
            <p:cNvSpPr/>
            <p:nvPr/>
          </p:nvSpPr>
          <p:spPr>
            <a:xfrm>
              <a:off x="6960481" y="1969282"/>
              <a:ext cx="791661" cy="1620407"/>
            </a:xfrm>
            <a:custGeom>
              <a:avLst/>
              <a:gdLst/>
              <a:ahLst/>
              <a:cxnLst/>
              <a:rect l="l" t="t" r="r" b="b"/>
              <a:pathLst>
                <a:path w="22798" h="46664" extrusionOk="0">
                  <a:moveTo>
                    <a:pt x="22724" y="3656"/>
                  </a:moveTo>
                  <a:cubicBezTo>
                    <a:pt x="22768" y="3686"/>
                    <a:pt x="22739" y="3745"/>
                    <a:pt x="22798" y="3790"/>
                  </a:cubicBezTo>
                  <a:cubicBezTo>
                    <a:pt x="20881" y="10150"/>
                    <a:pt x="19781" y="16214"/>
                    <a:pt x="18964" y="22797"/>
                  </a:cubicBezTo>
                  <a:cubicBezTo>
                    <a:pt x="18592" y="25829"/>
                    <a:pt x="18221" y="28950"/>
                    <a:pt x="17507" y="32189"/>
                  </a:cubicBezTo>
                  <a:cubicBezTo>
                    <a:pt x="16616" y="36217"/>
                    <a:pt x="14654" y="43201"/>
                    <a:pt x="10047" y="44494"/>
                  </a:cubicBezTo>
                  <a:cubicBezTo>
                    <a:pt x="10077" y="45118"/>
                    <a:pt x="10389" y="45326"/>
                    <a:pt x="9928" y="45936"/>
                  </a:cubicBezTo>
                  <a:cubicBezTo>
                    <a:pt x="9378" y="46664"/>
                    <a:pt x="8695" y="46263"/>
                    <a:pt x="7848" y="46144"/>
                  </a:cubicBezTo>
                  <a:cubicBezTo>
                    <a:pt x="6555" y="45965"/>
                    <a:pt x="5113" y="46367"/>
                    <a:pt x="4236" y="45505"/>
                  </a:cubicBezTo>
                  <a:cubicBezTo>
                    <a:pt x="3508" y="44806"/>
                    <a:pt x="3969" y="43811"/>
                    <a:pt x="4504" y="42830"/>
                  </a:cubicBezTo>
                  <a:cubicBezTo>
                    <a:pt x="1249" y="40051"/>
                    <a:pt x="120" y="36737"/>
                    <a:pt x="60" y="33200"/>
                  </a:cubicBezTo>
                  <a:cubicBezTo>
                    <a:pt x="1" y="29737"/>
                    <a:pt x="670" y="25948"/>
                    <a:pt x="1443" y="22411"/>
                  </a:cubicBezTo>
                  <a:cubicBezTo>
                    <a:pt x="3033" y="15099"/>
                    <a:pt x="5782" y="7327"/>
                    <a:pt x="7714" y="119"/>
                  </a:cubicBezTo>
                  <a:cubicBezTo>
                    <a:pt x="8219" y="0"/>
                    <a:pt x="8814" y="401"/>
                    <a:pt x="9334" y="357"/>
                  </a:cubicBezTo>
                  <a:cubicBezTo>
                    <a:pt x="8085" y="8159"/>
                    <a:pt x="6793" y="16050"/>
                    <a:pt x="5975" y="23822"/>
                  </a:cubicBezTo>
                  <a:cubicBezTo>
                    <a:pt x="5737" y="26081"/>
                    <a:pt x="5544" y="28281"/>
                    <a:pt x="5500" y="30599"/>
                  </a:cubicBezTo>
                  <a:cubicBezTo>
                    <a:pt x="5500" y="30837"/>
                    <a:pt x="5292" y="31298"/>
                    <a:pt x="5693" y="31461"/>
                  </a:cubicBezTo>
                  <a:cubicBezTo>
                    <a:pt x="6124" y="31506"/>
                    <a:pt x="6168" y="30971"/>
                    <a:pt x="6243" y="30748"/>
                  </a:cubicBezTo>
                  <a:cubicBezTo>
                    <a:pt x="6540" y="29901"/>
                    <a:pt x="6763" y="28875"/>
                    <a:pt x="7045" y="27909"/>
                  </a:cubicBezTo>
                  <a:cubicBezTo>
                    <a:pt x="9542" y="19275"/>
                    <a:pt x="12128" y="10210"/>
                    <a:pt x="14268" y="1546"/>
                  </a:cubicBezTo>
                  <a:cubicBezTo>
                    <a:pt x="14936" y="1783"/>
                    <a:pt x="15575" y="1813"/>
                    <a:pt x="16259" y="2096"/>
                  </a:cubicBezTo>
                  <a:cubicBezTo>
                    <a:pt x="14639" y="8441"/>
                    <a:pt x="12811" y="15188"/>
                    <a:pt x="11444" y="21564"/>
                  </a:cubicBezTo>
                  <a:cubicBezTo>
                    <a:pt x="11340" y="21995"/>
                    <a:pt x="11281" y="22455"/>
                    <a:pt x="11206" y="22931"/>
                  </a:cubicBezTo>
                  <a:cubicBezTo>
                    <a:pt x="11162" y="23273"/>
                    <a:pt x="10864" y="23852"/>
                    <a:pt x="11340" y="24120"/>
                  </a:cubicBezTo>
                  <a:cubicBezTo>
                    <a:pt x="11905" y="24075"/>
                    <a:pt x="12024" y="23377"/>
                    <a:pt x="12172" y="22990"/>
                  </a:cubicBezTo>
                  <a:cubicBezTo>
                    <a:pt x="12707" y="21682"/>
                    <a:pt x="13108" y="20271"/>
                    <a:pt x="13539" y="18918"/>
                  </a:cubicBezTo>
                  <a:cubicBezTo>
                    <a:pt x="15249" y="13657"/>
                    <a:pt x="16958" y="8203"/>
                    <a:pt x="18875" y="2839"/>
                  </a:cubicBezTo>
                  <a:cubicBezTo>
                    <a:pt x="19172" y="2705"/>
                    <a:pt x="19514" y="2883"/>
                    <a:pt x="19811" y="2957"/>
                  </a:cubicBezTo>
                  <a:cubicBezTo>
                    <a:pt x="20688" y="3166"/>
                    <a:pt x="21743" y="3403"/>
                    <a:pt x="22724" y="365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60"/>
            <p:cNvSpPr/>
            <p:nvPr/>
          </p:nvSpPr>
          <p:spPr>
            <a:xfrm>
              <a:off x="6870714" y="1474888"/>
              <a:ext cx="1292221" cy="812808"/>
            </a:xfrm>
            <a:custGeom>
              <a:avLst/>
              <a:gdLst/>
              <a:ahLst/>
              <a:cxnLst/>
              <a:rect l="l" t="t" r="r" b="b"/>
              <a:pathLst>
                <a:path w="37213" h="23407" extrusionOk="0">
                  <a:moveTo>
                    <a:pt x="31283" y="15114"/>
                  </a:moveTo>
                  <a:cubicBezTo>
                    <a:pt x="33215" y="15248"/>
                    <a:pt x="36246" y="16838"/>
                    <a:pt x="36796" y="18725"/>
                  </a:cubicBezTo>
                  <a:cubicBezTo>
                    <a:pt x="37212" y="20092"/>
                    <a:pt x="35964" y="21252"/>
                    <a:pt x="34552" y="21341"/>
                  </a:cubicBezTo>
                  <a:cubicBezTo>
                    <a:pt x="32977" y="21445"/>
                    <a:pt x="30852" y="20523"/>
                    <a:pt x="29381" y="20003"/>
                  </a:cubicBezTo>
                  <a:cubicBezTo>
                    <a:pt x="29098" y="20583"/>
                    <a:pt x="29916" y="21579"/>
                    <a:pt x="28905" y="22470"/>
                  </a:cubicBezTo>
                  <a:cubicBezTo>
                    <a:pt x="27850" y="23406"/>
                    <a:pt x="26319" y="21549"/>
                    <a:pt x="25413" y="20642"/>
                  </a:cubicBezTo>
                  <a:cubicBezTo>
                    <a:pt x="25175" y="21148"/>
                    <a:pt x="24759" y="22069"/>
                    <a:pt x="24120" y="22307"/>
                  </a:cubicBezTo>
                  <a:cubicBezTo>
                    <a:pt x="22084" y="23094"/>
                    <a:pt x="20404" y="18904"/>
                    <a:pt x="19587" y="17848"/>
                  </a:cubicBezTo>
                  <a:cubicBezTo>
                    <a:pt x="19186" y="19260"/>
                    <a:pt x="18250" y="20761"/>
                    <a:pt x="17001" y="19840"/>
                  </a:cubicBezTo>
                  <a:cubicBezTo>
                    <a:pt x="16169" y="19216"/>
                    <a:pt x="16407" y="18190"/>
                    <a:pt x="15961" y="17373"/>
                  </a:cubicBezTo>
                  <a:cubicBezTo>
                    <a:pt x="15233" y="18027"/>
                    <a:pt x="14475" y="18577"/>
                    <a:pt x="13583" y="18146"/>
                  </a:cubicBezTo>
                  <a:cubicBezTo>
                    <a:pt x="12692" y="17715"/>
                    <a:pt x="12469" y="16764"/>
                    <a:pt x="12142" y="16006"/>
                  </a:cubicBezTo>
                  <a:cubicBezTo>
                    <a:pt x="10760" y="17878"/>
                    <a:pt x="8293" y="20969"/>
                    <a:pt x="6465" y="18948"/>
                  </a:cubicBezTo>
                  <a:cubicBezTo>
                    <a:pt x="5454" y="19320"/>
                    <a:pt x="3983" y="21549"/>
                    <a:pt x="2720" y="20925"/>
                  </a:cubicBezTo>
                  <a:cubicBezTo>
                    <a:pt x="684" y="19914"/>
                    <a:pt x="3775" y="16704"/>
                    <a:pt x="4889" y="15381"/>
                  </a:cubicBezTo>
                  <a:cubicBezTo>
                    <a:pt x="4548" y="15233"/>
                    <a:pt x="3894" y="15322"/>
                    <a:pt x="3195" y="15263"/>
                  </a:cubicBezTo>
                  <a:cubicBezTo>
                    <a:pt x="2244" y="15173"/>
                    <a:pt x="312" y="14832"/>
                    <a:pt x="164" y="13479"/>
                  </a:cubicBezTo>
                  <a:cubicBezTo>
                    <a:pt x="0" y="11815"/>
                    <a:pt x="2586" y="11205"/>
                    <a:pt x="3597" y="10879"/>
                  </a:cubicBezTo>
                  <a:cubicBezTo>
                    <a:pt x="4607" y="10552"/>
                    <a:pt x="5633" y="10284"/>
                    <a:pt x="6673" y="10076"/>
                  </a:cubicBezTo>
                  <a:cubicBezTo>
                    <a:pt x="5216" y="9452"/>
                    <a:pt x="4414" y="8426"/>
                    <a:pt x="5231" y="7431"/>
                  </a:cubicBezTo>
                  <a:cubicBezTo>
                    <a:pt x="5930" y="6554"/>
                    <a:pt x="7312" y="6821"/>
                    <a:pt x="8248" y="6821"/>
                  </a:cubicBezTo>
                  <a:cubicBezTo>
                    <a:pt x="6985" y="4325"/>
                    <a:pt x="10552" y="3894"/>
                    <a:pt x="12053" y="4399"/>
                  </a:cubicBezTo>
                  <a:cubicBezTo>
                    <a:pt x="12053" y="3552"/>
                    <a:pt x="11889" y="2437"/>
                    <a:pt x="12528" y="1427"/>
                  </a:cubicBezTo>
                  <a:cubicBezTo>
                    <a:pt x="13033" y="624"/>
                    <a:pt x="14059" y="0"/>
                    <a:pt x="14936" y="342"/>
                  </a:cubicBezTo>
                  <a:cubicBezTo>
                    <a:pt x="16704" y="1026"/>
                    <a:pt x="16719" y="2943"/>
                    <a:pt x="17165" y="4191"/>
                  </a:cubicBezTo>
                  <a:cubicBezTo>
                    <a:pt x="18056" y="3285"/>
                    <a:pt x="18933" y="2036"/>
                    <a:pt x="19929" y="1561"/>
                  </a:cubicBezTo>
                  <a:cubicBezTo>
                    <a:pt x="20657" y="1219"/>
                    <a:pt x="22069" y="1174"/>
                    <a:pt x="22515" y="2363"/>
                  </a:cubicBezTo>
                  <a:cubicBezTo>
                    <a:pt x="22931" y="3493"/>
                    <a:pt x="22069" y="5202"/>
                    <a:pt x="21519" y="6509"/>
                  </a:cubicBezTo>
                  <a:cubicBezTo>
                    <a:pt x="22084" y="6584"/>
                    <a:pt x="23362" y="6599"/>
                    <a:pt x="23956" y="7535"/>
                  </a:cubicBezTo>
                  <a:cubicBezTo>
                    <a:pt x="25264" y="6658"/>
                    <a:pt x="26839" y="5454"/>
                    <a:pt x="28311" y="5306"/>
                  </a:cubicBezTo>
                  <a:cubicBezTo>
                    <a:pt x="29886" y="5142"/>
                    <a:pt x="30674" y="6584"/>
                    <a:pt x="29960" y="8010"/>
                  </a:cubicBezTo>
                  <a:cubicBezTo>
                    <a:pt x="29202" y="9541"/>
                    <a:pt x="27419" y="11072"/>
                    <a:pt x="26572" y="12067"/>
                  </a:cubicBezTo>
                  <a:cubicBezTo>
                    <a:pt x="26527" y="12112"/>
                    <a:pt x="26483" y="12097"/>
                    <a:pt x="26438" y="12157"/>
                  </a:cubicBezTo>
                  <a:cubicBezTo>
                    <a:pt x="28043" y="12008"/>
                    <a:pt x="32531" y="12246"/>
                    <a:pt x="31283" y="151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60"/>
            <p:cNvSpPr/>
            <p:nvPr/>
          </p:nvSpPr>
          <p:spPr>
            <a:xfrm>
              <a:off x="7590616" y="1829475"/>
              <a:ext cx="183244" cy="184147"/>
            </a:xfrm>
            <a:custGeom>
              <a:avLst/>
              <a:gdLst/>
              <a:ahLst/>
              <a:cxnLst/>
              <a:rect l="l" t="t" r="r" b="b"/>
              <a:pathLst>
                <a:path w="5277" h="5303" extrusionOk="0">
                  <a:moveTo>
                    <a:pt x="1053" y="1"/>
                  </a:moveTo>
                  <a:cubicBezTo>
                    <a:pt x="768" y="1"/>
                    <a:pt x="485" y="131"/>
                    <a:pt x="298" y="370"/>
                  </a:cubicBezTo>
                  <a:cubicBezTo>
                    <a:pt x="0" y="757"/>
                    <a:pt x="75" y="1158"/>
                    <a:pt x="342" y="1515"/>
                  </a:cubicBezTo>
                  <a:cubicBezTo>
                    <a:pt x="580" y="1812"/>
                    <a:pt x="833" y="2094"/>
                    <a:pt x="1115" y="2347"/>
                  </a:cubicBezTo>
                  <a:cubicBezTo>
                    <a:pt x="1888" y="3001"/>
                    <a:pt x="2601" y="3714"/>
                    <a:pt x="3270" y="4472"/>
                  </a:cubicBezTo>
                  <a:cubicBezTo>
                    <a:pt x="3433" y="4680"/>
                    <a:pt x="3627" y="4873"/>
                    <a:pt x="3835" y="5037"/>
                  </a:cubicBezTo>
                  <a:cubicBezTo>
                    <a:pt x="4032" y="5197"/>
                    <a:pt x="4247" y="5303"/>
                    <a:pt x="4473" y="5303"/>
                  </a:cubicBezTo>
                  <a:cubicBezTo>
                    <a:pt x="4604" y="5303"/>
                    <a:pt x="4738" y="5267"/>
                    <a:pt x="4875" y="5185"/>
                  </a:cubicBezTo>
                  <a:cubicBezTo>
                    <a:pt x="5232" y="4948"/>
                    <a:pt x="5276" y="4576"/>
                    <a:pt x="5187" y="4100"/>
                  </a:cubicBezTo>
                  <a:cubicBezTo>
                    <a:pt x="5128" y="3937"/>
                    <a:pt x="5068" y="3788"/>
                    <a:pt x="5009" y="3655"/>
                  </a:cubicBezTo>
                  <a:cubicBezTo>
                    <a:pt x="4384" y="2406"/>
                    <a:pt x="3463" y="1321"/>
                    <a:pt x="2334" y="504"/>
                  </a:cubicBezTo>
                  <a:cubicBezTo>
                    <a:pt x="2051" y="311"/>
                    <a:pt x="1739" y="177"/>
                    <a:pt x="1412" y="73"/>
                  </a:cubicBezTo>
                  <a:cubicBezTo>
                    <a:pt x="1297" y="24"/>
                    <a:pt x="1175" y="1"/>
                    <a:pt x="10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60"/>
            <p:cNvSpPr/>
            <p:nvPr/>
          </p:nvSpPr>
          <p:spPr>
            <a:xfrm>
              <a:off x="7365888" y="1661137"/>
              <a:ext cx="87681" cy="66603"/>
            </a:xfrm>
            <a:custGeom>
              <a:avLst/>
              <a:gdLst/>
              <a:ahLst/>
              <a:cxnLst/>
              <a:rect l="l" t="t" r="r" b="b"/>
              <a:pathLst>
                <a:path w="2525" h="1918" extrusionOk="0">
                  <a:moveTo>
                    <a:pt x="902" y="0"/>
                  </a:moveTo>
                  <a:cubicBezTo>
                    <a:pt x="851" y="0"/>
                    <a:pt x="803" y="5"/>
                    <a:pt x="758" y="15"/>
                  </a:cubicBezTo>
                  <a:cubicBezTo>
                    <a:pt x="238" y="104"/>
                    <a:pt x="0" y="713"/>
                    <a:pt x="312" y="1144"/>
                  </a:cubicBezTo>
                  <a:cubicBezTo>
                    <a:pt x="639" y="1605"/>
                    <a:pt x="1174" y="1902"/>
                    <a:pt x="1739" y="1917"/>
                  </a:cubicBezTo>
                  <a:cubicBezTo>
                    <a:pt x="1747" y="1917"/>
                    <a:pt x="1755" y="1917"/>
                    <a:pt x="1763" y="1917"/>
                  </a:cubicBezTo>
                  <a:cubicBezTo>
                    <a:pt x="2197" y="1917"/>
                    <a:pt x="2524" y="1523"/>
                    <a:pt x="2408" y="1100"/>
                  </a:cubicBezTo>
                  <a:cubicBezTo>
                    <a:pt x="2299" y="581"/>
                    <a:pt x="1463" y="0"/>
                    <a:pt x="9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60"/>
            <p:cNvSpPr/>
            <p:nvPr/>
          </p:nvSpPr>
          <p:spPr>
            <a:xfrm>
              <a:off x="6225612" y="2190417"/>
              <a:ext cx="1128667" cy="1448241"/>
            </a:xfrm>
            <a:custGeom>
              <a:avLst/>
              <a:gdLst/>
              <a:ahLst/>
              <a:cxnLst/>
              <a:rect l="l" t="t" r="r" b="b"/>
              <a:pathLst>
                <a:path w="32503" h="41706" extrusionOk="0">
                  <a:moveTo>
                    <a:pt x="6898" y="1"/>
                  </a:moveTo>
                  <a:cubicBezTo>
                    <a:pt x="3050" y="1"/>
                    <a:pt x="132" y="4030"/>
                    <a:pt x="75" y="9593"/>
                  </a:cubicBezTo>
                  <a:cubicBezTo>
                    <a:pt x="1" y="16905"/>
                    <a:pt x="1903" y="28199"/>
                    <a:pt x="8605" y="35273"/>
                  </a:cubicBezTo>
                  <a:cubicBezTo>
                    <a:pt x="12360" y="39244"/>
                    <a:pt x="16400" y="41705"/>
                    <a:pt x="20069" y="41705"/>
                  </a:cubicBezTo>
                  <a:cubicBezTo>
                    <a:pt x="21700" y="41705"/>
                    <a:pt x="23258" y="41219"/>
                    <a:pt x="24685" y="40162"/>
                  </a:cubicBezTo>
                  <a:cubicBezTo>
                    <a:pt x="32502" y="34381"/>
                    <a:pt x="26825" y="27575"/>
                    <a:pt x="22590" y="23221"/>
                  </a:cubicBezTo>
                  <a:cubicBezTo>
                    <a:pt x="19409" y="19951"/>
                    <a:pt x="13614" y="13368"/>
                    <a:pt x="12350" y="8969"/>
                  </a:cubicBezTo>
                  <a:cubicBezTo>
                    <a:pt x="11132" y="4718"/>
                    <a:pt x="11265" y="364"/>
                    <a:pt x="7387" y="22"/>
                  </a:cubicBezTo>
                  <a:cubicBezTo>
                    <a:pt x="7222" y="8"/>
                    <a:pt x="7059" y="1"/>
                    <a:pt x="68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60"/>
            <p:cNvSpPr/>
            <p:nvPr/>
          </p:nvSpPr>
          <p:spPr>
            <a:xfrm>
              <a:off x="6277214" y="2080232"/>
              <a:ext cx="326207" cy="301413"/>
            </a:xfrm>
            <a:custGeom>
              <a:avLst/>
              <a:gdLst/>
              <a:ahLst/>
              <a:cxnLst/>
              <a:rect l="l" t="t" r="r" b="b"/>
              <a:pathLst>
                <a:path w="9394" h="8680" extrusionOk="0">
                  <a:moveTo>
                    <a:pt x="5079" y="1"/>
                  </a:moveTo>
                  <a:cubicBezTo>
                    <a:pt x="4866" y="1"/>
                    <a:pt x="4645" y="88"/>
                    <a:pt x="4459" y="297"/>
                  </a:cubicBezTo>
                  <a:cubicBezTo>
                    <a:pt x="3508" y="1442"/>
                    <a:pt x="3345" y="2542"/>
                    <a:pt x="3463" y="3255"/>
                  </a:cubicBezTo>
                  <a:cubicBezTo>
                    <a:pt x="2854" y="3463"/>
                    <a:pt x="2289" y="3745"/>
                    <a:pt x="1769" y="4102"/>
                  </a:cubicBezTo>
                  <a:cubicBezTo>
                    <a:pt x="997" y="4667"/>
                    <a:pt x="387" y="5425"/>
                    <a:pt x="1" y="6286"/>
                  </a:cubicBezTo>
                  <a:cubicBezTo>
                    <a:pt x="225" y="6314"/>
                    <a:pt x="450" y="6328"/>
                    <a:pt x="676" y="6328"/>
                  </a:cubicBezTo>
                  <a:cubicBezTo>
                    <a:pt x="1409" y="6328"/>
                    <a:pt x="2143" y="6181"/>
                    <a:pt x="2824" y="5885"/>
                  </a:cubicBezTo>
                  <a:lnTo>
                    <a:pt x="2824" y="5885"/>
                  </a:lnTo>
                  <a:cubicBezTo>
                    <a:pt x="2676" y="6821"/>
                    <a:pt x="2780" y="7787"/>
                    <a:pt x="3122" y="8679"/>
                  </a:cubicBezTo>
                  <a:cubicBezTo>
                    <a:pt x="3880" y="8085"/>
                    <a:pt x="4474" y="7282"/>
                    <a:pt x="4831" y="6391"/>
                  </a:cubicBezTo>
                  <a:cubicBezTo>
                    <a:pt x="5381" y="7163"/>
                    <a:pt x="6138" y="7773"/>
                    <a:pt x="7015" y="8159"/>
                  </a:cubicBezTo>
                  <a:cubicBezTo>
                    <a:pt x="7119" y="7193"/>
                    <a:pt x="6986" y="6227"/>
                    <a:pt x="6599" y="5335"/>
                  </a:cubicBezTo>
                  <a:lnTo>
                    <a:pt x="6599" y="5335"/>
                  </a:lnTo>
                  <a:cubicBezTo>
                    <a:pt x="6877" y="5379"/>
                    <a:pt x="7157" y="5401"/>
                    <a:pt x="7438" y="5401"/>
                  </a:cubicBezTo>
                  <a:cubicBezTo>
                    <a:pt x="8102" y="5401"/>
                    <a:pt x="8766" y="5279"/>
                    <a:pt x="9393" y="5038"/>
                  </a:cubicBezTo>
                  <a:cubicBezTo>
                    <a:pt x="8843" y="4340"/>
                    <a:pt x="8115" y="3775"/>
                    <a:pt x="7283" y="3418"/>
                  </a:cubicBezTo>
                  <a:cubicBezTo>
                    <a:pt x="6656" y="3119"/>
                    <a:pt x="5980" y="2969"/>
                    <a:pt x="5299" y="2969"/>
                  </a:cubicBezTo>
                  <a:cubicBezTo>
                    <a:pt x="5237" y="2969"/>
                    <a:pt x="5175" y="2970"/>
                    <a:pt x="5113" y="2972"/>
                  </a:cubicBezTo>
                  <a:cubicBezTo>
                    <a:pt x="5083" y="2705"/>
                    <a:pt x="5128" y="2125"/>
                    <a:pt x="5752" y="1382"/>
                  </a:cubicBezTo>
                  <a:cubicBezTo>
                    <a:pt x="6261" y="741"/>
                    <a:pt x="5700" y="1"/>
                    <a:pt x="50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60"/>
            <p:cNvSpPr/>
            <p:nvPr/>
          </p:nvSpPr>
          <p:spPr>
            <a:xfrm>
              <a:off x="6270512" y="2462322"/>
              <a:ext cx="76916" cy="155881"/>
            </a:xfrm>
            <a:custGeom>
              <a:avLst/>
              <a:gdLst/>
              <a:ahLst/>
              <a:cxnLst/>
              <a:rect l="l" t="t" r="r" b="b"/>
              <a:pathLst>
                <a:path w="2215" h="4489" extrusionOk="0">
                  <a:moveTo>
                    <a:pt x="1372" y="1"/>
                  </a:moveTo>
                  <a:cubicBezTo>
                    <a:pt x="1051" y="1"/>
                    <a:pt x="814" y="255"/>
                    <a:pt x="625" y="574"/>
                  </a:cubicBezTo>
                  <a:cubicBezTo>
                    <a:pt x="521" y="752"/>
                    <a:pt x="432" y="946"/>
                    <a:pt x="357" y="1139"/>
                  </a:cubicBezTo>
                  <a:cubicBezTo>
                    <a:pt x="45" y="2016"/>
                    <a:pt x="1" y="2803"/>
                    <a:pt x="224" y="3576"/>
                  </a:cubicBezTo>
                  <a:cubicBezTo>
                    <a:pt x="410" y="4173"/>
                    <a:pt x="763" y="4489"/>
                    <a:pt x="1178" y="4489"/>
                  </a:cubicBezTo>
                  <a:cubicBezTo>
                    <a:pt x="1259" y="4489"/>
                    <a:pt x="1343" y="4477"/>
                    <a:pt x="1427" y="4453"/>
                  </a:cubicBezTo>
                  <a:cubicBezTo>
                    <a:pt x="1947" y="4304"/>
                    <a:pt x="2215" y="3799"/>
                    <a:pt x="2141" y="3011"/>
                  </a:cubicBezTo>
                  <a:cubicBezTo>
                    <a:pt x="2066" y="2343"/>
                    <a:pt x="1903" y="1703"/>
                    <a:pt x="2066" y="1005"/>
                  </a:cubicBezTo>
                  <a:cubicBezTo>
                    <a:pt x="2155" y="589"/>
                    <a:pt x="2037" y="203"/>
                    <a:pt x="1635" y="54"/>
                  </a:cubicBezTo>
                  <a:cubicBezTo>
                    <a:pt x="1542" y="18"/>
                    <a:pt x="1454" y="1"/>
                    <a:pt x="13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60"/>
            <p:cNvSpPr/>
            <p:nvPr/>
          </p:nvSpPr>
          <p:spPr>
            <a:xfrm>
              <a:off x="6308711" y="2651960"/>
              <a:ext cx="55247" cy="56428"/>
            </a:xfrm>
            <a:custGeom>
              <a:avLst/>
              <a:gdLst/>
              <a:ahLst/>
              <a:cxnLst/>
              <a:rect l="l" t="t" r="r" b="b"/>
              <a:pathLst>
                <a:path w="1591" h="1625" extrusionOk="0">
                  <a:moveTo>
                    <a:pt x="647" y="0"/>
                  </a:moveTo>
                  <a:cubicBezTo>
                    <a:pt x="390" y="0"/>
                    <a:pt x="167" y="169"/>
                    <a:pt x="104" y="433"/>
                  </a:cubicBezTo>
                  <a:cubicBezTo>
                    <a:pt x="0" y="894"/>
                    <a:pt x="402" y="1518"/>
                    <a:pt x="847" y="1607"/>
                  </a:cubicBezTo>
                  <a:cubicBezTo>
                    <a:pt x="901" y="1619"/>
                    <a:pt x="953" y="1625"/>
                    <a:pt x="1001" y="1625"/>
                  </a:cubicBezTo>
                  <a:cubicBezTo>
                    <a:pt x="1261" y="1625"/>
                    <a:pt x="1441" y="1460"/>
                    <a:pt x="1516" y="1147"/>
                  </a:cubicBezTo>
                  <a:cubicBezTo>
                    <a:pt x="1590" y="641"/>
                    <a:pt x="1278" y="151"/>
                    <a:pt x="788" y="17"/>
                  </a:cubicBezTo>
                  <a:cubicBezTo>
                    <a:pt x="740" y="6"/>
                    <a:pt x="693" y="0"/>
                    <a:pt x="6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60"/>
            <p:cNvSpPr/>
            <p:nvPr/>
          </p:nvSpPr>
          <p:spPr>
            <a:xfrm>
              <a:off x="6659130" y="2250528"/>
              <a:ext cx="260125" cy="173417"/>
            </a:xfrm>
            <a:custGeom>
              <a:avLst/>
              <a:gdLst/>
              <a:ahLst/>
              <a:cxnLst/>
              <a:rect l="l" t="t" r="r" b="b"/>
              <a:pathLst>
                <a:path w="7491" h="4994" extrusionOk="0">
                  <a:moveTo>
                    <a:pt x="7445" y="4667"/>
                  </a:moveTo>
                  <a:cubicBezTo>
                    <a:pt x="6598" y="4994"/>
                    <a:pt x="5736" y="4890"/>
                    <a:pt x="4993" y="4711"/>
                  </a:cubicBezTo>
                  <a:cubicBezTo>
                    <a:pt x="3225" y="4295"/>
                    <a:pt x="1709" y="3106"/>
                    <a:pt x="565" y="1382"/>
                  </a:cubicBezTo>
                  <a:cubicBezTo>
                    <a:pt x="342" y="1041"/>
                    <a:pt x="0" y="446"/>
                    <a:pt x="74" y="194"/>
                  </a:cubicBezTo>
                  <a:cubicBezTo>
                    <a:pt x="74" y="164"/>
                    <a:pt x="149" y="60"/>
                    <a:pt x="149" y="134"/>
                  </a:cubicBezTo>
                  <a:cubicBezTo>
                    <a:pt x="1605" y="0"/>
                    <a:pt x="2972" y="402"/>
                    <a:pt x="4221" y="981"/>
                  </a:cubicBezTo>
                  <a:cubicBezTo>
                    <a:pt x="5320" y="1501"/>
                    <a:pt x="6613" y="2393"/>
                    <a:pt x="7267" y="3701"/>
                  </a:cubicBezTo>
                  <a:cubicBezTo>
                    <a:pt x="7431" y="3998"/>
                    <a:pt x="7490" y="4340"/>
                    <a:pt x="7445" y="46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60"/>
            <p:cNvSpPr/>
            <p:nvPr/>
          </p:nvSpPr>
          <p:spPr>
            <a:xfrm>
              <a:off x="6904746" y="2229866"/>
              <a:ext cx="59380" cy="369543"/>
            </a:xfrm>
            <a:custGeom>
              <a:avLst/>
              <a:gdLst/>
              <a:ahLst/>
              <a:cxnLst/>
              <a:rect l="l" t="t" r="r" b="b"/>
              <a:pathLst>
                <a:path w="1710" h="10642" extrusionOk="0">
                  <a:moveTo>
                    <a:pt x="1442" y="10582"/>
                  </a:moveTo>
                  <a:cubicBezTo>
                    <a:pt x="1145" y="10642"/>
                    <a:pt x="1071" y="10359"/>
                    <a:pt x="997" y="10166"/>
                  </a:cubicBezTo>
                  <a:cubicBezTo>
                    <a:pt x="699" y="9438"/>
                    <a:pt x="491" y="8680"/>
                    <a:pt x="358" y="7922"/>
                  </a:cubicBezTo>
                  <a:cubicBezTo>
                    <a:pt x="46" y="6109"/>
                    <a:pt x="1" y="4281"/>
                    <a:pt x="194" y="2468"/>
                  </a:cubicBezTo>
                  <a:cubicBezTo>
                    <a:pt x="298" y="1576"/>
                    <a:pt x="417" y="744"/>
                    <a:pt x="759" y="105"/>
                  </a:cubicBezTo>
                  <a:cubicBezTo>
                    <a:pt x="803" y="16"/>
                    <a:pt x="1086" y="1"/>
                    <a:pt x="1175" y="90"/>
                  </a:cubicBezTo>
                  <a:cubicBezTo>
                    <a:pt x="1428" y="313"/>
                    <a:pt x="1205" y="1071"/>
                    <a:pt x="1160" y="1324"/>
                  </a:cubicBezTo>
                  <a:cubicBezTo>
                    <a:pt x="818" y="3464"/>
                    <a:pt x="803" y="5648"/>
                    <a:pt x="1101" y="7803"/>
                  </a:cubicBezTo>
                  <a:cubicBezTo>
                    <a:pt x="1160" y="8264"/>
                    <a:pt x="1220" y="8754"/>
                    <a:pt x="1309" y="9215"/>
                  </a:cubicBezTo>
                  <a:cubicBezTo>
                    <a:pt x="1398" y="9646"/>
                    <a:pt x="1710" y="10151"/>
                    <a:pt x="1442" y="1058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60"/>
            <p:cNvSpPr/>
            <p:nvPr/>
          </p:nvSpPr>
          <p:spPr>
            <a:xfrm>
              <a:off x="6574468" y="2459023"/>
              <a:ext cx="886113" cy="811766"/>
            </a:xfrm>
            <a:custGeom>
              <a:avLst/>
              <a:gdLst/>
              <a:ahLst/>
              <a:cxnLst/>
              <a:rect l="l" t="t" r="r" b="b"/>
              <a:pathLst>
                <a:path w="25518" h="23377" extrusionOk="0">
                  <a:moveTo>
                    <a:pt x="10760" y="3701"/>
                  </a:moveTo>
                  <a:cubicBezTo>
                    <a:pt x="11444" y="2452"/>
                    <a:pt x="12306" y="1397"/>
                    <a:pt x="13851" y="728"/>
                  </a:cubicBezTo>
                  <a:cubicBezTo>
                    <a:pt x="15323" y="60"/>
                    <a:pt x="16987" y="0"/>
                    <a:pt x="18503" y="565"/>
                  </a:cubicBezTo>
                  <a:cubicBezTo>
                    <a:pt x="19796" y="1026"/>
                    <a:pt x="20955" y="1813"/>
                    <a:pt x="21876" y="2854"/>
                  </a:cubicBezTo>
                  <a:cubicBezTo>
                    <a:pt x="22857" y="3953"/>
                    <a:pt x="23600" y="5365"/>
                    <a:pt x="24165" y="7178"/>
                  </a:cubicBezTo>
                  <a:cubicBezTo>
                    <a:pt x="25517" y="11637"/>
                    <a:pt x="25324" y="16154"/>
                    <a:pt x="23303" y="18904"/>
                  </a:cubicBezTo>
                  <a:cubicBezTo>
                    <a:pt x="22649" y="19795"/>
                    <a:pt x="21549" y="20850"/>
                    <a:pt x="19915" y="21088"/>
                  </a:cubicBezTo>
                  <a:cubicBezTo>
                    <a:pt x="19053" y="21192"/>
                    <a:pt x="18176" y="21088"/>
                    <a:pt x="17359" y="20791"/>
                  </a:cubicBezTo>
                  <a:cubicBezTo>
                    <a:pt x="16616" y="20509"/>
                    <a:pt x="15932" y="20107"/>
                    <a:pt x="15308" y="19617"/>
                  </a:cubicBezTo>
                  <a:cubicBezTo>
                    <a:pt x="15174" y="20271"/>
                    <a:pt x="14907" y="20880"/>
                    <a:pt x="14520" y="21430"/>
                  </a:cubicBezTo>
                  <a:cubicBezTo>
                    <a:pt x="14134" y="22039"/>
                    <a:pt x="13569" y="22515"/>
                    <a:pt x="12915" y="22797"/>
                  </a:cubicBezTo>
                  <a:cubicBezTo>
                    <a:pt x="11503" y="23377"/>
                    <a:pt x="10166" y="23198"/>
                    <a:pt x="9081" y="22931"/>
                  </a:cubicBezTo>
                  <a:cubicBezTo>
                    <a:pt x="5901" y="22128"/>
                    <a:pt x="3196" y="19587"/>
                    <a:pt x="1621" y="15931"/>
                  </a:cubicBezTo>
                  <a:cubicBezTo>
                    <a:pt x="1041" y="14609"/>
                    <a:pt x="670" y="13197"/>
                    <a:pt x="506" y="11755"/>
                  </a:cubicBezTo>
                  <a:cubicBezTo>
                    <a:pt x="1" y="7787"/>
                    <a:pt x="922" y="4399"/>
                    <a:pt x="4682" y="2779"/>
                  </a:cubicBezTo>
                  <a:cubicBezTo>
                    <a:pt x="6540" y="1977"/>
                    <a:pt x="8487" y="2423"/>
                    <a:pt x="9765" y="3047"/>
                  </a:cubicBezTo>
                  <a:cubicBezTo>
                    <a:pt x="10121" y="3225"/>
                    <a:pt x="10463" y="3433"/>
                    <a:pt x="10760" y="37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60"/>
            <p:cNvSpPr/>
            <p:nvPr/>
          </p:nvSpPr>
          <p:spPr>
            <a:xfrm>
              <a:off x="7079208" y="3129373"/>
              <a:ext cx="80527" cy="133170"/>
            </a:xfrm>
            <a:custGeom>
              <a:avLst/>
              <a:gdLst/>
              <a:ahLst/>
              <a:cxnLst/>
              <a:rect l="l" t="t" r="r" b="b"/>
              <a:pathLst>
                <a:path w="2319" h="3835" extrusionOk="0">
                  <a:moveTo>
                    <a:pt x="2318" y="1829"/>
                  </a:moveTo>
                  <a:cubicBezTo>
                    <a:pt x="2259" y="2096"/>
                    <a:pt x="1947" y="2245"/>
                    <a:pt x="1709" y="2111"/>
                  </a:cubicBezTo>
                  <a:cubicBezTo>
                    <a:pt x="1902" y="2735"/>
                    <a:pt x="2095" y="3508"/>
                    <a:pt x="1516" y="3612"/>
                  </a:cubicBezTo>
                  <a:cubicBezTo>
                    <a:pt x="1248" y="3672"/>
                    <a:pt x="1070" y="3463"/>
                    <a:pt x="951" y="3122"/>
                  </a:cubicBezTo>
                  <a:cubicBezTo>
                    <a:pt x="817" y="3374"/>
                    <a:pt x="892" y="3716"/>
                    <a:pt x="505" y="3776"/>
                  </a:cubicBezTo>
                  <a:cubicBezTo>
                    <a:pt x="119" y="3835"/>
                    <a:pt x="0" y="3181"/>
                    <a:pt x="15" y="2720"/>
                  </a:cubicBezTo>
                  <a:cubicBezTo>
                    <a:pt x="30" y="2483"/>
                    <a:pt x="59" y="2230"/>
                    <a:pt x="119" y="1992"/>
                  </a:cubicBezTo>
                  <a:cubicBezTo>
                    <a:pt x="193" y="1487"/>
                    <a:pt x="282" y="952"/>
                    <a:pt x="520" y="640"/>
                  </a:cubicBezTo>
                  <a:cubicBezTo>
                    <a:pt x="996" y="1"/>
                    <a:pt x="1397" y="491"/>
                    <a:pt x="1754" y="892"/>
                  </a:cubicBezTo>
                  <a:cubicBezTo>
                    <a:pt x="2006" y="1175"/>
                    <a:pt x="2185" y="1338"/>
                    <a:pt x="2318" y="1829"/>
                  </a:cubicBezTo>
                  <a:close/>
                </a:path>
              </a:pathLst>
            </a:custGeom>
            <a:solidFill>
              <a:srgbClr val="22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60"/>
            <p:cNvSpPr/>
            <p:nvPr/>
          </p:nvSpPr>
          <p:spPr>
            <a:xfrm>
              <a:off x="7099836" y="2519411"/>
              <a:ext cx="73825" cy="57817"/>
            </a:xfrm>
            <a:custGeom>
              <a:avLst/>
              <a:gdLst/>
              <a:ahLst/>
              <a:cxnLst/>
              <a:rect l="l" t="t" r="r" b="b"/>
              <a:pathLst>
                <a:path w="2126" h="1665" extrusionOk="0">
                  <a:moveTo>
                    <a:pt x="446" y="223"/>
                  </a:moveTo>
                  <a:cubicBezTo>
                    <a:pt x="862" y="0"/>
                    <a:pt x="1487" y="193"/>
                    <a:pt x="1650" y="535"/>
                  </a:cubicBezTo>
                  <a:cubicBezTo>
                    <a:pt x="2126" y="1486"/>
                    <a:pt x="565" y="1664"/>
                    <a:pt x="209" y="1085"/>
                  </a:cubicBezTo>
                  <a:cubicBezTo>
                    <a:pt x="0" y="788"/>
                    <a:pt x="119" y="372"/>
                    <a:pt x="446" y="22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60"/>
            <p:cNvSpPr/>
            <p:nvPr/>
          </p:nvSpPr>
          <p:spPr>
            <a:xfrm>
              <a:off x="7181372" y="2529725"/>
              <a:ext cx="126468" cy="129559"/>
            </a:xfrm>
            <a:custGeom>
              <a:avLst/>
              <a:gdLst/>
              <a:ahLst/>
              <a:cxnLst/>
              <a:rect l="l" t="t" r="r" b="b"/>
              <a:pathLst>
                <a:path w="3642" h="3731" extrusionOk="0">
                  <a:moveTo>
                    <a:pt x="506" y="342"/>
                  </a:moveTo>
                  <a:cubicBezTo>
                    <a:pt x="1175" y="0"/>
                    <a:pt x="1799" y="416"/>
                    <a:pt x="2304" y="847"/>
                  </a:cubicBezTo>
                  <a:cubicBezTo>
                    <a:pt x="2735" y="1204"/>
                    <a:pt x="3077" y="1635"/>
                    <a:pt x="3329" y="2140"/>
                  </a:cubicBezTo>
                  <a:cubicBezTo>
                    <a:pt x="3627" y="2764"/>
                    <a:pt x="3642" y="3611"/>
                    <a:pt x="2898" y="3686"/>
                  </a:cubicBezTo>
                  <a:cubicBezTo>
                    <a:pt x="2423" y="3730"/>
                    <a:pt x="1932" y="3151"/>
                    <a:pt x="1561" y="2750"/>
                  </a:cubicBezTo>
                  <a:cubicBezTo>
                    <a:pt x="1383" y="2542"/>
                    <a:pt x="1175" y="2348"/>
                    <a:pt x="952" y="2170"/>
                  </a:cubicBezTo>
                  <a:cubicBezTo>
                    <a:pt x="714" y="1992"/>
                    <a:pt x="268" y="1754"/>
                    <a:pt x="134" y="1308"/>
                  </a:cubicBezTo>
                  <a:cubicBezTo>
                    <a:pt x="1" y="937"/>
                    <a:pt x="164" y="520"/>
                    <a:pt x="506" y="34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60"/>
            <p:cNvSpPr/>
            <p:nvPr/>
          </p:nvSpPr>
          <p:spPr>
            <a:xfrm>
              <a:off x="6623501" y="2537990"/>
              <a:ext cx="1135889" cy="2111176"/>
            </a:xfrm>
            <a:custGeom>
              <a:avLst/>
              <a:gdLst/>
              <a:ahLst/>
              <a:cxnLst/>
              <a:rect l="l" t="t" r="r" b="b"/>
              <a:pathLst>
                <a:path w="32711" h="60797" extrusionOk="0">
                  <a:moveTo>
                    <a:pt x="32130" y="45089"/>
                  </a:moveTo>
                  <a:lnTo>
                    <a:pt x="1769" y="60797"/>
                  </a:lnTo>
                  <a:cubicBezTo>
                    <a:pt x="1769" y="60797"/>
                    <a:pt x="1" y="28949"/>
                    <a:pt x="521" y="14742"/>
                  </a:cubicBezTo>
                  <a:cubicBezTo>
                    <a:pt x="11236" y="9987"/>
                    <a:pt x="32710" y="0"/>
                    <a:pt x="327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60"/>
            <p:cNvSpPr/>
            <p:nvPr/>
          </p:nvSpPr>
          <p:spPr>
            <a:xfrm>
              <a:off x="6113100" y="2784127"/>
              <a:ext cx="596610" cy="1865045"/>
            </a:xfrm>
            <a:custGeom>
              <a:avLst/>
              <a:gdLst/>
              <a:ahLst/>
              <a:cxnLst/>
              <a:rect l="l" t="t" r="r" b="b"/>
              <a:pathLst>
                <a:path w="17181" h="53709" extrusionOk="0">
                  <a:moveTo>
                    <a:pt x="16467" y="53709"/>
                  </a:moveTo>
                  <a:cubicBezTo>
                    <a:pt x="14342" y="52505"/>
                    <a:pt x="8293" y="48819"/>
                    <a:pt x="8293" y="48819"/>
                  </a:cubicBezTo>
                  <a:lnTo>
                    <a:pt x="1903" y="48478"/>
                  </a:lnTo>
                  <a:cubicBezTo>
                    <a:pt x="1472" y="44421"/>
                    <a:pt x="224" y="12127"/>
                    <a:pt x="1" y="1"/>
                  </a:cubicBezTo>
                  <a:cubicBezTo>
                    <a:pt x="3493" y="179"/>
                    <a:pt x="10404" y="1710"/>
                    <a:pt x="10404" y="1710"/>
                  </a:cubicBezTo>
                  <a:lnTo>
                    <a:pt x="15219" y="7654"/>
                  </a:lnTo>
                  <a:cubicBezTo>
                    <a:pt x="15219" y="7654"/>
                    <a:pt x="17180" y="42637"/>
                    <a:pt x="16467" y="5370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60"/>
            <p:cNvSpPr/>
            <p:nvPr/>
          </p:nvSpPr>
          <p:spPr>
            <a:xfrm>
              <a:off x="6240579" y="2863094"/>
              <a:ext cx="188904" cy="1616310"/>
            </a:xfrm>
            <a:custGeom>
              <a:avLst/>
              <a:gdLst/>
              <a:ahLst/>
              <a:cxnLst/>
              <a:rect l="l" t="t" r="r" b="b"/>
              <a:pathLst>
                <a:path w="5440" h="46546" extrusionOk="0">
                  <a:moveTo>
                    <a:pt x="5157" y="1"/>
                  </a:moveTo>
                  <a:cubicBezTo>
                    <a:pt x="5157" y="1"/>
                    <a:pt x="5440" y="14995"/>
                    <a:pt x="4608" y="46545"/>
                  </a:cubicBezTo>
                  <a:cubicBezTo>
                    <a:pt x="4608" y="46545"/>
                    <a:pt x="1" y="24031"/>
                    <a:pt x="51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3" name="Google Shape;2483;p60"/>
          <p:cNvSpPr txBox="1"/>
          <p:nvPr/>
        </p:nvSpPr>
        <p:spPr>
          <a:xfrm>
            <a:off x="1160594" y="1259325"/>
            <a:ext cx="4685700" cy="49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Make the list of healthy foods that you should buy to replace those that are not so healthy:</a:t>
            </a:r>
            <a:endParaRPr>
              <a:solidFill>
                <a:schemeClr val="dk1"/>
              </a:solidFill>
              <a:latin typeface="ABeeZee"/>
              <a:ea typeface="ABeeZee"/>
              <a:cs typeface="ABeeZee"/>
              <a:sym typeface="ABeeZee"/>
            </a:endParaRPr>
          </a:p>
        </p:txBody>
      </p:sp>
      <p:sp>
        <p:nvSpPr>
          <p:cNvPr id="2484" name="Google Shape;2484;p60"/>
          <p:cNvSpPr/>
          <p:nvPr/>
        </p:nvSpPr>
        <p:spPr>
          <a:xfrm>
            <a:off x="6250270" y="1672469"/>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49"/>
        <p:cNvGrpSpPr/>
        <p:nvPr/>
      </p:nvGrpSpPr>
      <p:grpSpPr>
        <a:xfrm>
          <a:off x="0" y="0"/>
          <a:ext cx="0" cy="0"/>
          <a:chOff x="0" y="0"/>
          <a:chExt cx="0" cy="0"/>
        </a:xfrm>
      </p:grpSpPr>
      <p:sp>
        <p:nvSpPr>
          <p:cNvPr id="2550" name="Google Shape;2550;p64"/>
          <p:cNvSpPr txBox="1">
            <a:spLocks noGrp="1"/>
          </p:cNvSpPr>
          <p:nvPr>
            <p:ph type="subTitle" idx="1"/>
          </p:nvPr>
        </p:nvSpPr>
        <p:spPr>
          <a:xfrm>
            <a:off x="714614" y="3264600"/>
            <a:ext cx="3400200" cy="1107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Images reveal large amounts of data, so remember: use an image instead of a long text. Your audience will appreciate it</a:t>
            </a:r>
            <a:endParaRPr/>
          </a:p>
        </p:txBody>
      </p:sp>
      <p:sp>
        <p:nvSpPr>
          <p:cNvPr id="2551" name="Google Shape;2551;p64"/>
          <p:cNvSpPr txBox="1">
            <a:spLocks noGrp="1"/>
          </p:cNvSpPr>
          <p:nvPr>
            <p:ph type="title"/>
          </p:nvPr>
        </p:nvSpPr>
        <p:spPr>
          <a:xfrm>
            <a:off x="714614" y="898925"/>
            <a:ext cx="3400200" cy="22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ALWAYS REINFORCES </a:t>
            </a:r>
            <a:endParaRPr/>
          </a:p>
          <a:p>
            <a:pPr marL="0" lvl="0" indent="0" algn="ctr" rtl="0">
              <a:spcBef>
                <a:spcPts val="0"/>
              </a:spcBef>
              <a:spcAft>
                <a:spcPts val="0"/>
              </a:spcAft>
              <a:buNone/>
            </a:pPr>
            <a:r>
              <a:rPr lang="en"/>
              <a:t>THE CONCEPT</a:t>
            </a:r>
            <a:endParaRPr/>
          </a:p>
        </p:txBody>
      </p:sp>
      <p:sp>
        <p:nvSpPr>
          <p:cNvPr id="2553" name="Google Shape;2553;p64"/>
          <p:cNvSpPr/>
          <p:nvPr/>
        </p:nvSpPr>
        <p:spPr>
          <a:xfrm rot="10800000" flipH="1">
            <a:off x="6744967" y="132444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64"/>
          <p:cNvSpPr/>
          <p:nvPr/>
        </p:nvSpPr>
        <p:spPr>
          <a:xfrm rot="10800000" flipH="1">
            <a:off x="4520398" y="3854044"/>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64"/>
          <p:cNvSpPr/>
          <p:nvPr/>
        </p:nvSpPr>
        <p:spPr>
          <a:xfrm rot="10800000" flipH="1">
            <a:off x="2604845" y="537497"/>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64"/>
          <p:cNvSpPr/>
          <p:nvPr/>
        </p:nvSpPr>
        <p:spPr>
          <a:xfrm rot="10800000" flipH="1">
            <a:off x="5673703" y="79881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64"/>
          <p:cNvSpPr/>
          <p:nvPr/>
        </p:nvSpPr>
        <p:spPr>
          <a:xfrm rot="10800000" flipH="1">
            <a:off x="4069173" y="1621119"/>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Рисунок 1"/>
          <p:cNvSpPr>
            <a:spLocks noGrp="1"/>
          </p:cNvSpPr>
          <p:nvPr>
            <p:ph type="pic" idx="2"/>
          </p:nvPr>
        </p:nvSpPr>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61"/>
        <p:cNvGrpSpPr/>
        <p:nvPr/>
      </p:nvGrpSpPr>
      <p:grpSpPr>
        <a:xfrm>
          <a:off x="0" y="0"/>
          <a:ext cx="0" cy="0"/>
          <a:chOff x="0" y="0"/>
          <a:chExt cx="0" cy="0"/>
        </a:xfrm>
      </p:grpSpPr>
      <p:sp>
        <p:nvSpPr>
          <p:cNvPr id="2562" name="Google Shape;2562;p65"/>
          <p:cNvSpPr/>
          <p:nvPr/>
        </p:nvSpPr>
        <p:spPr>
          <a:xfrm>
            <a:off x="1174508" y="461295"/>
            <a:ext cx="1756076" cy="1600115"/>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65"/>
          <p:cNvSpPr txBox="1">
            <a:spLocks noGrp="1"/>
          </p:cNvSpPr>
          <p:nvPr>
            <p:ph type="title"/>
          </p:nvPr>
        </p:nvSpPr>
        <p:spPr>
          <a:xfrm>
            <a:off x="3027425" y="523700"/>
            <a:ext cx="5177400" cy="797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SOME DATA</a:t>
            </a:r>
            <a:endParaRPr/>
          </a:p>
        </p:txBody>
      </p:sp>
      <p:sp>
        <p:nvSpPr>
          <p:cNvPr id="2564" name="Google Shape;2564;p65"/>
          <p:cNvSpPr txBox="1">
            <a:spLocks noGrp="1"/>
          </p:cNvSpPr>
          <p:nvPr>
            <p:ph type="title" idx="2"/>
          </p:nvPr>
        </p:nvSpPr>
        <p:spPr>
          <a:xfrm>
            <a:off x="1192125" y="636600"/>
            <a:ext cx="1664400" cy="116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565" name="Google Shape;2565;p65"/>
          <p:cNvSpPr txBox="1">
            <a:spLocks noGrp="1"/>
          </p:cNvSpPr>
          <p:nvPr>
            <p:ph type="subTitle" idx="1"/>
          </p:nvPr>
        </p:nvSpPr>
        <p:spPr>
          <a:xfrm>
            <a:off x="3039750" y="1439650"/>
            <a:ext cx="5177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sp>
        <p:nvSpPr>
          <p:cNvPr id="2566" name="Google Shape;2566;p65"/>
          <p:cNvSpPr/>
          <p:nvPr/>
        </p:nvSpPr>
        <p:spPr>
          <a:xfrm flipH="1">
            <a:off x="1370969" y="2889824"/>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65"/>
          <p:cNvSpPr/>
          <p:nvPr/>
        </p:nvSpPr>
        <p:spPr>
          <a:xfrm flipH="1">
            <a:off x="6342767" y="2524484"/>
            <a:ext cx="113943" cy="94537"/>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65"/>
          <p:cNvSpPr/>
          <p:nvPr/>
        </p:nvSpPr>
        <p:spPr>
          <a:xfrm flipH="1">
            <a:off x="2731330" y="2529060"/>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65"/>
          <p:cNvSpPr/>
          <p:nvPr/>
        </p:nvSpPr>
        <p:spPr>
          <a:xfrm flipH="1">
            <a:off x="6662412" y="436997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65"/>
          <p:cNvSpPr/>
          <p:nvPr/>
        </p:nvSpPr>
        <p:spPr>
          <a:xfrm flipH="1">
            <a:off x="2237120" y="385165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71" name="Google Shape;2571;p65"/>
          <p:cNvGrpSpPr/>
          <p:nvPr/>
        </p:nvGrpSpPr>
        <p:grpSpPr>
          <a:xfrm flipH="1">
            <a:off x="7024873" y="2959291"/>
            <a:ext cx="763146" cy="697824"/>
            <a:chOff x="3681125" y="1846650"/>
            <a:chExt cx="515500" cy="471375"/>
          </a:xfrm>
        </p:grpSpPr>
        <p:sp>
          <p:nvSpPr>
            <p:cNvPr id="2572" name="Google Shape;2572;p65"/>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65"/>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65"/>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5" name="Google Shape;2575;p65"/>
          <p:cNvGrpSpPr/>
          <p:nvPr/>
        </p:nvGrpSpPr>
        <p:grpSpPr>
          <a:xfrm>
            <a:off x="3139571" y="1977540"/>
            <a:ext cx="2863893" cy="2863947"/>
            <a:chOff x="3016500" y="317334"/>
            <a:chExt cx="2943364" cy="2943419"/>
          </a:xfrm>
        </p:grpSpPr>
        <p:grpSp>
          <p:nvGrpSpPr>
            <p:cNvPr id="2576" name="Google Shape;2576;p65"/>
            <p:cNvGrpSpPr/>
            <p:nvPr/>
          </p:nvGrpSpPr>
          <p:grpSpPr>
            <a:xfrm>
              <a:off x="3016500" y="317334"/>
              <a:ext cx="2943364" cy="2943419"/>
              <a:chOff x="3016500" y="317334"/>
              <a:chExt cx="2943364" cy="2943419"/>
            </a:xfrm>
          </p:grpSpPr>
          <p:sp>
            <p:nvSpPr>
              <p:cNvPr id="2577" name="Google Shape;2577;p65"/>
              <p:cNvSpPr/>
              <p:nvPr/>
            </p:nvSpPr>
            <p:spPr>
              <a:xfrm>
                <a:off x="3016500" y="561169"/>
                <a:ext cx="2943364" cy="2681619"/>
              </a:xfrm>
              <a:custGeom>
                <a:avLst/>
                <a:gdLst/>
                <a:ahLst/>
                <a:cxnLst/>
                <a:rect l="l" t="t" r="r" b="b"/>
                <a:pathLst>
                  <a:path w="95494" h="87002" extrusionOk="0">
                    <a:moveTo>
                      <a:pt x="47753" y="0"/>
                    </a:moveTo>
                    <a:cubicBezTo>
                      <a:pt x="36619" y="0"/>
                      <a:pt x="25483" y="4246"/>
                      <a:pt x="16984" y="12738"/>
                    </a:cubicBezTo>
                    <a:cubicBezTo>
                      <a:pt x="1" y="29736"/>
                      <a:pt x="1" y="57266"/>
                      <a:pt x="16984" y="74264"/>
                    </a:cubicBezTo>
                    <a:cubicBezTo>
                      <a:pt x="25483" y="82756"/>
                      <a:pt x="36619" y="87002"/>
                      <a:pt x="47753" y="87002"/>
                    </a:cubicBezTo>
                    <a:cubicBezTo>
                      <a:pt x="58887" y="87002"/>
                      <a:pt x="70019" y="82756"/>
                      <a:pt x="78511" y="74264"/>
                    </a:cubicBezTo>
                    <a:cubicBezTo>
                      <a:pt x="95494" y="57266"/>
                      <a:pt x="95494" y="29736"/>
                      <a:pt x="78511" y="12738"/>
                    </a:cubicBezTo>
                    <a:cubicBezTo>
                      <a:pt x="70019" y="4246"/>
                      <a:pt x="58887" y="0"/>
                      <a:pt x="477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65"/>
              <p:cNvSpPr/>
              <p:nvPr/>
            </p:nvSpPr>
            <p:spPr>
              <a:xfrm>
                <a:off x="5279318" y="2308791"/>
                <a:ext cx="214925" cy="337506"/>
              </a:xfrm>
              <a:custGeom>
                <a:avLst/>
                <a:gdLst/>
                <a:ahLst/>
                <a:cxnLst/>
                <a:rect l="l" t="t" r="r" b="b"/>
                <a:pathLst>
                  <a:path w="6973" h="10950" extrusionOk="0">
                    <a:moveTo>
                      <a:pt x="3323" y="253"/>
                    </a:moveTo>
                    <a:cubicBezTo>
                      <a:pt x="2221" y="0"/>
                      <a:pt x="2414" y="1326"/>
                      <a:pt x="2444" y="2160"/>
                    </a:cubicBezTo>
                    <a:cubicBezTo>
                      <a:pt x="2474" y="3278"/>
                      <a:pt x="2012" y="4544"/>
                      <a:pt x="1461" y="4857"/>
                    </a:cubicBezTo>
                    <a:cubicBezTo>
                      <a:pt x="924" y="5184"/>
                      <a:pt x="314" y="4887"/>
                      <a:pt x="165" y="5602"/>
                    </a:cubicBezTo>
                    <a:cubicBezTo>
                      <a:pt x="1" y="6376"/>
                      <a:pt x="641" y="6510"/>
                      <a:pt x="1118" y="6644"/>
                    </a:cubicBezTo>
                    <a:cubicBezTo>
                      <a:pt x="2369" y="7002"/>
                      <a:pt x="2712" y="7300"/>
                      <a:pt x="2787" y="8715"/>
                    </a:cubicBezTo>
                    <a:cubicBezTo>
                      <a:pt x="2831" y="9743"/>
                      <a:pt x="2548" y="10831"/>
                      <a:pt x="3502" y="10890"/>
                    </a:cubicBezTo>
                    <a:cubicBezTo>
                      <a:pt x="4798" y="10950"/>
                      <a:pt x="4187" y="8462"/>
                      <a:pt x="4917" y="7255"/>
                    </a:cubicBezTo>
                    <a:cubicBezTo>
                      <a:pt x="5051" y="6987"/>
                      <a:pt x="5275" y="6764"/>
                      <a:pt x="5543" y="6615"/>
                    </a:cubicBezTo>
                    <a:cubicBezTo>
                      <a:pt x="5826" y="6466"/>
                      <a:pt x="6883" y="6510"/>
                      <a:pt x="6973" y="5736"/>
                    </a:cubicBezTo>
                    <a:cubicBezTo>
                      <a:pt x="6973" y="5438"/>
                      <a:pt x="6839" y="5170"/>
                      <a:pt x="6600" y="4991"/>
                    </a:cubicBezTo>
                    <a:cubicBezTo>
                      <a:pt x="6198" y="4723"/>
                      <a:pt x="5960" y="4916"/>
                      <a:pt x="5677" y="4827"/>
                    </a:cubicBezTo>
                    <a:cubicBezTo>
                      <a:pt x="4694" y="4499"/>
                      <a:pt x="4291" y="3278"/>
                      <a:pt x="4113" y="2086"/>
                    </a:cubicBezTo>
                    <a:cubicBezTo>
                      <a:pt x="3978" y="1252"/>
                      <a:pt x="4083" y="432"/>
                      <a:pt x="3323" y="2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65"/>
              <p:cNvSpPr/>
              <p:nvPr/>
            </p:nvSpPr>
            <p:spPr>
              <a:xfrm>
                <a:off x="5707748" y="1965308"/>
                <a:ext cx="161202" cy="253977"/>
              </a:xfrm>
              <a:custGeom>
                <a:avLst/>
                <a:gdLst/>
                <a:ahLst/>
                <a:cxnLst/>
                <a:rect l="l" t="t" r="r" b="b"/>
                <a:pathLst>
                  <a:path w="5230" h="8240" extrusionOk="0">
                    <a:moveTo>
                      <a:pt x="3352" y="8031"/>
                    </a:moveTo>
                    <a:cubicBezTo>
                      <a:pt x="3069" y="8135"/>
                      <a:pt x="2980" y="8239"/>
                      <a:pt x="2652" y="8120"/>
                    </a:cubicBezTo>
                    <a:cubicBezTo>
                      <a:pt x="2026" y="7896"/>
                      <a:pt x="2205" y="7286"/>
                      <a:pt x="2101" y="6779"/>
                    </a:cubicBezTo>
                    <a:cubicBezTo>
                      <a:pt x="1982" y="6288"/>
                      <a:pt x="1728" y="5632"/>
                      <a:pt x="1326" y="5379"/>
                    </a:cubicBezTo>
                    <a:cubicBezTo>
                      <a:pt x="805" y="5036"/>
                      <a:pt x="0" y="5096"/>
                      <a:pt x="328" y="4261"/>
                    </a:cubicBezTo>
                    <a:cubicBezTo>
                      <a:pt x="492" y="3859"/>
                      <a:pt x="998" y="3964"/>
                      <a:pt x="1311" y="3666"/>
                    </a:cubicBezTo>
                    <a:cubicBezTo>
                      <a:pt x="1505" y="3427"/>
                      <a:pt x="1654" y="3159"/>
                      <a:pt x="1743" y="2876"/>
                    </a:cubicBezTo>
                    <a:cubicBezTo>
                      <a:pt x="2071" y="1982"/>
                      <a:pt x="1803" y="1"/>
                      <a:pt x="2935" y="329"/>
                    </a:cubicBezTo>
                    <a:cubicBezTo>
                      <a:pt x="3933" y="626"/>
                      <a:pt x="3084" y="2921"/>
                      <a:pt x="3963" y="3591"/>
                    </a:cubicBezTo>
                    <a:cubicBezTo>
                      <a:pt x="4425" y="3949"/>
                      <a:pt x="5229" y="3829"/>
                      <a:pt x="5021" y="4664"/>
                    </a:cubicBezTo>
                    <a:cubicBezTo>
                      <a:pt x="4887" y="5215"/>
                      <a:pt x="4246" y="5185"/>
                      <a:pt x="3978" y="5662"/>
                    </a:cubicBezTo>
                    <a:cubicBezTo>
                      <a:pt x="3531" y="6481"/>
                      <a:pt x="3903" y="7166"/>
                      <a:pt x="3352" y="803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65"/>
              <p:cNvSpPr/>
              <p:nvPr/>
            </p:nvSpPr>
            <p:spPr>
              <a:xfrm>
                <a:off x="4283820" y="2889113"/>
                <a:ext cx="456913" cy="239645"/>
              </a:xfrm>
              <a:custGeom>
                <a:avLst/>
                <a:gdLst/>
                <a:ahLst/>
                <a:cxnLst/>
                <a:rect l="l" t="t" r="r" b="b"/>
                <a:pathLst>
                  <a:path w="14824" h="7775" extrusionOk="0">
                    <a:moveTo>
                      <a:pt x="2342" y="1446"/>
                    </a:moveTo>
                    <a:cubicBezTo>
                      <a:pt x="2351" y="1446"/>
                      <a:pt x="2360" y="1447"/>
                      <a:pt x="2370" y="1448"/>
                    </a:cubicBezTo>
                    <a:cubicBezTo>
                      <a:pt x="2444" y="1463"/>
                      <a:pt x="2623" y="1492"/>
                      <a:pt x="2697" y="1865"/>
                    </a:cubicBezTo>
                    <a:cubicBezTo>
                      <a:pt x="2846" y="2639"/>
                      <a:pt x="2712" y="3414"/>
                      <a:pt x="2295" y="4338"/>
                    </a:cubicBezTo>
                    <a:cubicBezTo>
                      <a:pt x="1595" y="3578"/>
                      <a:pt x="1446" y="2490"/>
                      <a:pt x="1982" y="1746"/>
                    </a:cubicBezTo>
                    <a:lnTo>
                      <a:pt x="1997" y="1716"/>
                    </a:lnTo>
                    <a:cubicBezTo>
                      <a:pt x="2135" y="1536"/>
                      <a:pt x="2222" y="1446"/>
                      <a:pt x="2342" y="1446"/>
                    </a:cubicBezTo>
                    <a:close/>
                    <a:moveTo>
                      <a:pt x="8681" y="1842"/>
                    </a:moveTo>
                    <a:cubicBezTo>
                      <a:pt x="8702" y="1842"/>
                      <a:pt x="8723" y="1845"/>
                      <a:pt x="8746" y="1850"/>
                    </a:cubicBezTo>
                    <a:cubicBezTo>
                      <a:pt x="9088" y="1969"/>
                      <a:pt x="9073" y="2535"/>
                      <a:pt x="9014" y="2818"/>
                    </a:cubicBezTo>
                    <a:cubicBezTo>
                      <a:pt x="8865" y="3399"/>
                      <a:pt x="8612" y="3965"/>
                      <a:pt x="8269" y="4457"/>
                    </a:cubicBezTo>
                    <a:cubicBezTo>
                      <a:pt x="8254" y="4487"/>
                      <a:pt x="8239" y="4517"/>
                      <a:pt x="8209" y="4546"/>
                    </a:cubicBezTo>
                    <a:cubicBezTo>
                      <a:pt x="8180" y="4517"/>
                      <a:pt x="8165" y="4502"/>
                      <a:pt x="8150" y="4472"/>
                    </a:cubicBezTo>
                    <a:cubicBezTo>
                      <a:pt x="7509" y="3608"/>
                      <a:pt x="7569" y="2878"/>
                      <a:pt x="8344" y="2029"/>
                    </a:cubicBezTo>
                    <a:lnTo>
                      <a:pt x="8373" y="2014"/>
                    </a:lnTo>
                    <a:cubicBezTo>
                      <a:pt x="8497" y="1902"/>
                      <a:pt x="8580" y="1842"/>
                      <a:pt x="8681" y="1842"/>
                    </a:cubicBezTo>
                    <a:close/>
                    <a:moveTo>
                      <a:pt x="2388" y="1"/>
                    </a:moveTo>
                    <a:cubicBezTo>
                      <a:pt x="1944" y="1"/>
                      <a:pt x="1507" y="178"/>
                      <a:pt x="1178" y="494"/>
                    </a:cubicBezTo>
                    <a:cubicBezTo>
                      <a:pt x="1118" y="554"/>
                      <a:pt x="1059" y="613"/>
                      <a:pt x="999" y="688"/>
                    </a:cubicBezTo>
                    <a:cubicBezTo>
                      <a:pt x="239" y="1522"/>
                      <a:pt x="1" y="2699"/>
                      <a:pt x="373" y="3772"/>
                    </a:cubicBezTo>
                    <a:cubicBezTo>
                      <a:pt x="537" y="4338"/>
                      <a:pt x="820" y="4874"/>
                      <a:pt x="1178" y="5351"/>
                    </a:cubicBezTo>
                    <a:cubicBezTo>
                      <a:pt x="1416" y="5693"/>
                      <a:pt x="1446" y="5723"/>
                      <a:pt x="1252" y="5917"/>
                    </a:cubicBezTo>
                    <a:cubicBezTo>
                      <a:pt x="1193" y="5977"/>
                      <a:pt x="1133" y="6036"/>
                      <a:pt x="1073" y="6096"/>
                    </a:cubicBezTo>
                    <a:cubicBezTo>
                      <a:pt x="925" y="6245"/>
                      <a:pt x="776" y="6394"/>
                      <a:pt x="641" y="6543"/>
                    </a:cubicBezTo>
                    <a:cubicBezTo>
                      <a:pt x="121" y="7051"/>
                      <a:pt x="587" y="7775"/>
                      <a:pt x="1143" y="7775"/>
                    </a:cubicBezTo>
                    <a:cubicBezTo>
                      <a:pt x="1303" y="7775"/>
                      <a:pt x="1471" y="7714"/>
                      <a:pt x="1625" y="7571"/>
                    </a:cubicBezTo>
                    <a:cubicBezTo>
                      <a:pt x="1848" y="7392"/>
                      <a:pt x="2057" y="7183"/>
                      <a:pt x="2221" y="6960"/>
                    </a:cubicBezTo>
                    <a:cubicBezTo>
                      <a:pt x="2310" y="6826"/>
                      <a:pt x="2429" y="6706"/>
                      <a:pt x="2563" y="6632"/>
                    </a:cubicBezTo>
                    <a:cubicBezTo>
                      <a:pt x="2581" y="6627"/>
                      <a:pt x="2599" y="6624"/>
                      <a:pt x="2618" y="6624"/>
                    </a:cubicBezTo>
                    <a:cubicBezTo>
                      <a:pt x="2710" y="6624"/>
                      <a:pt x="2817" y="6682"/>
                      <a:pt x="2965" y="6781"/>
                    </a:cubicBezTo>
                    <a:cubicBezTo>
                      <a:pt x="3055" y="6841"/>
                      <a:pt x="3144" y="6885"/>
                      <a:pt x="3234" y="6930"/>
                    </a:cubicBezTo>
                    <a:cubicBezTo>
                      <a:pt x="4073" y="7275"/>
                      <a:pt x="4856" y="7449"/>
                      <a:pt x="5591" y="7449"/>
                    </a:cubicBezTo>
                    <a:cubicBezTo>
                      <a:pt x="6537" y="7449"/>
                      <a:pt x="7404" y="7160"/>
                      <a:pt x="8209" y="6572"/>
                    </a:cubicBezTo>
                    <a:cubicBezTo>
                      <a:pt x="8289" y="6515"/>
                      <a:pt x="8340" y="6489"/>
                      <a:pt x="8397" y="6489"/>
                    </a:cubicBezTo>
                    <a:cubicBezTo>
                      <a:pt x="8458" y="6489"/>
                      <a:pt x="8526" y="6519"/>
                      <a:pt x="8641" y="6572"/>
                    </a:cubicBezTo>
                    <a:cubicBezTo>
                      <a:pt x="8939" y="6706"/>
                      <a:pt x="9237" y="6796"/>
                      <a:pt x="9565" y="6841"/>
                    </a:cubicBezTo>
                    <a:cubicBezTo>
                      <a:pt x="9814" y="6878"/>
                      <a:pt x="10062" y="6896"/>
                      <a:pt x="10309" y="6896"/>
                    </a:cubicBezTo>
                    <a:cubicBezTo>
                      <a:pt x="12041" y="6896"/>
                      <a:pt x="13676" y="6000"/>
                      <a:pt x="14615" y="4487"/>
                    </a:cubicBezTo>
                    <a:cubicBezTo>
                      <a:pt x="14824" y="4144"/>
                      <a:pt x="14779" y="3787"/>
                      <a:pt x="14511" y="3563"/>
                    </a:cubicBezTo>
                    <a:cubicBezTo>
                      <a:pt x="14358" y="3436"/>
                      <a:pt x="14214" y="3382"/>
                      <a:pt x="14075" y="3382"/>
                    </a:cubicBezTo>
                    <a:cubicBezTo>
                      <a:pt x="13727" y="3382"/>
                      <a:pt x="13415" y="3718"/>
                      <a:pt x="13096" y="4070"/>
                    </a:cubicBezTo>
                    <a:cubicBezTo>
                      <a:pt x="12523" y="4679"/>
                      <a:pt x="11789" y="5479"/>
                      <a:pt x="10431" y="5479"/>
                    </a:cubicBezTo>
                    <a:cubicBezTo>
                      <a:pt x="10130" y="5479"/>
                      <a:pt x="9798" y="5440"/>
                      <a:pt x="9431" y="5351"/>
                    </a:cubicBezTo>
                    <a:cubicBezTo>
                      <a:pt x="9476" y="5261"/>
                      <a:pt x="9520" y="5187"/>
                      <a:pt x="9565" y="5112"/>
                    </a:cubicBezTo>
                    <a:cubicBezTo>
                      <a:pt x="9714" y="4844"/>
                      <a:pt x="9863" y="4591"/>
                      <a:pt x="9982" y="4338"/>
                    </a:cubicBezTo>
                    <a:cubicBezTo>
                      <a:pt x="10265" y="3757"/>
                      <a:pt x="10563" y="2997"/>
                      <a:pt x="10459" y="2133"/>
                    </a:cubicBezTo>
                    <a:cubicBezTo>
                      <a:pt x="10340" y="1269"/>
                      <a:pt x="9893" y="703"/>
                      <a:pt x="9148" y="479"/>
                    </a:cubicBezTo>
                    <a:cubicBezTo>
                      <a:pt x="8971" y="423"/>
                      <a:pt x="8797" y="395"/>
                      <a:pt x="8628" y="395"/>
                    </a:cubicBezTo>
                    <a:cubicBezTo>
                      <a:pt x="8129" y="395"/>
                      <a:pt x="7668" y="638"/>
                      <a:pt x="7256" y="1105"/>
                    </a:cubicBezTo>
                    <a:cubicBezTo>
                      <a:pt x="6064" y="2476"/>
                      <a:pt x="5960" y="3876"/>
                      <a:pt x="6973" y="5291"/>
                    </a:cubicBezTo>
                    <a:cubicBezTo>
                      <a:pt x="7062" y="5410"/>
                      <a:pt x="7167" y="5544"/>
                      <a:pt x="7167" y="5559"/>
                    </a:cubicBezTo>
                    <a:cubicBezTo>
                      <a:pt x="7077" y="5619"/>
                      <a:pt x="6973" y="5679"/>
                      <a:pt x="6869" y="5723"/>
                    </a:cubicBezTo>
                    <a:cubicBezTo>
                      <a:pt x="6442" y="5926"/>
                      <a:pt x="6005" y="6029"/>
                      <a:pt x="5543" y="6029"/>
                    </a:cubicBezTo>
                    <a:cubicBezTo>
                      <a:pt x="4955" y="6029"/>
                      <a:pt x="4328" y="5863"/>
                      <a:pt x="3636" y="5530"/>
                    </a:cubicBezTo>
                    <a:cubicBezTo>
                      <a:pt x="3546" y="5500"/>
                      <a:pt x="3472" y="5455"/>
                      <a:pt x="3383" y="5410"/>
                    </a:cubicBezTo>
                    <a:cubicBezTo>
                      <a:pt x="3412" y="5306"/>
                      <a:pt x="3457" y="5217"/>
                      <a:pt x="3502" y="5127"/>
                    </a:cubicBezTo>
                    <a:cubicBezTo>
                      <a:pt x="4023" y="4085"/>
                      <a:pt x="4455" y="2416"/>
                      <a:pt x="3964" y="1194"/>
                    </a:cubicBezTo>
                    <a:cubicBezTo>
                      <a:pt x="3770" y="584"/>
                      <a:pt x="3249" y="137"/>
                      <a:pt x="2623" y="17"/>
                    </a:cubicBezTo>
                    <a:cubicBezTo>
                      <a:pt x="2545" y="6"/>
                      <a:pt x="2466" y="1"/>
                      <a:pt x="23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65"/>
              <p:cNvSpPr/>
              <p:nvPr/>
            </p:nvSpPr>
            <p:spPr>
              <a:xfrm>
                <a:off x="3342631" y="830587"/>
                <a:ext cx="354859" cy="469457"/>
              </a:xfrm>
              <a:custGeom>
                <a:avLst/>
                <a:gdLst/>
                <a:ahLst/>
                <a:cxnLst/>
                <a:rect l="l" t="t" r="r" b="b"/>
                <a:pathLst>
                  <a:path w="11513" h="15231" extrusionOk="0">
                    <a:moveTo>
                      <a:pt x="10201" y="0"/>
                    </a:moveTo>
                    <a:cubicBezTo>
                      <a:pt x="10074" y="0"/>
                      <a:pt x="9939" y="25"/>
                      <a:pt x="9799" y="78"/>
                    </a:cubicBezTo>
                    <a:cubicBezTo>
                      <a:pt x="9516" y="198"/>
                      <a:pt x="9263" y="376"/>
                      <a:pt x="9055" y="615"/>
                    </a:cubicBezTo>
                    <a:cubicBezTo>
                      <a:pt x="8608" y="1062"/>
                      <a:pt x="8235" y="1568"/>
                      <a:pt x="7937" y="2134"/>
                    </a:cubicBezTo>
                    <a:cubicBezTo>
                      <a:pt x="7848" y="2268"/>
                      <a:pt x="7788" y="2417"/>
                      <a:pt x="7639" y="2492"/>
                    </a:cubicBezTo>
                    <a:cubicBezTo>
                      <a:pt x="7043" y="2805"/>
                      <a:pt x="6462" y="3162"/>
                      <a:pt x="5911" y="3565"/>
                    </a:cubicBezTo>
                    <a:cubicBezTo>
                      <a:pt x="5792" y="3490"/>
                      <a:pt x="5732" y="3356"/>
                      <a:pt x="5747" y="3222"/>
                    </a:cubicBezTo>
                    <a:cubicBezTo>
                      <a:pt x="5732" y="2835"/>
                      <a:pt x="5583" y="2462"/>
                      <a:pt x="5330" y="2164"/>
                    </a:cubicBezTo>
                    <a:cubicBezTo>
                      <a:pt x="5156" y="1939"/>
                      <a:pt x="4900" y="1827"/>
                      <a:pt x="4643" y="1827"/>
                    </a:cubicBezTo>
                    <a:cubicBezTo>
                      <a:pt x="4374" y="1827"/>
                      <a:pt x="4105" y="1950"/>
                      <a:pt x="3930" y="2194"/>
                    </a:cubicBezTo>
                    <a:cubicBezTo>
                      <a:pt x="3721" y="2432"/>
                      <a:pt x="3602" y="2730"/>
                      <a:pt x="3557" y="3043"/>
                    </a:cubicBezTo>
                    <a:cubicBezTo>
                      <a:pt x="3423" y="3803"/>
                      <a:pt x="3468" y="4578"/>
                      <a:pt x="3662" y="5322"/>
                    </a:cubicBezTo>
                    <a:cubicBezTo>
                      <a:pt x="3706" y="5546"/>
                      <a:pt x="3766" y="5769"/>
                      <a:pt x="3617" y="5978"/>
                    </a:cubicBezTo>
                    <a:cubicBezTo>
                      <a:pt x="3185" y="6559"/>
                      <a:pt x="2813" y="7170"/>
                      <a:pt x="2455" y="7795"/>
                    </a:cubicBezTo>
                    <a:cubicBezTo>
                      <a:pt x="2396" y="7905"/>
                      <a:pt x="2338" y="7954"/>
                      <a:pt x="2276" y="7954"/>
                    </a:cubicBezTo>
                    <a:cubicBezTo>
                      <a:pt x="2212" y="7954"/>
                      <a:pt x="2144" y="7901"/>
                      <a:pt x="2068" y="7810"/>
                    </a:cubicBezTo>
                    <a:cubicBezTo>
                      <a:pt x="1904" y="7617"/>
                      <a:pt x="1695" y="7453"/>
                      <a:pt x="1457" y="7334"/>
                    </a:cubicBezTo>
                    <a:cubicBezTo>
                      <a:pt x="1311" y="7257"/>
                      <a:pt x="1158" y="7222"/>
                      <a:pt x="1008" y="7222"/>
                    </a:cubicBezTo>
                    <a:cubicBezTo>
                      <a:pt x="484" y="7222"/>
                      <a:pt x="0" y="7648"/>
                      <a:pt x="12" y="8227"/>
                    </a:cubicBezTo>
                    <a:cubicBezTo>
                      <a:pt x="12" y="8510"/>
                      <a:pt x="56" y="8794"/>
                      <a:pt x="161" y="9047"/>
                    </a:cubicBezTo>
                    <a:cubicBezTo>
                      <a:pt x="340" y="9524"/>
                      <a:pt x="623" y="9956"/>
                      <a:pt x="995" y="10298"/>
                    </a:cubicBezTo>
                    <a:cubicBezTo>
                      <a:pt x="1218" y="10477"/>
                      <a:pt x="1293" y="10790"/>
                      <a:pt x="1189" y="11043"/>
                    </a:cubicBezTo>
                    <a:cubicBezTo>
                      <a:pt x="876" y="12086"/>
                      <a:pt x="712" y="13159"/>
                      <a:pt x="682" y="14246"/>
                    </a:cubicBezTo>
                    <a:cubicBezTo>
                      <a:pt x="682" y="14425"/>
                      <a:pt x="682" y="14589"/>
                      <a:pt x="712" y="14767"/>
                    </a:cubicBezTo>
                    <a:cubicBezTo>
                      <a:pt x="772" y="15036"/>
                      <a:pt x="995" y="15229"/>
                      <a:pt x="1278" y="15229"/>
                    </a:cubicBezTo>
                    <a:cubicBezTo>
                      <a:pt x="1288" y="15230"/>
                      <a:pt x="1297" y="15230"/>
                      <a:pt x="1307" y="15230"/>
                    </a:cubicBezTo>
                    <a:cubicBezTo>
                      <a:pt x="1578" y="15230"/>
                      <a:pt x="1817" y="15026"/>
                      <a:pt x="1889" y="14753"/>
                    </a:cubicBezTo>
                    <a:cubicBezTo>
                      <a:pt x="1919" y="14589"/>
                      <a:pt x="1934" y="14410"/>
                      <a:pt x="1934" y="14231"/>
                    </a:cubicBezTo>
                    <a:cubicBezTo>
                      <a:pt x="1963" y="13546"/>
                      <a:pt x="2053" y="12846"/>
                      <a:pt x="2187" y="12160"/>
                    </a:cubicBezTo>
                    <a:cubicBezTo>
                      <a:pt x="2240" y="11905"/>
                      <a:pt x="2342" y="11783"/>
                      <a:pt x="2569" y="11783"/>
                    </a:cubicBezTo>
                    <a:cubicBezTo>
                      <a:pt x="2594" y="11783"/>
                      <a:pt x="2620" y="11785"/>
                      <a:pt x="2649" y="11788"/>
                    </a:cubicBezTo>
                    <a:cubicBezTo>
                      <a:pt x="2723" y="11795"/>
                      <a:pt x="2794" y="11799"/>
                      <a:pt x="2863" y="11799"/>
                    </a:cubicBezTo>
                    <a:cubicBezTo>
                      <a:pt x="2932" y="11799"/>
                      <a:pt x="2999" y="11795"/>
                      <a:pt x="3066" y="11788"/>
                    </a:cubicBezTo>
                    <a:cubicBezTo>
                      <a:pt x="3632" y="11728"/>
                      <a:pt x="4168" y="11579"/>
                      <a:pt x="4600" y="11192"/>
                    </a:cubicBezTo>
                    <a:cubicBezTo>
                      <a:pt x="4853" y="10998"/>
                      <a:pt x="4943" y="10686"/>
                      <a:pt x="4853" y="10388"/>
                    </a:cubicBezTo>
                    <a:cubicBezTo>
                      <a:pt x="4779" y="10090"/>
                      <a:pt x="4541" y="9866"/>
                      <a:pt x="4243" y="9807"/>
                    </a:cubicBezTo>
                    <a:cubicBezTo>
                      <a:pt x="4089" y="9770"/>
                      <a:pt x="3931" y="9751"/>
                      <a:pt x="3773" y="9751"/>
                    </a:cubicBezTo>
                    <a:cubicBezTo>
                      <a:pt x="3670" y="9751"/>
                      <a:pt x="3568" y="9759"/>
                      <a:pt x="3468" y="9777"/>
                    </a:cubicBezTo>
                    <a:cubicBezTo>
                      <a:pt x="3366" y="9797"/>
                      <a:pt x="3265" y="9845"/>
                      <a:pt x="3163" y="9845"/>
                    </a:cubicBezTo>
                    <a:cubicBezTo>
                      <a:pt x="3116" y="9845"/>
                      <a:pt x="3068" y="9835"/>
                      <a:pt x="3021" y="9807"/>
                    </a:cubicBezTo>
                    <a:cubicBezTo>
                      <a:pt x="3006" y="9762"/>
                      <a:pt x="2991" y="9732"/>
                      <a:pt x="2991" y="9702"/>
                    </a:cubicBezTo>
                    <a:cubicBezTo>
                      <a:pt x="3259" y="8987"/>
                      <a:pt x="3602" y="8302"/>
                      <a:pt x="4019" y="7646"/>
                    </a:cubicBezTo>
                    <a:cubicBezTo>
                      <a:pt x="4085" y="7533"/>
                      <a:pt x="4175" y="7492"/>
                      <a:pt x="4282" y="7492"/>
                    </a:cubicBezTo>
                    <a:cubicBezTo>
                      <a:pt x="4343" y="7492"/>
                      <a:pt x="4410" y="7505"/>
                      <a:pt x="4481" y="7527"/>
                    </a:cubicBezTo>
                    <a:cubicBezTo>
                      <a:pt x="4868" y="7632"/>
                      <a:pt x="5256" y="7706"/>
                      <a:pt x="5658" y="7751"/>
                    </a:cubicBezTo>
                    <a:cubicBezTo>
                      <a:pt x="5826" y="7776"/>
                      <a:pt x="5994" y="7787"/>
                      <a:pt x="6162" y="7787"/>
                    </a:cubicBezTo>
                    <a:cubicBezTo>
                      <a:pt x="6396" y="7787"/>
                      <a:pt x="6630" y="7764"/>
                      <a:pt x="6865" y="7721"/>
                    </a:cubicBezTo>
                    <a:cubicBezTo>
                      <a:pt x="7163" y="7661"/>
                      <a:pt x="7401" y="7423"/>
                      <a:pt x="7461" y="7140"/>
                    </a:cubicBezTo>
                    <a:cubicBezTo>
                      <a:pt x="7535" y="6827"/>
                      <a:pt x="7431" y="6529"/>
                      <a:pt x="7178" y="6335"/>
                    </a:cubicBezTo>
                    <a:cubicBezTo>
                      <a:pt x="6954" y="6112"/>
                      <a:pt x="6671" y="5963"/>
                      <a:pt x="6358" y="5918"/>
                    </a:cubicBezTo>
                    <a:cubicBezTo>
                      <a:pt x="6075" y="5874"/>
                      <a:pt x="5777" y="5814"/>
                      <a:pt x="5449" y="5754"/>
                    </a:cubicBezTo>
                    <a:cubicBezTo>
                      <a:pt x="6090" y="5010"/>
                      <a:pt x="6850" y="4384"/>
                      <a:pt x="7684" y="3877"/>
                    </a:cubicBezTo>
                    <a:cubicBezTo>
                      <a:pt x="7795" y="3792"/>
                      <a:pt x="7930" y="3750"/>
                      <a:pt x="8063" y="3750"/>
                    </a:cubicBezTo>
                    <a:cubicBezTo>
                      <a:pt x="8233" y="3750"/>
                      <a:pt x="8401" y="3818"/>
                      <a:pt x="8518" y="3952"/>
                    </a:cubicBezTo>
                    <a:cubicBezTo>
                      <a:pt x="9025" y="4399"/>
                      <a:pt x="9665" y="4667"/>
                      <a:pt x="10336" y="4712"/>
                    </a:cubicBezTo>
                    <a:cubicBezTo>
                      <a:pt x="10393" y="4719"/>
                      <a:pt x="10450" y="4722"/>
                      <a:pt x="10505" y="4722"/>
                    </a:cubicBezTo>
                    <a:cubicBezTo>
                      <a:pt x="10906" y="4722"/>
                      <a:pt x="11231" y="4536"/>
                      <a:pt x="11349" y="4235"/>
                    </a:cubicBezTo>
                    <a:cubicBezTo>
                      <a:pt x="11513" y="3833"/>
                      <a:pt x="11334" y="3490"/>
                      <a:pt x="11066" y="3192"/>
                    </a:cubicBezTo>
                    <a:cubicBezTo>
                      <a:pt x="11006" y="3118"/>
                      <a:pt x="10947" y="3058"/>
                      <a:pt x="10872" y="3013"/>
                    </a:cubicBezTo>
                    <a:cubicBezTo>
                      <a:pt x="10738" y="2909"/>
                      <a:pt x="10589" y="2805"/>
                      <a:pt x="10440" y="2730"/>
                    </a:cubicBezTo>
                    <a:cubicBezTo>
                      <a:pt x="10187" y="2611"/>
                      <a:pt x="10202" y="2462"/>
                      <a:pt x="10380" y="2283"/>
                    </a:cubicBezTo>
                    <a:cubicBezTo>
                      <a:pt x="10455" y="2209"/>
                      <a:pt x="10515" y="2134"/>
                      <a:pt x="10589" y="2045"/>
                    </a:cubicBezTo>
                    <a:cubicBezTo>
                      <a:pt x="10827" y="1747"/>
                      <a:pt x="10991" y="1389"/>
                      <a:pt x="11036" y="1002"/>
                    </a:cubicBezTo>
                    <a:cubicBezTo>
                      <a:pt x="11084" y="406"/>
                      <a:pt x="10711" y="0"/>
                      <a:pt x="10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65"/>
              <p:cNvSpPr/>
              <p:nvPr/>
            </p:nvSpPr>
            <p:spPr>
              <a:xfrm>
                <a:off x="3339302" y="2588996"/>
                <a:ext cx="94563" cy="111208"/>
              </a:xfrm>
              <a:custGeom>
                <a:avLst/>
                <a:gdLst/>
                <a:ahLst/>
                <a:cxnLst/>
                <a:rect l="l" t="t" r="r" b="b"/>
                <a:pathLst>
                  <a:path w="3068" h="3608" extrusionOk="0">
                    <a:moveTo>
                      <a:pt x="1538" y="0"/>
                    </a:moveTo>
                    <a:cubicBezTo>
                      <a:pt x="1439" y="0"/>
                      <a:pt x="1339" y="14"/>
                      <a:pt x="1237" y="41"/>
                    </a:cubicBezTo>
                    <a:cubicBezTo>
                      <a:pt x="492" y="235"/>
                      <a:pt x="1" y="1203"/>
                      <a:pt x="120" y="2142"/>
                    </a:cubicBezTo>
                    <a:cubicBezTo>
                      <a:pt x="259" y="3144"/>
                      <a:pt x="880" y="3608"/>
                      <a:pt x="1505" y="3608"/>
                    </a:cubicBezTo>
                    <a:cubicBezTo>
                      <a:pt x="2283" y="3608"/>
                      <a:pt x="3068" y="2888"/>
                      <a:pt x="2935" y="1591"/>
                    </a:cubicBezTo>
                    <a:cubicBezTo>
                      <a:pt x="2844" y="664"/>
                      <a:pt x="2238" y="0"/>
                      <a:pt x="15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65"/>
              <p:cNvSpPr/>
              <p:nvPr/>
            </p:nvSpPr>
            <p:spPr>
              <a:xfrm>
                <a:off x="4056074" y="2965768"/>
                <a:ext cx="85378" cy="85502"/>
              </a:xfrm>
              <a:custGeom>
                <a:avLst/>
                <a:gdLst/>
                <a:ahLst/>
                <a:cxnLst/>
                <a:rect l="l" t="t" r="r" b="b"/>
                <a:pathLst>
                  <a:path w="2770" h="2774" extrusionOk="0">
                    <a:moveTo>
                      <a:pt x="1204" y="1"/>
                    </a:moveTo>
                    <a:cubicBezTo>
                      <a:pt x="759" y="1"/>
                      <a:pt x="339" y="344"/>
                      <a:pt x="194" y="912"/>
                    </a:cubicBezTo>
                    <a:cubicBezTo>
                      <a:pt x="1" y="1627"/>
                      <a:pt x="299" y="2372"/>
                      <a:pt x="880" y="2655"/>
                    </a:cubicBezTo>
                    <a:cubicBezTo>
                      <a:pt x="1041" y="2737"/>
                      <a:pt x="1193" y="2773"/>
                      <a:pt x="1333" y="2773"/>
                    </a:cubicBezTo>
                    <a:cubicBezTo>
                      <a:pt x="2371" y="2773"/>
                      <a:pt x="2770" y="766"/>
                      <a:pt x="1654" y="123"/>
                    </a:cubicBezTo>
                    <a:cubicBezTo>
                      <a:pt x="1508" y="40"/>
                      <a:pt x="1355" y="1"/>
                      <a:pt x="12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65"/>
              <p:cNvSpPr/>
              <p:nvPr/>
            </p:nvSpPr>
            <p:spPr>
              <a:xfrm>
                <a:off x="3754848" y="1022733"/>
                <a:ext cx="85070" cy="85625"/>
              </a:xfrm>
              <a:custGeom>
                <a:avLst/>
                <a:gdLst/>
                <a:ahLst/>
                <a:cxnLst/>
                <a:rect l="l" t="t" r="r" b="b"/>
                <a:pathLst>
                  <a:path w="2760" h="2778" extrusionOk="0">
                    <a:moveTo>
                      <a:pt x="1192" y="1"/>
                    </a:moveTo>
                    <a:cubicBezTo>
                      <a:pt x="751" y="1"/>
                      <a:pt x="334" y="343"/>
                      <a:pt x="180" y="906"/>
                    </a:cubicBezTo>
                    <a:cubicBezTo>
                      <a:pt x="1" y="1621"/>
                      <a:pt x="299" y="2366"/>
                      <a:pt x="880" y="2664"/>
                    </a:cubicBezTo>
                    <a:cubicBezTo>
                      <a:pt x="1038" y="2742"/>
                      <a:pt x="1187" y="2777"/>
                      <a:pt x="1325" y="2777"/>
                    </a:cubicBezTo>
                    <a:cubicBezTo>
                      <a:pt x="2366" y="2777"/>
                      <a:pt x="2760" y="763"/>
                      <a:pt x="1655" y="131"/>
                    </a:cubicBezTo>
                    <a:cubicBezTo>
                      <a:pt x="1504" y="43"/>
                      <a:pt x="1347" y="1"/>
                      <a:pt x="1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65"/>
              <p:cNvSpPr/>
              <p:nvPr/>
            </p:nvSpPr>
            <p:spPr>
              <a:xfrm>
                <a:off x="4511596" y="1175149"/>
                <a:ext cx="517510" cy="1050092"/>
              </a:xfrm>
              <a:custGeom>
                <a:avLst/>
                <a:gdLst/>
                <a:ahLst/>
                <a:cxnLst/>
                <a:rect l="l" t="t" r="r" b="b"/>
                <a:pathLst>
                  <a:path w="16790" h="34069" extrusionOk="0">
                    <a:moveTo>
                      <a:pt x="4609" y="1"/>
                    </a:moveTo>
                    <a:cubicBezTo>
                      <a:pt x="3156" y="1"/>
                      <a:pt x="1767" y="840"/>
                      <a:pt x="983" y="2128"/>
                    </a:cubicBezTo>
                    <a:cubicBezTo>
                      <a:pt x="909" y="2263"/>
                      <a:pt x="849" y="2397"/>
                      <a:pt x="790" y="2516"/>
                    </a:cubicBezTo>
                    <a:cubicBezTo>
                      <a:pt x="224" y="3976"/>
                      <a:pt x="0" y="5555"/>
                      <a:pt x="119" y="7119"/>
                    </a:cubicBezTo>
                    <a:cubicBezTo>
                      <a:pt x="209" y="8564"/>
                      <a:pt x="373" y="9994"/>
                      <a:pt x="611" y="11425"/>
                    </a:cubicBezTo>
                    <a:cubicBezTo>
                      <a:pt x="1415" y="16311"/>
                      <a:pt x="2279" y="21182"/>
                      <a:pt x="3248" y="26039"/>
                    </a:cubicBezTo>
                    <a:cubicBezTo>
                      <a:pt x="3769" y="28691"/>
                      <a:pt x="4305" y="31328"/>
                      <a:pt x="4842" y="33979"/>
                    </a:cubicBezTo>
                    <a:cubicBezTo>
                      <a:pt x="5255" y="33977"/>
                      <a:pt x="5667" y="33975"/>
                      <a:pt x="6079" y="33975"/>
                    </a:cubicBezTo>
                    <a:cubicBezTo>
                      <a:pt x="7912" y="33975"/>
                      <a:pt x="9739" y="34000"/>
                      <a:pt x="11575" y="34024"/>
                    </a:cubicBezTo>
                    <a:cubicBezTo>
                      <a:pt x="13318" y="34054"/>
                      <a:pt x="15047" y="34069"/>
                      <a:pt x="16790" y="34069"/>
                    </a:cubicBezTo>
                    <a:cubicBezTo>
                      <a:pt x="16358" y="31685"/>
                      <a:pt x="15926" y="29316"/>
                      <a:pt x="15449" y="26948"/>
                    </a:cubicBezTo>
                    <a:cubicBezTo>
                      <a:pt x="14183" y="20587"/>
                      <a:pt x="12678" y="14285"/>
                      <a:pt x="10935" y="8043"/>
                    </a:cubicBezTo>
                    <a:cubicBezTo>
                      <a:pt x="10518" y="6553"/>
                      <a:pt x="10130" y="5078"/>
                      <a:pt x="9400" y="3708"/>
                    </a:cubicBezTo>
                    <a:cubicBezTo>
                      <a:pt x="8715" y="2426"/>
                      <a:pt x="7836" y="1309"/>
                      <a:pt x="6540" y="534"/>
                    </a:cubicBezTo>
                    <a:cubicBezTo>
                      <a:pt x="5916" y="167"/>
                      <a:pt x="5256" y="1"/>
                      <a:pt x="46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65"/>
              <p:cNvSpPr/>
              <p:nvPr/>
            </p:nvSpPr>
            <p:spPr>
              <a:xfrm>
                <a:off x="3935775" y="469381"/>
                <a:ext cx="780641" cy="723281"/>
              </a:xfrm>
              <a:custGeom>
                <a:avLst/>
                <a:gdLst/>
                <a:ahLst/>
                <a:cxnLst/>
                <a:rect l="l" t="t" r="r" b="b"/>
                <a:pathLst>
                  <a:path w="25327" h="23466" extrusionOk="0">
                    <a:moveTo>
                      <a:pt x="12598" y="1"/>
                    </a:moveTo>
                    <a:cubicBezTo>
                      <a:pt x="10356" y="1"/>
                      <a:pt x="8102" y="642"/>
                      <a:pt x="6123" y="1950"/>
                    </a:cubicBezTo>
                    <a:lnTo>
                      <a:pt x="6049" y="1995"/>
                    </a:lnTo>
                    <a:cubicBezTo>
                      <a:pt x="1937" y="4766"/>
                      <a:pt x="1" y="9831"/>
                      <a:pt x="1237" y="14643"/>
                    </a:cubicBezTo>
                    <a:cubicBezTo>
                      <a:pt x="2459" y="19440"/>
                      <a:pt x="6585" y="22956"/>
                      <a:pt x="11531" y="23418"/>
                    </a:cubicBezTo>
                    <a:cubicBezTo>
                      <a:pt x="11887" y="23450"/>
                      <a:pt x="12242" y="23466"/>
                      <a:pt x="12595" y="23466"/>
                    </a:cubicBezTo>
                    <a:cubicBezTo>
                      <a:pt x="17126" y="23466"/>
                      <a:pt x="21306" y="20843"/>
                      <a:pt x="23241" y="16669"/>
                    </a:cubicBezTo>
                    <a:cubicBezTo>
                      <a:pt x="25326" y="12170"/>
                      <a:pt x="24358" y="6837"/>
                      <a:pt x="20827" y="3365"/>
                    </a:cubicBezTo>
                    <a:cubicBezTo>
                      <a:pt x="18562" y="1143"/>
                      <a:pt x="15591" y="1"/>
                      <a:pt x="12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65"/>
              <p:cNvSpPr/>
              <p:nvPr/>
            </p:nvSpPr>
            <p:spPr>
              <a:xfrm>
                <a:off x="4652547" y="690191"/>
                <a:ext cx="135958" cy="208021"/>
              </a:xfrm>
              <a:custGeom>
                <a:avLst/>
                <a:gdLst/>
                <a:ahLst/>
                <a:cxnLst/>
                <a:rect l="l" t="t" r="r" b="b"/>
                <a:pathLst>
                  <a:path w="4411" h="6749" extrusionOk="0">
                    <a:moveTo>
                      <a:pt x="4336" y="2324"/>
                    </a:moveTo>
                    <a:cubicBezTo>
                      <a:pt x="4410" y="3635"/>
                      <a:pt x="2980" y="6749"/>
                      <a:pt x="1416" y="6645"/>
                    </a:cubicBezTo>
                    <a:cubicBezTo>
                      <a:pt x="224" y="6570"/>
                      <a:pt x="120" y="3889"/>
                      <a:pt x="45" y="2578"/>
                    </a:cubicBezTo>
                    <a:cubicBezTo>
                      <a:pt x="1" y="1863"/>
                      <a:pt x="30" y="1133"/>
                      <a:pt x="164" y="432"/>
                    </a:cubicBezTo>
                    <a:cubicBezTo>
                      <a:pt x="1461" y="0"/>
                      <a:pt x="2369" y="120"/>
                      <a:pt x="2891" y="283"/>
                    </a:cubicBezTo>
                    <a:cubicBezTo>
                      <a:pt x="3859" y="596"/>
                      <a:pt x="4291" y="1401"/>
                      <a:pt x="4336" y="232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65"/>
              <p:cNvSpPr/>
              <p:nvPr/>
            </p:nvSpPr>
            <p:spPr>
              <a:xfrm>
                <a:off x="4645673" y="730229"/>
                <a:ext cx="92776" cy="100050"/>
              </a:xfrm>
              <a:custGeom>
                <a:avLst/>
                <a:gdLst/>
                <a:ahLst/>
                <a:cxnLst/>
                <a:rect l="l" t="t" r="r" b="b"/>
                <a:pathLst>
                  <a:path w="3010" h="3246" extrusionOk="0">
                    <a:moveTo>
                      <a:pt x="2441" y="1"/>
                    </a:moveTo>
                    <a:cubicBezTo>
                      <a:pt x="2397" y="1"/>
                      <a:pt x="2353" y="9"/>
                      <a:pt x="2309" y="27"/>
                    </a:cubicBezTo>
                    <a:cubicBezTo>
                      <a:pt x="1117" y="459"/>
                      <a:pt x="313" y="1472"/>
                      <a:pt x="30" y="2873"/>
                    </a:cubicBezTo>
                    <a:cubicBezTo>
                      <a:pt x="0" y="3051"/>
                      <a:pt x="119" y="3215"/>
                      <a:pt x="298" y="3245"/>
                    </a:cubicBezTo>
                    <a:lnTo>
                      <a:pt x="373" y="3245"/>
                    </a:lnTo>
                    <a:cubicBezTo>
                      <a:pt x="536" y="3230"/>
                      <a:pt x="656" y="3126"/>
                      <a:pt x="685" y="2977"/>
                    </a:cubicBezTo>
                    <a:cubicBezTo>
                      <a:pt x="790" y="2500"/>
                      <a:pt x="968" y="2053"/>
                      <a:pt x="1252" y="1651"/>
                    </a:cubicBezTo>
                    <a:cubicBezTo>
                      <a:pt x="1847" y="1919"/>
                      <a:pt x="2220" y="2351"/>
                      <a:pt x="2309" y="2888"/>
                    </a:cubicBezTo>
                    <a:cubicBezTo>
                      <a:pt x="2351" y="3041"/>
                      <a:pt x="2484" y="3142"/>
                      <a:pt x="2636" y="3142"/>
                    </a:cubicBezTo>
                    <a:cubicBezTo>
                      <a:pt x="2646" y="3142"/>
                      <a:pt x="2656" y="3142"/>
                      <a:pt x="2667" y="3141"/>
                    </a:cubicBezTo>
                    <a:lnTo>
                      <a:pt x="2712" y="3141"/>
                    </a:lnTo>
                    <a:cubicBezTo>
                      <a:pt x="2890" y="3126"/>
                      <a:pt x="3009" y="2962"/>
                      <a:pt x="2980" y="2768"/>
                    </a:cubicBezTo>
                    <a:cubicBezTo>
                      <a:pt x="2831" y="2068"/>
                      <a:pt x="2354" y="1457"/>
                      <a:pt x="1698" y="1145"/>
                    </a:cubicBezTo>
                    <a:cubicBezTo>
                      <a:pt x="1952" y="921"/>
                      <a:pt x="2250" y="742"/>
                      <a:pt x="2563" y="623"/>
                    </a:cubicBezTo>
                    <a:cubicBezTo>
                      <a:pt x="2726" y="564"/>
                      <a:pt x="2816" y="370"/>
                      <a:pt x="2756" y="206"/>
                    </a:cubicBezTo>
                    <a:cubicBezTo>
                      <a:pt x="2700" y="82"/>
                      <a:pt x="2575" y="1"/>
                      <a:pt x="2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65"/>
              <p:cNvSpPr/>
              <p:nvPr/>
            </p:nvSpPr>
            <p:spPr>
              <a:xfrm>
                <a:off x="3854034" y="748507"/>
                <a:ext cx="148349" cy="213076"/>
              </a:xfrm>
              <a:custGeom>
                <a:avLst/>
                <a:gdLst/>
                <a:ahLst/>
                <a:cxnLst/>
                <a:rect l="l" t="t" r="r" b="b"/>
                <a:pathLst>
                  <a:path w="4813" h="6913" extrusionOk="0">
                    <a:moveTo>
                      <a:pt x="105" y="2741"/>
                    </a:moveTo>
                    <a:cubicBezTo>
                      <a:pt x="224" y="4052"/>
                      <a:pt x="2116" y="6913"/>
                      <a:pt x="3651" y="6570"/>
                    </a:cubicBezTo>
                    <a:cubicBezTo>
                      <a:pt x="4813" y="6317"/>
                      <a:pt x="4500" y="3650"/>
                      <a:pt x="4381" y="2324"/>
                    </a:cubicBezTo>
                    <a:cubicBezTo>
                      <a:pt x="4321" y="1609"/>
                      <a:pt x="4172" y="909"/>
                      <a:pt x="3934" y="239"/>
                    </a:cubicBezTo>
                    <a:cubicBezTo>
                      <a:pt x="2593" y="0"/>
                      <a:pt x="1714" y="268"/>
                      <a:pt x="1222" y="507"/>
                    </a:cubicBezTo>
                    <a:cubicBezTo>
                      <a:pt x="299" y="954"/>
                      <a:pt x="1" y="1818"/>
                      <a:pt x="105" y="274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65"/>
              <p:cNvSpPr/>
              <p:nvPr/>
            </p:nvSpPr>
            <p:spPr>
              <a:xfrm>
                <a:off x="3906832" y="791843"/>
                <a:ext cx="98755" cy="97646"/>
              </a:xfrm>
              <a:custGeom>
                <a:avLst/>
                <a:gdLst/>
                <a:ahLst/>
                <a:cxnLst/>
                <a:rect l="l" t="t" r="r" b="b"/>
                <a:pathLst>
                  <a:path w="3204" h="3168" extrusionOk="0">
                    <a:moveTo>
                      <a:pt x="372" y="0"/>
                    </a:moveTo>
                    <a:cubicBezTo>
                      <a:pt x="220" y="0"/>
                      <a:pt x="82" y="110"/>
                      <a:pt x="31" y="263"/>
                    </a:cubicBezTo>
                    <a:cubicBezTo>
                      <a:pt x="1" y="442"/>
                      <a:pt x="120" y="606"/>
                      <a:pt x="299" y="635"/>
                    </a:cubicBezTo>
                    <a:cubicBezTo>
                      <a:pt x="627" y="710"/>
                      <a:pt x="940" y="844"/>
                      <a:pt x="1223" y="1023"/>
                    </a:cubicBezTo>
                    <a:cubicBezTo>
                      <a:pt x="627" y="1440"/>
                      <a:pt x="239" y="2110"/>
                      <a:pt x="210" y="2840"/>
                    </a:cubicBezTo>
                    <a:cubicBezTo>
                      <a:pt x="195" y="3019"/>
                      <a:pt x="344" y="3168"/>
                      <a:pt x="537" y="3168"/>
                    </a:cubicBezTo>
                    <a:lnTo>
                      <a:pt x="582" y="3168"/>
                    </a:lnTo>
                    <a:cubicBezTo>
                      <a:pt x="746" y="3153"/>
                      <a:pt x="865" y="3019"/>
                      <a:pt x="880" y="2855"/>
                    </a:cubicBezTo>
                    <a:cubicBezTo>
                      <a:pt x="895" y="2304"/>
                      <a:pt x="1208" y="1827"/>
                      <a:pt x="1744" y="1455"/>
                    </a:cubicBezTo>
                    <a:cubicBezTo>
                      <a:pt x="2072" y="1812"/>
                      <a:pt x="2325" y="2229"/>
                      <a:pt x="2489" y="2691"/>
                    </a:cubicBezTo>
                    <a:cubicBezTo>
                      <a:pt x="2544" y="2815"/>
                      <a:pt x="2676" y="2901"/>
                      <a:pt x="2814" y="2901"/>
                    </a:cubicBezTo>
                    <a:cubicBezTo>
                      <a:pt x="2825" y="2901"/>
                      <a:pt x="2836" y="2901"/>
                      <a:pt x="2846" y="2900"/>
                    </a:cubicBezTo>
                    <a:cubicBezTo>
                      <a:pt x="2876" y="2900"/>
                      <a:pt x="2891" y="2900"/>
                      <a:pt x="2921" y="2885"/>
                    </a:cubicBezTo>
                    <a:cubicBezTo>
                      <a:pt x="3100" y="2840"/>
                      <a:pt x="3204" y="2646"/>
                      <a:pt x="3144" y="2468"/>
                    </a:cubicBezTo>
                    <a:cubicBezTo>
                      <a:pt x="2653" y="1142"/>
                      <a:pt x="1684" y="263"/>
                      <a:pt x="448" y="10"/>
                    </a:cubicBezTo>
                    <a:cubicBezTo>
                      <a:pt x="422" y="3"/>
                      <a:pt x="397" y="0"/>
                      <a:pt x="3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65"/>
              <p:cNvSpPr/>
              <p:nvPr/>
            </p:nvSpPr>
            <p:spPr>
              <a:xfrm>
                <a:off x="4000070" y="439822"/>
                <a:ext cx="577213" cy="230182"/>
              </a:xfrm>
              <a:custGeom>
                <a:avLst/>
                <a:gdLst/>
                <a:ahLst/>
                <a:cxnLst/>
                <a:rect l="l" t="t" r="r" b="b"/>
                <a:pathLst>
                  <a:path w="18727" h="7468" extrusionOk="0">
                    <a:moveTo>
                      <a:pt x="3272" y="1"/>
                    </a:moveTo>
                    <a:cubicBezTo>
                      <a:pt x="3264" y="1"/>
                      <a:pt x="3256" y="2"/>
                      <a:pt x="3248" y="4"/>
                    </a:cubicBezTo>
                    <a:cubicBezTo>
                      <a:pt x="3024" y="64"/>
                      <a:pt x="3069" y="928"/>
                      <a:pt x="3352" y="1911"/>
                    </a:cubicBezTo>
                    <a:cubicBezTo>
                      <a:pt x="2995" y="1625"/>
                      <a:pt x="2694" y="1444"/>
                      <a:pt x="2520" y="1444"/>
                    </a:cubicBezTo>
                    <a:cubicBezTo>
                      <a:pt x="2476" y="1444"/>
                      <a:pt x="2440" y="1455"/>
                      <a:pt x="2414" y="1479"/>
                    </a:cubicBezTo>
                    <a:cubicBezTo>
                      <a:pt x="2250" y="1628"/>
                      <a:pt x="2697" y="2373"/>
                      <a:pt x="3412" y="3118"/>
                    </a:cubicBezTo>
                    <a:lnTo>
                      <a:pt x="3501" y="3207"/>
                    </a:lnTo>
                    <a:cubicBezTo>
                      <a:pt x="2056" y="4056"/>
                      <a:pt x="715" y="5725"/>
                      <a:pt x="0" y="7468"/>
                    </a:cubicBezTo>
                    <a:lnTo>
                      <a:pt x="432" y="7468"/>
                    </a:lnTo>
                    <a:cubicBezTo>
                      <a:pt x="2682" y="7378"/>
                      <a:pt x="4455" y="5948"/>
                      <a:pt x="4395" y="4250"/>
                    </a:cubicBezTo>
                    <a:cubicBezTo>
                      <a:pt x="4380" y="3788"/>
                      <a:pt x="4231" y="3356"/>
                      <a:pt x="3978" y="2984"/>
                    </a:cubicBezTo>
                    <a:lnTo>
                      <a:pt x="4037" y="2939"/>
                    </a:lnTo>
                    <a:lnTo>
                      <a:pt x="4052" y="2924"/>
                    </a:lnTo>
                    <a:cubicBezTo>
                      <a:pt x="5930" y="4508"/>
                      <a:pt x="8982" y="5498"/>
                      <a:pt x="12451" y="5498"/>
                    </a:cubicBezTo>
                    <a:cubicBezTo>
                      <a:pt x="12669" y="5498"/>
                      <a:pt x="12889" y="5494"/>
                      <a:pt x="13110" y="5486"/>
                    </a:cubicBezTo>
                    <a:cubicBezTo>
                      <a:pt x="15047" y="5427"/>
                      <a:pt x="16939" y="5040"/>
                      <a:pt x="18726" y="4324"/>
                    </a:cubicBezTo>
                    <a:cubicBezTo>
                      <a:pt x="16887" y="2100"/>
                      <a:pt x="13778" y="831"/>
                      <a:pt x="10575" y="831"/>
                    </a:cubicBezTo>
                    <a:cubicBezTo>
                      <a:pt x="10432" y="831"/>
                      <a:pt x="10289" y="833"/>
                      <a:pt x="10145" y="838"/>
                    </a:cubicBezTo>
                    <a:cubicBezTo>
                      <a:pt x="8104" y="898"/>
                      <a:pt x="6093" y="1494"/>
                      <a:pt x="4335" y="2552"/>
                    </a:cubicBezTo>
                    <a:cubicBezTo>
                      <a:pt x="4306" y="2254"/>
                      <a:pt x="4246" y="1971"/>
                      <a:pt x="4157" y="1703"/>
                    </a:cubicBezTo>
                    <a:cubicBezTo>
                      <a:pt x="3884" y="741"/>
                      <a:pt x="3487" y="1"/>
                      <a:pt x="3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65"/>
              <p:cNvSpPr/>
              <p:nvPr/>
            </p:nvSpPr>
            <p:spPr>
              <a:xfrm>
                <a:off x="4361893" y="496874"/>
                <a:ext cx="76255" cy="36155"/>
              </a:xfrm>
              <a:custGeom>
                <a:avLst/>
                <a:gdLst/>
                <a:ahLst/>
                <a:cxnLst/>
                <a:rect l="l" t="t" r="r" b="b"/>
                <a:pathLst>
                  <a:path w="2474" h="1173" extrusionOk="0">
                    <a:moveTo>
                      <a:pt x="1150" y="0"/>
                    </a:moveTo>
                    <a:cubicBezTo>
                      <a:pt x="1005" y="0"/>
                      <a:pt x="860" y="15"/>
                      <a:pt x="716" y="45"/>
                    </a:cubicBezTo>
                    <a:cubicBezTo>
                      <a:pt x="611" y="75"/>
                      <a:pt x="507" y="105"/>
                      <a:pt x="403" y="135"/>
                    </a:cubicBezTo>
                    <a:cubicBezTo>
                      <a:pt x="179" y="239"/>
                      <a:pt x="0" y="373"/>
                      <a:pt x="45" y="626"/>
                    </a:cubicBezTo>
                    <a:cubicBezTo>
                      <a:pt x="97" y="808"/>
                      <a:pt x="250" y="933"/>
                      <a:pt x="437" y="933"/>
                    </a:cubicBezTo>
                    <a:cubicBezTo>
                      <a:pt x="464" y="933"/>
                      <a:pt x="493" y="930"/>
                      <a:pt x="522" y="924"/>
                    </a:cubicBezTo>
                    <a:cubicBezTo>
                      <a:pt x="541" y="923"/>
                      <a:pt x="560" y="923"/>
                      <a:pt x="579" y="923"/>
                    </a:cubicBezTo>
                    <a:cubicBezTo>
                      <a:pt x="927" y="923"/>
                      <a:pt x="1225" y="1048"/>
                      <a:pt x="1550" y="1133"/>
                    </a:cubicBezTo>
                    <a:cubicBezTo>
                      <a:pt x="1654" y="1160"/>
                      <a:pt x="1752" y="1173"/>
                      <a:pt x="1840" y="1173"/>
                    </a:cubicBezTo>
                    <a:cubicBezTo>
                      <a:pt x="2094" y="1173"/>
                      <a:pt x="2277" y="1067"/>
                      <a:pt x="2354" y="879"/>
                    </a:cubicBezTo>
                    <a:cubicBezTo>
                      <a:pt x="2473" y="611"/>
                      <a:pt x="2339" y="358"/>
                      <a:pt x="1982" y="179"/>
                    </a:cubicBezTo>
                    <a:cubicBezTo>
                      <a:pt x="1724" y="60"/>
                      <a:pt x="1439" y="0"/>
                      <a:pt x="115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65"/>
              <p:cNvSpPr/>
              <p:nvPr/>
            </p:nvSpPr>
            <p:spPr>
              <a:xfrm>
                <a:off x="4449582" y="523967"/>
                <a:ext cx="26230" cy="24381"/>
              </a:xfrm>
              <a:custGeom>
                <a:avLst/>
                <a:gdLst/>
                <a:ahLst/>
                <a:cxnLst/>
                <a:rect l="l" t="t" r="r" b="b"/>
                <a:pathLst>
                  <a:path w="851" h="791" extrusionOk="0">
                    <a:moveTo>
                      <a:pt x="269" y="0"/>
                    </a:moveTo>
                    <a:cubicBezTo>
                      <a:pt x="120" y="15"/>
                      <a:pt x="1" y="149"/>
                      <a:pt x="16" y="313"/>
                    </a:cubicBezTo>
                    <a:cubicBezTo>
                      <a:pt x="46" y="581"/>
                      <a:pt x="269" y="790"/>
                      <a:pt x="537" y="790"/>
                    </a:cubicBezTo>
                    <a:cubicBezTo>
                      <a:pt x="716" y="790"/>
                      <a:pt x="850" y="656"/>
                      <a:pt x="835" y="477"/>
                    </a:cubicBezTo>
                    <a:cubicBezTo>
                      <a:pt x="790" y="209"/>
                      <a:pt x="552" y="0"/>
                      <a:pt x="26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65"/>
              <p:cNvSpPr/>
              <p:nvPr/>
            </p:nvSpPr>
            <p:spPr>
              <a:xfrm rot="725296">
                <a:off x="4096704" y="664023"/>
                <a:ext cx="176095" cy="50057"/>
              </a:xfrm>
              <a:custGeom>
                <a:avLst/>
                <a:gdLst/>
                <a:ahLst/>
                <a:cxnLst/>
                <a:rect l="l" t="t" r="r" b="b"/>
                <a:pathLst>
                  <a:path w="5713" h="1624" extrusionOk="0">
                    <a:moveTo>
                      <a:pt x="3562" y="0"/>
                    </a:moveTo>
                    <a:cubicBezTo>
                      <a:pt x="3359" y="0"/>
                      <a:pt x="3157" y="10"/>
                      <a:pt x="2956" y="28"/>
                    </a:cubicBezTo>
                    <a:cubicBezTo>
                      <a:pt x="1973" y="103"/>
                      <a:pt x="1049" y="445"/>
                      <a:pt x="260" y="1012"/>
                    </a:cubicBezTo>
                    <a:cubicBezTo>
                      <a:pt x="1" y="1213"/>
                      <a:pt x="145" y="1624"/>
                      <a:pt x="465" y="1624"/>
                    </a:cubicBezTo>
                    <a:cubicBezTo>
                      <a:pt x="476" y="1624"/>
                      <a:pt x="487" y="1623"/>
                      <a:pt x="498" y="1622"/>
                    </a:cubicBezTo>
                    <a:lnTo>
                      <a:pt x="513" y="1622"/>
                    </a:lnTo>
                    <a:lnTo>
                      <a:pt x="5325" y="907"/>
                    </a:lnTo>
                    <a:cubicBezTo>
                      <a:pt x="5683" y="863"/>
                      <a:pt x="5712" y="356"/>
                      <a:pt x="5370" y="252"/>
                    </a:cubicBezTo>
                    <a:cubicBezTo>
                      <a:pt x="4777" y="84"/>
                      <a:pt x="4169" y="0"/>
                      <a:pt x="3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65"/>
              <p:cNvSpPr/>
              <p:nvPr/>
            </p:nvSpPr>
            <p:spPr>
              <a:xfrm>
                <a:off x="4368458" y="633725"/>
                <a:ext cx="178062" cy="40901"/>
              </a:xfrm>
              <a:custGeom>
                <a:avLst/>
                <a:gdLst/>
                <a:ahLst/>
                <a:cxnLst/>
                <a:rect l="l" t="t" r="r" b="b"/>
                <a:pathLst>
                  <a:path w="5777" h="1327" extrusionOk="0">
                    <a:moveTo>
                      <a:pt x="3203" y="1"/>
                    </a:moveTo>
                    <a:cubicBezTo>
                      <a:pt x="3023" y="1"/>
                      <a:pt x="2843" y="10"/>
                      <a:pt x="2663" y="30"/>
                    </a:cubicBezTo>
                    <a:cubicBezTo>
                      <a:pt x="1843" y="104"/>
                      <a:pt x="1054" y="328"/>
                      <a:pt x="309" y="685"/>
                    </a:cubicBezTo>
                    <a:cubicBezTo>
                      <a:pt x="1" y="847"/>
                      <a:pt x="126" y="1326"/>
                      <a:pt x="472" y="1326"/>
                    </a:cubicBezTo>
                    <a:cubicBezTo>
                      <a:pt x="477" y="1326"/>
                      <a:pt x="482" y="1326"/>
                      <a:pt x="488" y="1326"/>
                    </a:cubicBezTo>
                    <a:lnTo>
                      <a:pt x="5329" y="1177"/>
                    </a:lnTo>
                    <a:lnTo>
                      <a:pt x="5359" y="1177"/>
                    </a:lnTo>
                    <a:cubicBezTo>
                      <a:pt x="5687" y="1147"/>
                      <a:pt x="5776" y="685"/>
                      <a:pt x="5478" y="536"/>
                    </a:cubicBezTo>
                    <a:cubicBezTo>
                      <a:pt x="4763" y="185"/>
                      <a:pt x="3988" y="1"/>
                      <a:pt x="32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65"/>
              <p:cNvSpPr/>
              <p:nvPr/>
            </p:nvSpPr>
            <p:spPr>
              <a:xfrm>
                <a:off x="4420208" y="757507"/>
                <a:ext cx="72741" cy="61183"/>
              </a:xfrm>
              <a:custGeom>
                <a:avLst/>
                <a:gdLst/>
                <a:ahLst/>
                <a:cxnLst/>
                <a:rect l="l" t="t" r="r" b="b"/>
                <a:pathLst>
                  <a:path w="2360" h="1985" extrusionOk="0">
                    <a:moveTo>
                      <a:pt x="1313" y="0"/>
                    </a:moveTo>
                    <a:cubicBezTo>
                      <a:pt x="1278" y="0"/>
                      <a:pt x="1243" y="2"/>
                      <a:pt x="1207" y="6"/>
                    </a:cubicBezTo>
                    <a:cubicBezTo>
                      <a:pt x="328" y="111"/>
                      <a:pt x="0" y="1213"/>
                      <a:pt x="686" y="1764"/>
                    </a:cubicBezTo>
                    <a:cubicBezTo>
                      <a:pt x="876" y="1917"/>
                      <a:pt x="1090" y="1985"/>
                      <a:pt x="1300" y="1985"/>
                    </a:cubicBezTo>
                    <a:cubicBezTo>
                      <a:pt x="1848" y="1985"/>
                      <a:pt x="2359" y="1521"/>
                      <a:pt x="2295" y="885"/>
                    </a:cubicBezTo>
                    <a:cubicBezTo>
                      <a:pt x="2239" y="384"/>
                      <a:pt x="1807" y="0"/>
                      <a:pt x="1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65"/>
              <p:cNvSpPr/>
              <p:nvPr/>
            </p:nvSpPr>
            <p:spPr>
              <a:xfrm>
                <a:off x="4294854" y="732757"/>
                <a:ext cx="138701" cy="180096"/>
              </a:xfrm>
              <a:custGeom>
                <a:avLst/>
                <a:gdLst/>
                <a:ahLst/>
                <a:cxnLst/>
                <a:rect l="l" t="t" r="r" b="b"/>
                <a:pathLst>
                  <a:path w="4500" h="5843" extrusionOk="0">
                    <a:moveTo>
                      <a:pt x="1273" y="0"/>
                    </a:moveTo>
                    <a:cubicBezTo>
                      <a:pt x="976" y="0"/>
                      <a:pt x="686" y="175"/>
                      <a:pt x="507" y="526"/>
                    </a:cubicBezTo>
                    <a:cubicBezTo>
                      <a:pt x="254" y="1077"/>
                      <a:pt x="105" y="1658"/>
                      <a:pt x="75" y="2254"/>
                    </a:cubicBezTo>
                    <a:cubicBezTo>
                      <a:pt x="0" y="2940"/>
                      <a:pt x="30" y="3640"/>
                      <a:pt x="149" y="4325"/>
                    </a:cubicBezTo>
                    <a:cubicBezTo>
                      <a:pt x="194" y="4534"/>
                      <a:pt x="254" y="4742"/>
                      <a:pt x="328" y="4936"/>
                    </a:cubicBezTo>
                    <a:cubicBezTo>
                      <a:pt x="516" y="5486"/>
                      <a:pt x="1018" y="5843"/>
                      <a:pt x="1584" y="5843"/>
                    </a:cubicBezTo>
                    <a:cubicBezTo>
                      <a:pt x="1647" y="5843"/>
                      <a:pt x="1710" y="5839"/>
                      <a:pt x="1773" y="5830"/>
                    </a:cubicBezTo>
                    <a:cubicBezTo>
                      <a:pt x="2473" y="5755"/>
                      <a:pt x="3159" y="5532"/>
                      <a:pt x="3784" y="5174"/>
                    </a:cubicBezTo>
                    <a:cubicBezTo>
                      <a:pt x="3918" y="5100"/>
                      <a:pt x="4038" y="5010"/>
                      <a:pt x="4127" y="4906"/>
                    </a:cubicBezTo>
                    <a:cubicBezTo>
                      <a:pt x="4499" y="4489"/>
                      <a:pt x="4455" y="4042"/>
                      <a:pt x="3978" y="3729"/>
                    </a:cubicBezTo>
                    <a:cubicBezTo>
                      <a:pt x="3889" y="3685"/>
                      <a:pt x="3799" y="3640"/>
                      <a:pt x="3710" y="3595"/>
                    </a:cubicBezTo>
                    <a:cubicBezTo>
                      <a:pt x="3025" y="3267"/>
                      <a:pt x="2682" y="2701"/>
                      <a:pt x="2533" y="1971"/>
                    </a:cubicBezTo>
                    <a:cubicBezTo>
                      <a:pt x="2473" y="1703"/>
                      <a:pt x="2414" y="1420"/>
                      <a:pt x="2339" y="1152"/>
                    </a:cubicBezTo>
                    <a:cubicBezTo>
                      <a:pt x="2280" y="899"/>
                      <a:pt x="2175" y="645"/>
                      <a:pt x="2026" y="437"/>
                    </a:cubicBezTo>
                    <a:cubicBezTo>
                      <a:pt x="1821" y="146"/>
                      <a:pt x="1543"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65"/>
              <p:cNvSpPr/>
              <p:nvPr/>
            </p:nvSpPr>
            <p:spPr>
              <a:xfrm>
                <a:off x="4284128" y="941578"/>
                <a:ext cx="138855" cy="81988"/>
              </a:xfrm>
              <a:custGeom>
                <a:avLst/>
                <a:gdLst/>
                <a:ahLst/>
                <a:cxnLst/>
                <a:rect l="l" t="t" r="r" b="b"/>
                <a:pathLst>
                  <a:path w="4505" h="2660" extrusionOk="0">
                    <a:moveTo>
                      <a:pt x="4080" y="0"/>
                    </a:moveTo>
                    <a:cubicBezTo>
                      <a:pt x="3905" y="0"/>
                      <a:pt x="3730" y="120"/>
                      <a:pt x="3730" y="351"/>
                    </a:cubicBezTo>
                    <a:cubicBezTo>
                      <a:pt x="3775" y="1111"/>
                      <a:pt x="3253" y="1781"/>
                      <a:pt x="2509" y="1930"/>
                    </a:cubicBezTo>
                    <a:cubicBezTo>
                      <a:pt x="2436" y="1943"/>
                      <a:pt x="2361" y="1949"/>
                      <a:pt x="2284" y="1949"/>
                    </a:cubicBezTo>
                    <a:cubicBezTo>
                      <a:pt x="1733" y="1949"/>
                      <a:pt x="1107" y="1600"/>
                      <a:pt x="780" y="619"/>
                    </a:cubicBezTo>
                    <a:cubicBezTo>
                      <a:pt x="734" y="429"/>
                      <a:pt x="597" y="348"/>
                      <a:pt x="455" y="348"/>
                    </a:cubicBezTo>
                    <a:cubicBezTo>
                      <a:pt x="232" y="348"/>
                      <a:pt x="1" y="550"/>
                      <a:pt x="110" y="842"/>
                    </a:cubicBezTo>
                    <a:cubicBezTo>
                      <a:pt x="542" y="2198"/>
                      <a:pt x="1481" y="2660"/>
                      <a:pt x="2285" y="2660"/>
                    </a:cubicBezTo>
                    <a:cubicBezTo>
                      <a:pt x="2404" y="2645"/>
                      <a:pt x="2523" y="2645"/>
                      <a:pt x="2643" y="2615"/>
                    </a:cubicBezTo>
                    <a:cubicBezTo>
                      <a:pt x="3730" y="2422"/>
                      <a:pt x="4505" y="1438"/>
                      <a:pt x="4430" y="321"/>
                    </a:cubicBezTo>
                    <a:cubicBezTo>
                      <a:pt x="4409" y="105"/>
                      <a:pt x="4244" y="0"/>
                      <a:pt x="40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65"/>
              <p:cNvSpPr/>
              <p:nvPr/>
            </p:nvSpPr>
            <p:spPr>
              <a:xfrm>
                <a:off x="4478062" y="853703"/>
                <a:ext cx="144681" cy="134479"/>
              </a:xfrm>
              <a:custGeom>
                <a:avLst/>
                <a:gdLst/>
                <a:ahLst/>
                <a:cxnLst/>
                <a:rect l="l" t="t" r="r" b="b"/>
                <a:pathLst>
                  <a:path w="4694" h="4363" extrusionOk="0">
                    <a:moveTo>
                      <a:pt x="2347" y="0"/>
                    </a:moveTo>
                    <a:cubicBezTo>
                      <a:pt x="2231" y="0"/>
                      <a:pt x="2114" y="10"/>
                      <a:pt x="1997" y="29"/>
                    </a:cubicBezTo>
                    <a:cubicBezTo>
                      <a:pt x="805" y="222"/>
                      <a:pt x="1" y="1340"/>
                      <a:pt x="194" y="2531"/>
                    </a:cubicBezTo>
                    <a:cubicBezTo>
                      <a:pt x="368" y="3604"/>
                      <a:pt x="1291" y="4363"/>
                      <a:pt x="2342" y="4363"/>
                    </a:cubicBezTo>
                    <a:cubicBezTo>
                      <a:pt x="2459" y="4363"/>
                      <a:pt x="2578" y="4353"/>
                      <a:pt x="2697" y="4334"/>
                    </a:cubicBezTo>
                    <a:cubicBezTo>
                      <a:pt x="3889" y="4155"/>
                      <a:pt x="4693" y="3023"/>
                      <a:pt x="4500" y="1831"/>
                    </a:cubicBezTo>
                    <a:cubicBezTo>
                      <a:pt x="4325" y="771"/>
                      <a:pt x="3400" y="0"/>
                      <a:pt x="23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65"/>
              <p:cNvSpPr/>
              <p:nvPr/>
            </p:nvSpPr>
            <p:spPr>
              <a:xfrm>
                <a:off x="4093276" y="880272"/>
                <a:ext cx="157071" cy="134633"/>
              </a:xfrm>
              <a:custGeom>
                <a:avLst/>
                <a:gdLst/>
                <a:ahLst/>
                <a:cxnLst/>
                <a:rect l="l" t="t" r="r" b="b"/>
                <a:pathLst>
                  <a:path w="5096" h="4368" extrusionOk="0">
                    <a:moveTo>
                      <a:pt x="2175" y="1"/>
                    </a:moveTo>
                    <a:cubicBezTo>
                      <a:pt x="969" y="1"/>
                      <a:pt x="0" y="984"/>
                      <a:pt x="0" y="2191"/>
                    </a:cubicBezTo>
                    <a:cubicBezTo>
                      <a:pt x="0" y="3501"/>
                      <a:pt x="1077" y="4368"/>
                      <a:pt x="2198" y="4368"/>
                    </a:cubicBezTo>
                    <a:cubicBezTo>
                      <a:pt x="2734" y="4368"/>
                      <a:pt x="3281" y="4169"/>
                      <a:pt x="3725" y="3725"/>
                    </a:cubicBezTo>
                    <a:cubicBezTo>
                      <a:pt x="5095" y="2355"/>
                      <a:pt x="4127" y="1"/>
                      <a:pt x="21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65"/>
              <p:cNvSpPr/>
              <p:nvPr/>
            </p:nvSpPr>
            <p:spPr>
              <a:xfrm>
                <a:off x="4184664" y="317334"/>
                <a:ext cx="143725" cy="180497"/>
              </a:xfrm>
              <a:custGeom>
                <a:avLst/>
                <a:gdLst/>
                <a:ahLst/>
                <a:cxnLst/>
                <a:rect l="l" t="t" r="r" b="b"/>
                <a:pathLst>
                  <a:path w="4663" h="5856" extrusionOk="0">
                    <a:moveTo>
                      <a:pt x="2413" y="1729"/>
                    </a:moveTo>
                    <a:cubicBezTo>
                      <a:pt x="2503" y="1401"/>
                      <a:pt x="2637" y="1103"/>
                      <a:pt x="2816" y="820"/>
                    </a:cubicBezTo>
                    <a:cubicBezTo>
                      <a:pt x="3009" y="537"/>
                      <a:pt x="3277" y="313"/>
                      <a:pt x="3605" y="194"/>
                    </a:cubicBezTo>
                    <a:cubicBezTo>
                      <a:pt x="4186" y="1"/>
                      <a:pt x="4663" y="418"/>
                      <a:pt x="4514" y="1028"/>
                    </a:cubicBezTo>
                    <a:cubicBezTo>
                      <a:pt x="4454" y="1192"/>
                      <a:pt x="4365" y="1356"/>
                      <a:pt x="4261" y="1490"/>
                    </a:cubicBezTo>
                    <a:cubicBezTo>
                      <a:pt x="3844" y="2027"/>
                      <a:pt x="3054" y="2429"/>
                      <a:pt x="2473" y="2772"/>
                    </a:cubicBezTo>
                    <a:cubicBezTo>
                      <a:pt x="2428" y="3636"/>
                      <a:pt x="2488" y="4500"/>
                      <a:pt x="2667" y="5349"/>
                    </a:cubicBezTo>
                    <a:cubicBezTo>
                      <a:pt x="2696" y="5498"/>
                      <a:pt x="2816" y="5766"/>
                      <a:pt x="2622" y="5811"/>
                    </a:cubicBezTo>
                    <a:cubicBezTo>
                      <a:pt x="2428" y="5855"/>
                      <a:pt x="2369" y="5379"/>
                      <a:pt x="2324" y="5110"/>
                    </a:cubicBezTo>
                    <a:cubicBezTo>
                      <a:pt x="2205" y="4321"/>
                      <a:pt x="2175" y="3531"/>
                      <a:pt x="2250" y="2727"/>
                    </a:cubicBezTo>
                    <a:cubicBezTo>
                      <a:pt x="1728" y="2697"/>
                      <a:pt x="1222" y="2518"/>
                      <a:pt x="804" y="2220"/>
                    </a:cubicBezTo>
                    <a:cubicBezTo>
                      <a:pt x="492" y="1982"/>
                      <a:pt x="104" y="1669"/>
                      <a:pt x="45" y="1207"/>
                    </a:cubicBezTo>
                    <a:cubicBezTo>
                      <a:pt x="0" y="894"/>
                      <a:pt x="223" y="596"/>
                      <a:pt x="536" y="537"/>
                    </a:cubicBezTo>
                    <a:cubicBezTo>
                      <a:pt x="1385" y="313"/>
                      <a:pt x="2160" y="999"/>
                      <a:pt x="2413" y="172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65"/>
              <p:cNvSpPr/>
              <p:nvPr/>
            </p:nvSpPr>
            <p:spPr>
              <a:xfrm>
                <a:off x="3380634" y="1109497"/>
                <a:ext cx="1991041" cy="2151256"/>
              </a:xfrm>
              <a:custGeom>
                <a:avLst/>
                <a:gdLst/>
                <a:ahLst/>
                <a:cxnLst/>
                <a:rect l="l" t="t" r="r" b="b"/>
                <a:pathLst>
                  <a:path w="64597" h="69795" extrusionOk="0">
                    <a:moveTo>
                      <a:pt x="34466" y="1"/>
                    </a:moveTo>
                    <a:cubicBezTo>
                      <a:pt x="33678" y="1"/>
                      <a:pt x="32886" y="41"/>
                      <a:pt x="32090" y="102"/>
                    </a:cubicBezTo>
                    <a:cubicBezTo>
                      <a:pt x="30362" y="236"/>
                      <a:pt x="28648" y="460"/>
                      <a:pt x="26920" y="623"/>
                    </a:cubicBezTo>
                    <a:cubicBezTo>
                      <a:pt x="24954" y="817"/>
                      <a:pt x="23002" y="1070"/>
                      <a:pt x="21140" y="1741"/>
                    </a:cubicBezTo>
                    <a:cubicBezTo>
                      <a:pt x="18905" y="2560"/>
                      <a:pt x="17490" y="4139"/>
                      <a:pt x="16611" y="6270"/>
                    </a:cubicBezTo>
                    <a:cubicBezTo>
                      <a:pt x="16000" y="7715"/>
                      <a:pt x="15866" y="9264"/>
                      <a:pt x="15777" y="10813"/>
                    </a:cubicBezTo>
                    <a:cubicBezTo>
                      <a:pt x="15747" y="11633"/>
                      <a:pt x="15777" y="12437"/>
                      <a:pt x="15777" y="13227"/>
                    </a:cubicBezTo>
                    <a:cubicBezTo>
                      <a:pt x="15777" y="16281"/>
                      <a:pt x="16000" y="19320"/>
                      <a:pt x="16298" y="22344"/>
                    </a:cubicBezTo>
                    <a:cubicBezTo>
                      <a:pt x="16611" y="25547"/>
                      <a:pt x="16954" y="28735"/>
                      <a:pt x="17207" y="31938"/>
                    </a:cubicBezTo>
                    <a:cubicBezTo>
                      <a:pt x="17431" y="34769"/>
                      <a:pt x="17728" y="37599"/>
                      <a:pt x="17997" y="40415"/>
                    </a:cubicBezTo>
                    <a:cubicBezTo>
                      <a:pt x="18012" y="40623"/>
                      <a:pt x="18012" y="40847"/>
                      <a:pt x="18041" y="41055"/>
                    </a:cubicBezTo>
                    <a:cubicBezTo>
                      <a:pt x="18086" y="41428"/>
                      <a:pt x="17952" y="41800"/>
                      <a:pt x="17684" y="42068"/>
                    </a:cubicBezTo>
                    <a:cubicBezTo>
                      <a:pt x="16313" y="43648"/>
                      <a:pt x="14943" y="45212"/>
                      <a:pt x="13468" y="46702"/>
                    </a:cubicBezTo>
                    <a:cubicBezTo>
                      <a:pt x="9863" y="50396"/>
                      <a:pt x="6079" y="53912"/>
                      <a:pt x="2429" y="57562"/>
                    </a:cubicBezTo>
                    <a:cubicBezTo>
                      <a:pt x="1907" y="58098"/>
                      <a:pt x="1356" y="58620"/>
                      <a:pt x="850" y="59171"/>
                    </a:cubicBezTo>
                    <a:cubicBezTo>
                      <a:pt x="45" y="60020"/>
                      <a:pt x="0" y="60631"/>
                      <a:pt x="596" y="61644"/>
                    </a:cubicBezTo>
                    <a:cubicBezTo>
                      <a:pt x="1133" y="62553"/>
                      <a:pt x="1863" y="63327"/>
                      <a:pt x="2578" y="64102"/>
                    </a:cubicBezTo>
                    <a:cubicBezTo>
                      <a:pt x="4246" y="65904"/>
                      <a:pt x="6153" y="67498"/>
                      <a:pt x="7941" y="69182"/>
                    </a:cubicBezTo>
                    <a:cubicBezTo>
                      <a:pt x="8194" y="69435"/>
                      <a:pt x="8492" y="69614"/>
                      <a:pt x="8835" y="69733"/>
                    </a:cubicBezTo>
                    <a:cubicBezTo>
                      <a:pt x="8935" y="69775"/>
                      <a:pt x="9040" y="69795"/>
                      <a:pt x="9144" y="69795"/>
                    </a:cubicBezTo>
                    <a:cubicBezTo>
                      <a:pt x="9483" y="69795"/>
                      <a:pt x="9804" y="69581"/>
                      <a:pt x="9907" y="69227"/>
                    </a:cubicBezTo>
                    <a:cubicBezTo>
                      <a:pt x="9982" y="69033"/>
                      <a:pt x="10026" y="68824"/>
                      <a:pt x="10041" y="68616"/>
                    </a:cubicBezTo>
                    <a:cubicBezTo>
                      <a:pt x="10071" y="68333"/>
                      <a:pt x="10041" y="68050"/>
                      <a:pt x="9952" y="67782"/>
                    </a:cubicBezTo>
                    <a:cubicBezTo>
                      <a:pt x="9535" y="66768"/>
                      <a:pt x="9907" y="66158"/>
                      <a:pt x="10727" y="65502"/>
                    </a:cubicBezTo>
                    <a:cubicBezTo>
                      <a:pt x="13498" y="63268"/>
                      <a:pt x="16105" y="60884"/>
                      <a:pt x="18742" y="58515"/>
                    </a:cubicBezTo>
                    <a:cubicBezTo>
                      <a:pt x="21438" y="56087"/>
                      <a:pt x="24120" y="53614"/>
                      <a:pt x="26637" y="50992"/>
                    </a:cubicBezTo>
                    <a:cubicBezTo>
                      <a:pt x="28008" y="49547"/>
                      <a:pt x="29349" y="48057"/>
                      <a:pt x="30347" y="46314"/>
                    </a:cubicBezTo>
                    <a:cubicBezTo>
                      <a:pt x="31375" y="44586"/>
                      <a:pt x="31911" y="42620"/>
                      <a:pt x="31911" y="40623"/>
                    </a:cubicBezTo>
                    <a:cubicBezTo>
                      <a:pt x="31911" y="37391"/>
                      <a:pt x="31539" y="34217"/>
                      <a:pt x="31106" y="31029"/>
                    </a:cubicBezTo>
                    <a:cubicBezTo>
                      <a:pt x="31077" y="30776"/>
                      <a:pt x="31032" y="30523"/>
                      <a:pt x="31002" y="30255"/>
                    </a:cubicBezTo>
                    <a:cubicBezTo>
                      <a:pt x="30943" y="29689"/>
                      <a:pt x="30987" y="29614"/>
                      <a:pt x="31583" y="29569"/>
                    </a:cubicBezTo>
                    <a:cubicBezTo>
                      <a:pt x="32730" y="29480"/>
                      <a:pt x="33863" y="29331"/>
                      <a:pt x="35010" y="29167"/>
                    </a:cubicBezTo>
                    <a:cubicBezTo>
                      <a:pt x="35061" y="29154"/>
                      <a:pt x="35113" y="29148"/>
                      <a:pt x="35164" y="29148"/>
                    </a:cubicBezTo>
                    <a:cubicBezTo>
                      <a:pt x="35411" y="29148"/>
                      <a:pt x="35646" y="29290"/>
                      <a:pt x="35769" y="29525"/>
                    </a:cubicBezTo>
                    <a:cubicBezTo>
                      <a:pt x="38004" y="32981"/>
                      <a:pt x="40328" y="36363"/>
                      <a:pt x="42414" y="39893"/>
                    </a:cubicBezTo>
                    <a:cubicBezTo>
                      <a:pt x="43382" y="41562"/>
                      <a:pt x="43918" y="43364"/>
                      <a:pt x="44321" y="45242"/>
                    </a:cubicBezTo>
                    <a:cubicBezTo>
                      <a:pt x="45572" y="51067"/>
                      <a:pt x="46660" y="56921"/>
                      <a:pt x="47673" y="62791"/>
                    </a:cubicBezTo>
                    <a:cubicBezTo>
                      <a:pt x="47911" y="64117"/>
                      <a:pt x="48075" y="65443"/>
                      <a:pt x="48283" y="66754"/>
                    </a:cubicBezTo>
                    <a:cubicBezTo>
                      <a:pt x="48537" y="68318"/>
                      <a:pt x="49430" y="69078"/>
                      <a:pt x="51039" y="69107"/>
                    </a:cubicBezTo>
                    <a:cubicBezTo>
                      <a:pt x="51903" y="69107"/>
                      <a:pt x="52768" y="69048"/>
                      <a:pt x="53632" y="68929"/>
                    </a:cubicBezTo>
                    <a:cubicBezTo>
                      <a:pt x="54704" y="68809"/>
                      <a:pt x="55777" y="68795"/>
                      <a:pt x="56864" y="68720"/>
                    </a:cubicBezTo>
                    <a:cubicBezTo>
                      <a:pt x="58935" y="68571"/>
                      <a:pt x="61006" y="68273"/>
                      <a:pt x="63047" y="67826"/>
                    </a:cubicBezTo>
                    <a:cubicBezTo>
                      <a:pt x="63389" y="67767"/>
                      <a:pt x="63732" y="67618"/>
                      <a:pt x="64015" y="67424"/>
                    </a:cubicBezTo>
                    <a:cubicBezTo>
                      <a:pt x="64537" y="67037"/>
                      <a:pt x="64596" y="66515"/>
                      <a:pt x="64164" y="66039"/>
                    </a:cubicBezTo>
                    <a:cubicBezTo>
                      <a:pt x="63926" y="65800"/>
                      <a:pt x="63658" y="65606"/>
                      <a:pt x="63360" y="65472"/>
                    </a:cubicBezTo>
                    <a:cubicBezTo>
                      <a:pt x="62615" y="65115"/>
                      <a:pt x="61885" y="64757"/>
                      <a:pt x="61125" y="64415"/>
                    </a:cubicBezTo>
                    <a:cubicBezTo>
                      <a:pt x="60723" y="64281"/>
                      <a:pt x="60440" y="63908"/>
                      <a:pt x="60410" y="63491"/>
                    </a:cubicBezTo>
                    <a:cubicBezTo>
                      <a:pt x="59844" y="59528"/>
                      <a:pt x="59263" y="55551"/>
                      <a:pt x="58622" y="51588"/>
                    </a:cubicBezTo>
                    <a:cubicBezTo>
                      <a:pt x="58131" y="48519"/>
                      <a:pt x="57609" y="45450"/>
                      <a:pt x="56894" y="42396"/>
                    </a:cubicBezTo>
                    <a:cubicBezTo>
                      <a:pt x="56149" y="39208"/>
                      <a:pt x="54794" y="36199"/>
                      <a:pt x="52931" y="33517"/>
                    </a:cubicBezTo>
                    <a:cubicBezTo>
                      <a:pt x="50890" y="30568"/>
                      <a:pt x="48864" y="27588"/>
                      <a:pt x="46794" y="24668"/>
                    </a:cubicBezTo>
                    <a:cubicBezTo>
                      <a:pt x="46213" y="23849"/>
                      <a:pt x="45825" y="22895"/>
                      <a:pt x="45661" y="21912"/>
                    </a:cubicBezTo>
                    <a:cubicBezTo>
                      <a:pt x="45065" y="18471"/>
                      <a:pt x="44633" y="15000"/>
                      <a:pt x="44112" y="11543"/>
                    </a:cubicBezTo>
                    <a:cubicBezTo>
                      <a:pt x="43769" y="9264"/>
                      <a:pt x="43233" y="7029"/>
                      <a:pt x="42518" y="4839"/>
                    </a:cubicBezTo>
                    <a:cubicBezTo>
                      <a:pt x="42071" y="3454"/>
                      <a:pt x="41430" y="2188"/>
                      <a:pt x="40209" y="1294"/>
                    </a:cubicBezTo>
                    <a:cubicBezTo>
                      <a:pt x="39687" y="907"/>
                      <a:pt x="39092" y="609"/>
                      <a:pt x="38451" y="445"/>
                    </a:cubicBezTo>
                    <a:cubicBezTo>
                      <a:pt x="37130" y="117"/>
                      <a:pt x="35803" y="1"/>
                      <a:pt x="34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65"/>
              <p:cNvSpPr/>
              <p:nvPr/>
            </p:nvSpPr>
            <p:spPr>
              <a:xfrm>
                <a:off x="4984071" y="2296894"/>
                <a:ext cx="85440" cy="87628"/>
              </a:xfrm>
              <a:custGeom>
                <a:avLst/>
                <a:gdLst/>
                <a:ahLst/>
                <a:cxnLst/>
                <a:rect l="l" t="t" r="r" b="b"/>
                <a:pathLst>
                  <a:path w="2772" h="2843" extrusionOk="0">
                    <a:moveTo>
                      <a:pt x="596" y="1"/>
                    </a:moveTo>
                    <a:cubicBezTo>
                      <a:pt x="431" y="1"/>
                      <a:pt x="280" y="65"/>
                      <a:pt x="165" y="237"/>
                    </a:cubicBezTo>
                    <a:cubicBezTo>
                      <a:pt x="1" y="505"/>
                      <a:pt x="105" y="788"/>
                      <a:pt x="343" y="997"/>
                    </a:cubicBezTo>
                    <a:cubicBezTo>
                      <a:pt x="746" y="1354"/>
                      <a:pt x="924" y="1801"/>
                      <a:pt x="1178" y="2233"/>
                    </a:cubicBezTo>
                    <a:cubicBezTo>
                      <a:pt x="1424" y="2644"/>
                      <a:pt x="1717" y="2842"/>
                      <a:pt x="2012" y="2842"/>
                    </a:cubicBezTo>
                    <a:cubicBezTo>
                      <a:pt x="2091" y="2842"/>
                      <a:pt x="2171" y="2828"/>
                      <a:pt x="2250" y="2800"/>
                    </a:cubicBezTo>
                    <a:cubicBezTo>
                      <a:pt x="2638" y="2665"/>
                      <a:pt x="2772" y="2263"/>
                      <a:pt x="2578" y="1727"/>
                    </a:cubicBezTo>
                    <a:cubicBezTo>
                      <a:pt x="2369" y="1146"/>
                      <a:pt x="1952" y="639"/>
                      <a:pt x="1431" y="312"/>
                    </a:cubicBezTo>
                    <a:cubicBezTo>
                      <a:pt x="1297" y="237"/>
                      <a:pt x="1163" y="163"/>
                      <a:pt x="1014" y="103"/>
                    </a:cubicBezTo>
                    <a:cubicBezTo>
                      <a:pt x="873" y="43"/>
                      <a:pt x="730" y="1"/>
                      <a:pt x="5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65"/>
              <p:cNvSpPr/>
              <p:nvPr/>
            </p:nvSpPr>
            <p:spPr>
              <a:xfrm>
                <a:off x="5051572" y="2403508"/>
                <a:ext cx="34922" cy="39607"/>
              </a:xfrm>
              <a:custGeom>
                <a:avLst/>
                <a:gdLst/>
                <a:ahLst/>
                <a:cxnLst/>
                <a:rect l="l" t="t" r="r" b="b"/>
                <a:pathLst>
                  <a:path w="1133" h="1285" extrusionOk="0">
                    <a:moveTo>
                      <a:pt x="561" y="0"/>
                    </a:moveTo>
                    <a:cubicBezTo>
                      <a:pt x="441" y="0"/>
                      <a:pt x="322" y="53"/>
                      <a:pt x="239" y="160"/>
                    </a:cubicBezTo>
                    <a:cubicBezTo>
                      <a:pt x="1" y="458"/>
                      <a:pt x="30" y="890"/>
                      <a:pt x="299" y="1158"/>
                    </a:cubicBezTo>
                    <a:cubicBezTo>
                      <a:pt x="377" y="1244"/>
                      <a:pt x="483" y="1285"/>
                      <a:pt x="590" y="1285"/>
                    </a:cubicBezTo>
                    <a:cubicBezTo>
                      <a:pt x="706" y="1285"/>
                      <a:pt x="824" y="1236"/>
                      <a:pt x="909" y="1143"/>
                    </a:cubicBezTo>
                    <a:cubicBezTo>
                      <a:pt x="1133" y="815"/>
                      <a:pt x="1088" y="383"/>
                      <a:pt x="835" y="100"/>
                    </a:cubicBezTo>
                    <a:cubicBezTo>
                      <a:pt x="755" y="34"/>
                      <a:pt x="658" y="0"/>
                      <a:pt x="5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65"/>
              <p:cNvSpPr/>
              <p:nvPr/>
            </p:nvSpPr>
            <p:spPr>
              <a:xfrm>
                <a:off x="4599286" y="1217375"/>
                <a:ext cx="62940" cy="116879"/>
              </a:xfrm>
              <a:custGeom>
                <a:avLst/>
                <a:gdLst/>
                <a:ahLst/>
                <a:cxnLst/>
                <a:rect l="l" t="t" r="r" b="b"/>
                <a:pathLst>
                  <a:path w="2042" h="3792" extrusionOk="0">
                    <a:moveTo>
                      <a:pt x="503" y="0"/>
                    </a:moveTo>
                    <a:cubicBezTo>
                      <a:pt x="431" y="0"/>
                      <a:pt x="358" y="19"/>
                      <a:pt x="284" y="58"/>
                    </a:cubicBezTo>
                    <a:cubicBezTo>
                      <a:pt x="90" y="177"/>
                      <a:pt x="0" y="416"/>
                      <a:pt x="75" y="639"/>
                    </a:cubicBezTo>
                    <a:cubicBezTo>
                      <a:pt x="105" y="788"/>
                      <a:pt x="149" y="937"/>
                      <a:pt x="209" y="1086"/>
                    </a:cubicBezTo>
                    <a:cubicBezTo>
                      <a:pt x="418" y="1652"/>
                      <a:pt x="596" y="2233"/>
                      <a:pt x="716" y="2814"/>
                    </a:cubicBezTo>
                    <a:cubicBezTo>
                      <a:pt x="775" y="3038"/>
                      <a:pt x="850" y="3246"/>
                      <a:pt x="939" y="3440"/>
                    </a:cubicBezTo>
                    <a:cubicBezTo>
                      <a:pt x="1004" y="3661"/>
                      <a:pt x="1205" y="3791"/>
                      <a:pt x="1423" y="3791"/>
                    </a:cubicBezTo>
                    <a:cubicBezTo>
                      <a:pt x="1455" y="3791"/>
                      <a:pt x="1488" y="3788"/>
                      <a:pt x="1520" y="3783"/>
                    </a:cubicBezTo>
                    <a:cubicBezTo>
                      <a:pt x="1773" y="3753"/>
                      <a:pt x="1967" y="3544"/>
                      <a:pt x="1982" y="3291"/>
                    </a:cubicBezTo>
                    <a:cubicBezTo>
                      <a:pt x="2027" y="3097"/>
                      <a:pt x="2041" y="2889"/>
                      <a:pt x="2012" y="2695"/>
                    </a:cubicBezTo>
                    <a:cubicBezTo>
                      <a:pt x="1907" y="1876"/>
                      <a:pt x="1595" y="1086"/>
                      <a:pt x="1118" y="416"/>
                    </a:cubicBezTo>
                    <a:cubicBezTo>
                      <a:pt x="1058" y="326"/>
                      <a:pt x="984" y="252"/>
                      <a:pt x="939" y="192"/>
                    </a:cubicBezTo>
                    <a:cubicBezTo>
                      <a:pt x="790" y="73"/>
                      <a:pt x="648" y="0"/>
                      <a:pt x="5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65"/>
              <p:cNvSpPr/>
              <p:nvPr/>
            </p:nvSpPr>
            <p:spPr>
              <a:xfrm>
                <a:off x="4640156" y="1362425"/>
                <a:ext cx="33535" cy="44138"/>
              </a:xfrm>
              <a:custGeom>
                <a:avLst/>
                <a:gdLst/>
                <a:ahLst/>
                <a:cxnLst/>
                <a:rect l="l" t="t" r="r" b="b"/>
                <a:pathLst>
                  <a:path w="1088" h="1432" extrusionOk="0">
                    <a:moveTo>
                      <a:pt x="500" y="1"/>
                    </a:moveTo>
                    <a:cubicBezTo>
                      <a:pt x="359" y="1"/>
                      <a:pt x="222" y="79"/>
                      <a:pt x="149" y="224"/>
                    </a:cubicBezTo>
                    <a:cubicBezTo>
                      <a:pt x="0" y="522"/>
                      <a:pt x="0" y="879"/>
                      <a:pt x="149" y="1177"/>
                    </a:cubicBezTo>
                    <a:cubicBezTo>
                      <a:pt x="225" y="1344"/>
                      <a:pt x="379" y="1432"/>
                      <a:pt x="535" y="1432"/>
                    </a:cubicBezTo>
                    <a:cubicBezTo>
                      <a:pt x="657" y="1432"/>
                      <a:pt x="779" y="1378"/>
                      <a:pt x="864" y="1267"/>
                    </a:cubicBezTo>
                    <a:cubicBezTo>
                      <a:pt x="1088" y="1013"/>
                      <a:pt x="1028" y="328"/>
                      <a:pt x="760" y="105"/>
                    </a:cubicBezTo>
                    <a:cubicBezTo>
                      <a:pt x="684" y="34"/>
                      <a:pt x="591" y="1"/>
                      <a:pt x="5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65"/>
              <p:cNvSpPr/>
              <p:nvPr/>
            </p:nvSpPr>
            <p:spPr>
              <a:xfrm>
                <a:off x="3635935" y="2174252"/>
                <a:ext cx="462430" cy="383894"/>
              </a:xfrm>
              <a:custGeom>
                <a:avLst/>
                <a:gdLst/>
                <a:ahLst/>
                <a:cxnLst/>
                <a:rect l="l" t="t" r="r" b="b"/>
                <a:pathLst>
                  <a:path w="15003" h="12455" extrusionOk="0">
                    <a:moveTo>
                      <a:pt x="7330" y="10071"/>
                    </a:moveTo>
                    <a:cubicBezTo>
                      <a:pt x="7062" y="10265"/>
                      <a:pt x="6824" y="10443"/>
                      <a:pt x="6555" y="10667"/>
                    </a:cubicBezTo>
                    <a:cubicBezTo>
                      <a:pt x="5766" y="11278"/>
                      <a:pt x="4768" y="12008"/>
                      <a:pt x="3293" y="11635"/>
                    </a:cubicBezTo>
                    <a:cubicBezTo>
                      <a:pt x="2041" y="11307"/>
                      <a:pt x="1088" y="10175"/>
                      <a:pt x="641" y="9192"/>
                    </a:cubicBezTo>
                    <a:cubicBezTo>
                      <a:pt x="105" y="8015"/>
                      <a:pt x="0" y="6764"/>
                      <a:pt x="164" y="5274"/>
                    </a:cubicBezTo>
                    <a:cubicBezTo>
                      <a:pt x="343" y="3784"/>
                      <a:pt x="939" y="2369"/>
                      <a:pt x="1743" y="1430"/>
                    </a:cubicBezTo>
                    <a:cubicBezTo>
                      <a:pt x="2563" y="492"/>
                      <a:pt x="3695" y="0"/>
                      <a:pt x="5125" y="194"/>
                    </a:cubicBezTo>
                    <a:cubicBezTo>
                      <a:pt x="5885" y="328"/>
                      <a:pt x="6600" y="641"/>
                      <a:pt x="7196" y="1132"/>
                    </a:cubicBezTo>
                    <a:cubicBezTo>
                      <a:pt x="7658" y="1475"/>
                      <a:pt x="8060" y="1892"/>
                      <a:pt x="8373" y="2369"/>
                    </a:cubicBezTo>
                    <a:cubicBezTo>
                      <a:pt x="8403" y="2414"/>
                      <a:pt x="8492" y="2563"/>
                      <a:pt x="8492" y="2563"/>
                    </a:cubicBezTo>
                    <a:cubicBezTo>
                      <a:pt x="8492" y="2563"/>
                      <a:pt x="8894" y="2294"/>
                      <a:pt x="8924" y="2265"/>
                    </a:cubicBezTo>
                    <a:cubicBezTo>
                      <a:pt x="9356" y="1982"/>
                      <a:pt x="9848" y="1773"/>
                      <a:pt x="10354" y="1654"/>
                    </a:cubicBezTo>
                    <a:cubicBezTo>
                      <a:pt x="11069" y="1505"/>
                      <a:pt x="11948" y="1430"/>
                      <a:pt x="12783" y="1818"/>
                    </a:cubicBezTo>
                    <a:cubicBezTo>
                      <a:pt x="14168" y="2473"/>
                      <a:pt x="14660" y="3844"/>
                      <a:pt x="14823" y="5378"/>
                    </a:cubicBezTo>
                    <a:cubicBezTo>
                      <a:pt x="15002" y="6942"/>
                      <a:pt x="14719" y="8924"/>
                      <a:pt x="13900" y="10265"/>
                    </a:cubicBezTo>
                    <a:cubicBezTo>
                      <a:pt x="13527" y="10860"/>
                      <a:pt x="13021" y="11367"/>
                      <a:pt x="12425" y="11754"/>
                    </a:cubicBezTo>
                    <a:cubicBezTo>
                      <a:pt x="11635" y="12291"/>
                      <a:pt x="10652" y="12454"/>
                      <a:pt x="9729" y="12186"/>
                    </a:cubicBezTo>
                    <a:cubicBezTo>
                      <a:pt x="8894" y="11948"/>
                      <a:pt x="8179" y="11427"/>
                      <a:pt x="7688" y="10697"/>
                    </a:cubicBezTo>
                    <a:cubicBezTo>
                      <a:pt x="7553" y="10503"/>
                      <a:pt x="7434" y="10294"/>
                      <a:pt x="7330" y="1007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65"/>
              <p:cNvSpPr/>
              <p:nvPr/>
            </p:nvSpPr>
            <p:spPr>
              <a:xfrm>
                <a:off x="3697919" y="2202701"/>
                <a:ext cx="106553" cy="89108"/>
              </a:xfrm>
              <a:custGeom>
                <a:avLst/>
                <a:gdLst/>
                <a:ahLst/>
                <a:cxnLst/>
                <a:rect l="l" t="t" r="r" b="b"/>
                <a:pathLst>
                  <a:path w="3457" h="2891" extrusionOk="0">
                    <a:moveTo>
                      <a:pt x="3025" y="31"/>
                    </a:moveTo>
                    <a:cubicBezTo>
                      <a:pt x="3204" y="60"/>
                      <a:pt x="3457" y="180"/>
                      <a:pt x="3457" y="403"/>
                    </a:cubicBezTo>
                    <a:cubicBezTo>
                      <a:pt x="3457" y="820"/>
                      <a:pt x="3025" y="910"/>
                      <a:pt x="2801" y="999"/>
                    </a:cubicBezTo>
                    <a:cubicBezTo>
                      <a:pt x="2503" y="1088"/>
                      <a:pt x="2235" y="1208"/>
                      <a:pt x="1967" y="1356"/>
                    </a:cubicBezTo>
                    <a:cubicBezTo>
                      <a:pt x="1669" y="1565"/>
                      <a:pt x="1431" y="1848"/>
                      <a:pt x="1237" y="2161"/>
                    </a:cubicBezTo>
                    <a:cubicBezTo>
                      <a:pt x="1043" y="2429"/>
                      <a:pt x="775" y="2891"/>
                      <a:pt x="418" y="2802"/>
                    </a:cubicBezTo>
                    <a:cubicBezTo>
                      <a:pt x="1" y="2697"/>
                      <a:pt x="105" y="2101"/>
                      <a:pt x="313" y="1699"/>
                    </a:cubicBezTo>
                    <a:cubicBezTo>
                      <a:pt x="492" y="1371"/>
                      <a:pt x="716" y="1088"/>
                      <a:pt x="999" y="835"/>
                    </a:cubicBezTo>
                    <a:cubicBezTo>
                      <a:pt x="1252" y="597"/>
                      <a:pt x="1550" y="403"/>
                      <a:pt x="1878" y="254"/>
                    </a:cubicBezTo>
                    <a:cubicBezTo>
                      <a:pt x="2235" y="75"/>
                      <a:pt x="2623" y="1"/>
                      <a:pt x="3025" y="3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65"/>
              <p:cNvSpPr/>
              <p:nvPr/>
            </p:nvSpPr>
            <p:spPr>
              <a:xfrm>
                <a:off x="3672676" y="2301887"/>
                <a:ext cx="38127" cy="51474"/>
              </a:xfrm>
              <a:custGeom>
                <a:avLst/>
                <a:gdLst/>
                <a:ahLst/>
                <a:cxnLst/>
                <a:rect l="l" t="t" r="r" b="b"/>
                <a:pathLst>
                  <a:path w="1237" h="1670" extrusionOk="0">
                    <a:moveTo>
                      <a:pt x="864" y="16"/>
                    </a:moveTo>
                    <a:cubicBezTo>
                      <a:pt x="1177" y="16"/>
                      <a:pt x="1237" y="314"/>
                      <a:pt x="1177" y="701"/>
                    </a:cubicBezTo>
                    <a:cubicBezTo>
                      <a:pt x="1103" y="1103"/>
                      <a:pt x="909" y="1669"/>
                      <a:pt x="537" y="1595"/>
                    </a:cubicBezTo>
                    <a:cubicBezTo>
                      <a:pt x="0" y="1490"/>
                      <a:pt x="343" y="194"/>
                      <a:pt x="700" y="16"/>
                    </a:cubicBezTo>
                    <a:cubicBezTo>
                      <a:pt x="760" y="1"/>
                      <a:pt x="805" y="1"/>
                      <a:pt x="864" y="1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65"/>
              <p:cNvSpPr/>
              <p:nvPr/>
            </p:nvSpPr>
            <p:spPr>
              <a:xfrm>
                <a:off x="3884794" y="2115474"/>
                <a:ext cx="56066" cy="152017"/>
              </a:xfrm>
              <a:custGeom>
                <a:avLst/>
                <a:gdLst/>
                <a:ahLst/>
                <a:cxnLst/>
                <a:rect l="l" t="t" r="r" b="b"/>
                <a:pathLst>
                  <a:path w="1819" h="4932" extrusionOk="0">
                    <a:moveTo>
                      <a:pt x="1476" y="15"/>
                    </a:moveTo>
                    <a:cubicBezTo>
                      <a:pt x="1818" y="15"/>
                      <a:pt x="1774" y="790"/>
                      <a:pt x="1729" y="1132"/>
                    </a:cubicBezTo>
                    <a:cubicBezTo>
                      <a:pt x="1655" y="1594"/>
                      <a:pt x="1550" y="2071"/>
                      <a:pt x="1401" y="2518"/>
                    </a:cubicBezTo>
                    <a:cubicBezTo>
                      <a:pt x="1222" y="3129"/>
                      <a:pt x="984" y="3725"/>
                      <a:pt x="701" y="4306"/>
                    </a:cubicBezTo>
                    <a:cubicBezTo>
                      <a:pt x="582" y="4559"/>
                      <a:pt x="507" y="4931"/>
                      <a:pt x="195" y="4753"/>
                    </a:cubicBezTo>
                    <a:cubicBezTo>
                      <a:pt x="1" y="4633"/>
                      <a:pt x="150" y="4395"/>
                      <a:pt x="224" y="4231"/>
                    </a:cubicBezTo>
                    <a:cubicBezTo>
                      <a:pt x="567" y="3442"/>
                      <a:pt x="805" y="2622"/>
                      <a:pt x="954" y="1773"/>
                    </a:cubicBezTo>
                    <a:cubicBezTo>
                      <a:pt x="984" y="1565"/>
                      <a:pt x="1014" y="1341"/>
                      <a:pt x="1044" y="1103"/>
                    </a:cubicBezTo>
                    <a:cubicBezTo>
                      <a:pt x="1074" y="879"/>
                      <a:pt x="1118" y="0"/>
                      <a:pt x="1476" y="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65"/>
              <p:cNvSpPr/>
              <p:nvPr/>
            </p:nvSpPr>
            <p:spPr>
              <a:xfrm>
                <a:off x="3833845" y="2480040"/>
                <a:ext cx="35384" cy="61121"/>
              </a:xfrm>
              <a:custGeom>
                <a:avLst/>
                <a:gdLst/>
                <a:ahLst/>
                <a:cxnLst/>
                <a:rect l="l" t="t" r="r" b="b"/>
                <a:pathLst>
                  <a:path w="1148" h="1983" extrusionOk="0">
                    <a:moveTo>
                      <a:pt x="641" y="1133"/>
                    </a:moveTo>
                    <a:cubicBezTo>
                      <a:pt x="462" y="1297"/>
                      <a:pt x="417" y="1640"/>
                      <a:pt x="134" y="1669"/>
                    </a:cubicBezTo>
                    <a:cubicBezTo>
                      <a:pt x="0" y="1550"/>
                      <a:pt x="75" y="1342"/>
                      <a:pt x="119" y="1223"/>
                    </a:cubicBezTo>
                    <a:cubicBezTo>
                      <a:pt x="254" y="761"/>
                      <a:pt x="507" y="358"/>
                      <a:pt x="835" y="31"/>
                    </a:cubicBezTo>
                    <a:cubicBezTo>
                      <a:pt x="835" y="16"/>
                      <a:pt x="879" y="31"/>
                      <a:pt x="894" y="1"/>
                    </a:cubicBezTo>
                    <a:lnTo>
                      <a:pt x="954" y="16"/>
                    </a:lnTo>
                    <a:cubicBezTo>
                      <a:pt x="1118" y="254"/>
                      <a:pt x="1147" y="939"/>
                      <a:pt x="1088" y="1401"/>
                    </a:cubicBezTo>
                    <a:cubicBezTo>
                      <a:pt x="1073" y="1610"/>
                      <a:pt x="1028" y="1982"/>
                      <a:pt x="849" y="1967"/>
                    </a:cubicBezTo>
                    <a:cubicBezTo>
                      <a:pt x="611" y="1967"/>
                      <a:pt x="626" y="1342"/>
                      <a:pt x="641" y="11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65"/>
              <p:cNvSpPr/>
              <p:nvPr/>
            </p:nvSpPr>
            <p:spPr>
              <a:xfrm>
                <a:off x="4186021" y="2232105"/>
                <a:ext cx="424765" cy="404114"/>
              </a:xfrm>
              <a:custGeom>
                <a:avLst/>
                <a:gdLst/>
                <a:ahLst/>
                <a:cxnLst/>
                <a:rect l="l" t="t" r="r" b="b"/>
                <a:pathLst>
                  <a:path w="13781" h="13111" extrusionOk="0">
                    <a:moveTo>
                      <a:pt x="8373" y="9773"/>
                    </a:moveTo>
                    <a:cubicBezTo>
                      <a:pt x="8671" y="9848"/>
                      <a:pt x="8939" y="9922"/>
                      <a:pt x="9222" y="9996"/>
                    </a:cubicBezTo>
                    <a:cubicBezTo>
                      <a:pt x="10101" y="10250"/>
                      <a:pt x="11204" y="10548"/>
                      <a:pt x="12321" y="9713"/>
                    </a:cubicBezTo>
                    <a:cubicBezTo>
                      <a:pt x="13274" y="9013"/>
                      <a:pt x="13692" y="7732"/>
                      <a:pt x="13736" y="6749"/>
                    </a:cubicBezTo>
                    <a:cubicBezTo>
                      <a:pt x="13781" y="5572"/>
                      <a:pt x="13468" y="4470"/>
                      <a:pt x="12798" y="3278"/>
                    </a:cubicBezTo>
                    <a:cubicBezTo>
                      <a:pt x="12202" y="2131"/>
                      <a:pt x="11278" y="1192"/>
                      <a:pt x="10161" y="551"/>
                    </a:cubicBezTo>
                    <a:cubicBezTo>
                      <a:pt x="9118" y="0"/>
                      <a:pt x="7867" y="45"/>
                      <a:pt x="6868" y="656"/>
                    </a:cubicBezTo>
                    <a:cubicBezTo>
                      <a:pt x="6273" y="1013"/>
                      <a:pt x="5781" y="1535"/>
                      <a:pt x="5438" y="2145"/>
                    </a:cubicBezTo>
                    <a:cubicBezTo>
                      <a:pt x="5170" y="2592"/>
                      <a:pt x="4976" y="3084"/>
                      <a:pt x="4857" y="3591"/>
                    </a:cubicBezTo>
                    <a:cubicBezTo>
                      <a:pt x="4857" y="3635"/>
                      <a:pt x="4828" y="3799"/>
                      <a:pt x="4828" y="3799"/>
                    </a:cubicBezTo>
                    <a:cubicBezTo>
                      <a:pt x="4828" y="3799"/>
                      <a:pt x="4410" y="3710"/>
                      <a:pt x="4366" y="3695"/>
                    </a:cubicBezTo>
                    <a:cubicBezTo>
                      <a:pt x="3904" y="3605"/>
                      <a:pt x="3412" y="3591"/>
                      <a:pt x="2936" y="3665"/>
                    </a:cubicBezTo>
                    <a:cubicBezTo>
                      <a:pt x="2295" y="3784"/>
                      <a:pt x="1520" y="4023"/>
                      <a:pt x="954" y="4633"/>
                    </a:cubicBezTo>
                    <a:cubicBezTo>
                      <a:pt x="1" y="5646"/>
                      <a:pt x="60" y="6987"/>
                      <a:pt x="433" y="8328"/>
                    </a:cubicBezTo>
                    <a:cubicBezTo>
                      <a:pt x="820" y="9713"/>
                      <a:pt x="1744" y="11307"/>
                      <a:pt x="2891" y="12157"/>
                    </a:cubicBezTo>
                    <a:cubicBezTo>
                      <a:pt x="3412" y="12529"/>
                      <a:pt x="4008" y="12797"/>
                      <a:pt x="4649" y="12916"/>
                    </a:cubicBezTo>
                    <a:cubicBezTo>
                      <a:pt x="5498" y="13110"/>
                      <a:pt x="6392" y="12901"/>
                      <a:pt x="7077" y="12365"/>
                    </a:cubicBezTo>
                    <a:cubicBezTo>
                      <a:pt x="7703" y="11874"/>
                      <a:pt x="8135" y="11188"/>
                      <a:pt x="8299" y="10414"/>
                    </a:cubicBezTo>
                    <a:cubicBezTo>
                      <a:pt x="8343" y="10205"/>
                      <a:pt x="8373" y="9982"/>
                      <a:pt x="8373" y="977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65"/>
              <p:cNvSpPr/>
              <p:nvPr/>
            </p:nvSpPr>
            <p:spPr>
              <a:xfrm>
                <a:off x="4398170" y="2264253"/>
                <a:ext cx="116663" cy="57885"/>
              </a:xfrm>
              <a:custGeom>
                <a:avLst/>
                <a:gdLst/>
                <a:ahLst/>
                <a:cxnLst/>
                <a:rect l="l" t="t" r="r" b="b"/>
                <a:pathLst>
                  <a:path w="3785" h="1878" extrusionOk="0">
                    <a:moveTo>
                      <a:pt x="328" y="224"/>
                    </a:moveTo>
                    <a:cubicBezTo>
                      <a:pt x="164" y="313"/>
                      <a:pt x="0" y="492"/>
                      <a:pt x="75" y="685"/>
                    </a:cubicBezTo>
                    <a:cubicBezTo>
                      <a:pt x="209" y="1028"/>
                      <a:pt x="611" y="968"/>
                      <a:pt x="850" y="968"/>
                    </a:cubicBezTo>
                    <a:cubicBezTo>
                      <a:pt x="1118" y="939"/>
                      <a:pt x="1401" y="939"/>
                      <a:pt x="1669" y="968"/>
                    </a:cubicBezTo>
                    <a:cubicBezTo>
                      <a:pt x="1997" y="1058"/>
                      <a:pt x="2295" y="1207"/>
                      <a:pt x="2563" y="1415"/>
                    </a:cubicBezTo>
                    <a:cubicBezTo>
                      <a:pt x="2816" y="1579"/>
                      <a:pt x="3188" y="1877"/>
                      <a:pt x="3471" y="1669"/>
                    </a:cubicBezTo>
                    <a:cubicBezTo>
                      <a:pt x="3784" y="1460"/>
                      <a:pt x="3501" y="983"/>
                      <a:pt x="3188" y="715"/>
                    </a:cubicBezTo>
                    <a:cubicBezTo>
                      <a:pt x="2920" y="492"/>
                      <a:pt x="2622" y="328"/>
                      <a:pt x="2309" y="209"/>
                    </a:cubicBezTo>
                    <a:cubicBezTo>
                      <a:pt x="2012" y="89"/>
                      <a:pt x="1684" y="30"/>
                      <a:pt x="1371" y="30"/>
                    </a:cubicBezTo>
                    <a:cubicBezTo>
                      <a:pt x="1013" y="0"/>
                      <a:pt x="641" y="60"/>
                      <a:pt x="328" y="22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65"/>
              <p:cNvSpPr/>
              <p:nvPr/>
            </p:nvSpPr>
            <p:spPr>
              <a:xfrm>
                <a:off x="4511596" y="2322106"/>
                <a:ext cx="46388" cy="45463"/>
              </a:xfrm>
              <a:custGeom>
                <a:avLst/>
                <a:gdLst/>
                <a:ahLst/>
                <a:cxnLst/>
                <a:rect l="l" t="t" r="r" b="b"/>
                <a:pathLst>
                  <a:path w="1505" h="1475" extrusionOk="0">
                    <a:moveTo>
                      <a:pt x="268" y="45"/>
                    </a:moveTo>
                    <a:cubicBezTo>
                      <a:pt x="0" y="149"/>
                      <a:pt x="45" y="432"/>
                      <a:pt x="238" y="745"/>
                    </a:cubicBezTo>
                    <a:cubicBezTo>
                      <a:pt x="432" y="1043"/>
                      <a:pt x="790" y="1475"/>
                      <a:pt x="1073" y="1281"/>
                    </a:cubicBezTo>
                    <a:cubicBezTo>
                      <a:pt x="1505" y="998"/>
                      <a:pt x="760" y="30"/>
                      <a:pt x="402" y="0"/>
                    </a:cubicBezTo>
                    <a:cubicBezTo>
                      <a:pt x="358" y="0"/>
                      <a:pt x="313" y="15"/>
                      <a:pt x="268" y="4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65"/>
              <p:cNvSpPr/>
              <p:nvPr/>
            </p:nvSpPr>
            <p:spPr>
              <a:xfrm>
                <a:off x="4251703" y="2239904"/>
                <a:ext cx="95981" cy="122643"/>
              </a:xfrm>
              <a:custGeom>
                <a:avLst/>
                <a:gdLst/>
                <a:ahLst/>
                <a:cxnLst/>
                <a:rect l="l" t="t" r="r" b="b"/>
                <a:pathLst>
                  <a:path w="3114" h="3979" extrusionOk="0">
                    <a:moveTo>
                      <a:pt x="283" y="135"/>
                    </a:moveTo>
                    <a:cubicBezTo>
                      <a:pt x="0" y="254"/>
                      <a:pt x="298" y="894"/>
                      <a:pt x="462" y="1163"/>
                    </a:cubicBezTo>
                    <a:cubicBezTo>
                      <a:pt x="670" y="1550"/>
                      <a:pt x="924" y="1907"/>
                      <a:pt x="1207" y="2235"/>
                    </a:cubicBezTo>
                    <a:cubicBezTo>
                      <a:pt x="1564" y="2697"/>
                      <a:pt x="1967" y="3114"/>
                      <a:pt x="2399" y="3516"/>
                    </a:cubicBezTo>
                    <a:cubicBezTo>
                      <a:pt x="2592" y="3680"/>
                      <a:pt x="2771" y="3978"/>
                      <a:pt x="2980" y="3710"/>
                    </a:cubicBezTo>
                    <a:cubicBezTo>
                      <a:pt x="3114" y="3561"/>
                      <a:pt x="2905" y="3397"/>
                      <a:pt x="2786" y="3278"/>
                    </a:cubicBezTo>
                    <a:cubicBezTo>
                      <a:pt x="2220" y="2727"/>
                      <a:pt x="1743" y="2116"/>
                      <a:pt x="1326" y="1446"/>
                    </a:cubicBezTo>
                    <a:cubicBezTo>
                      <a:pt x="1237" y="1282"/>
                      <a:pt x="1132" y="1103"/>
                      <a:pt x="1028" y="924"/>
                    </a:cubicBezTo>
                    <a:cubicBezTo>
                      <a:pt x="924" y="730"/>
                      <a:pt x="596" y="1"/>
                      <a:pt x="283" y="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65"/>
              <p:cNvSpPr/>
              <p:nvPr/>
            </p:nvSpPr>
            <p:spPr>
              <a:xfrm>
                <a:off x="4439503" y="2529170"/>
                <a:ext cx="42720" cy="53323"/>
              </a:xfrm>
              <a:custGeom>
                <a:avLst/>
                <a:gdLst/>
                <a:ahLst/>
                <a:cxnLst/>
                <a:rect l="l" t="t" r="r" b="b"/>
                <a:pathLst>
                  <a:path w="1386" h="1730" extrusionOk="0">
                    <a:moveTo>
                      <a:pt x="715" y="880"/>
                    </a:moveTo>
                    <a:cubicBezTo>
                      <a:pt x="924" y="954"/>
                      <a:pt x="1073" y="1223"/>
                      <a:pt x="1311" y="1148"/>
                    </a:cubicBezTo>
                    <a:cubicBezTo>
                      <a:pt x="1386" y="999"/>
                      <a:pt x="1252" y="865"/>
                      <a:pt x="1192" y="761"/>
                    </a:cubicBezTo>
                    <a:cubicBezTo>
                      <a:pt x="909" y="433"/>
                      <a:pt x="566" y="180"/>
                      <a:pt x="164" y="16"/>
                    </a:cubicBezTo>
                    <a:cubicBezTo>
                      <a:pt x="149" y="1"/>
                      <a:pt x="119" y="16"/>
                      <a:pt x="104" y="1"/>
                    </a:cubicBezTo>
                    <a:lnTo>
                      <a:pt x="60" y="31"/>
                    </a:lnTo>
                    <a:cubicBezTo>
                      <a:pt x="0" y="299"/>
                      <a:pt x="209" y="895"/>
                      <a:pt x="417" y="1267"/>
                    </a:cubicBezTo>
                    <a:cubicBezTo>
                      <a:pt x="507" y="1431"/>
                      <a:pt x="671" y="1729"/>
                      <a:pt x="820" y="1669"/>
                    </a:cubicBezTo>
                    <a:cubicBezTo>
                      <a:pt x="1028" y="1580"/>
                      <a:pt x="790" y="1044"/>
                      <a:pt x="715" y="8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65"/>
              <p:cNvSpPr/>
              <p:nvPr/>
            </p:nvSpPr>
            <p:spPr>
              <a:xfrm>
                <a:off x="3432046" y="1130487"/>
                <a:ext cx="1412010" cy="1644750"/>
              </a:xfrm>
              <a:custGeom>
                <a:avLst/>
                <a:gdLst/>
                <a:ahLst/>
                <a:cxnLst/>
                <a:rect l="l" t="t" r="r" b="b"/>
                <a:pathLst>
                  <a:path w="45811" h="53362" extrusionOk="0">
                    <a:moveTo>
                      <a:pt x="10608" y="12710"/>
                    </a:moveTo>
                    <a:cubicBezTo>
                      <a:pt x="10772" y="13052"/>
                      <a:pt x="10891" y="13425"/>
                      <a:pt x="10980" y="13797"/>
                    </a:cubicBezTo>
                    <a:cubicBezTo>
                      <a:pt x="11025" y="13931"/>
                      <a:pt x="11234" y="14378"/>
                      <a:pt x="11114" y="14527"/>
                    </a:cubicBezTo>
                    <a:lnTo>
                      <a:pt x="11114" y="14542"/>
                    </a:lnTo>
                    <a:cubicBezTo>
                      <a:pt x="11080" y="14588"/>
                      <a:pt x="11006" y="14607"/>
                      <a:pt x="10907" y="14607"/>
                    </a:cubicBezTo>
                    <a:cubicBezTo>
                      <a:pt x="10495" y="14607"/>
                      <a:pt x="9653" y="14280"/>
                      <a:pt x="9461" y="14244"/>
                    </a:cubicBezTo>
                    <a:cubicBezTo>
                      <a:pt x="8969" y="14140"/>
                      <a:pt x="9565" y="13559"/>
                      <a:pt x="9759" y="13350"/>
                    </a:cubicBezTo>
                    <a:cubicBezTo>
                      <a:pt x="9952" y="13142"/>
                      <a:pt x="10280" y="12799"/>
                      <a:pt x="10608" y="12710"/>
                    </a:cubicBezTo>
                    <a:close/>
                    <a:moveTo>
                      <a:pt x="12163" y="12622"/>
                    </a:moveTo>
                    <a:cubicBezTo>
                      <a:pt x="12303" y="12622"/>
                      <a:pt x="12437" y="12638"/>
                      <a:pt x="12500" y="12680"/>
                    </a:cubicBezTo>
                    <a:cubicBezTo>
                      <a:pt x="12664" y="13231"/>
                      <a:pt x="12783" y="13797"/>
                      <a:pt x="12872" y="14378"/>
                    </a:cubicBezTo>
                    <a:cubicBezTo>
                      <a:pt x="12902" y="14438"/>
                      <a:pt x="12992" y="14825"/>
                      <a:pt x="12902" y="14885"/>
                    </a:cubicBezTo>
                    <a:lnTo>
                      <a:pt x="12902" y="14900"/>
                    </a:lnTo>
                    <a:cubicBezTo>
                      <a:pt x="12885" y="14910"/>
                      <a:pt x="12860" y="14914"/>
                      <a:pt x="12830" y="14914"/>
                    </a:cubicBezTo>
                    <a:cubicBezTo>
                      <a:pt x="12728" y="14914"/>
                      <a:pt x="12569" y="14866"/>
                      <a:pt x="12500" y="14855"/>
                    </a:cubicBezTo>
                    <a:cubicBezTo>
                      <a:pt x="12128" y="14766"/>
                      <a:pt x="12217" y="14408"/>
                      <a:pt x="12172" y="14110"/>
                    </a:cubicBezTo>
                    <a:cubicBezTo>
                      <a:pt x="12128" y="13842"/>
                      <a:pt x="12068" y="13574"/>
                      <a:pt x="11993" y="13320"/>
                    </a:cubicBezTo>
                    <a:cubicBezTo>
                      <a:pt x="11934" y="13171"/>
                      <a:pt x="11681" y="12829"/>
                      <a:pt x="11755" y="12665"/>
                    </a:cubicBezTo>
                    <a:cubicBezTo>
                      <a:pt x="11841" y="12641"/>
                      <a:pt x="12007" y="12622"/>
                      <a:pt x="12163" y="12622"/>
                    </a:cubicBezTo>
                    <a:close/>
                    <a:moveTo>
                      <a:pt x="30212" y="13270"/>
                    </a:moveTo>
                    <a:cubicBezTo>
                      <a:pt x="30364" y="13270"/>
                      <a:pt x="30510" y="13287"/>
                      <a:pt x="30615" y="13350"/>
                    </a:cubicBezTo>
                    <a:cubicBezTo>
                      <a:pt x="30884" y="13514"/>
                      <a:pt x="31107" y="13738"/>
                      <a:pt x="31271" y="14006"/>
                    </a:cubicBezTo>
                    <a:cubicBezTo>
                      <a:pt x="31360" y="14095"/>
                      <a:pt x="31733" y="14602"/>
                      <a:pt x="31673" y="14721"/>
                    </a:cubicBezTo>
                    <a:lnTo>
                      <a:pt x="31643" y="14751"/>
                    </a:lnTo>
                    <a:cubicBezTo>
                      <a:pt x="31584" y="14840"/>
                      <a:pt x="31137" y="14855"/>
                      <a:pt x="31018" y="14870"/>
                    </a:cubicBezTo>
                    <a:cubicBezTo>
                      <a:pt x="30728" y="14922"/>
                      <a:pt x="30322" y="15103"/>
                      <a:pt x="29995" y="15103"/>
                    </a:cubicBezTo>
                    <a:cubicBezTo>
                      <a:pt x="29952" y="15103"/>
                      <a:pt x="29910" y="15100"/>
                      <a:pt x="29871" y="15093"/>
                    </a:cubicBezTo>
                    <a:cubicBezTo>
                      <a:pt x="29617" y="15049"/>
                      <a:pt x="29647" y="14736"/>
                      <a:pt x="29587" y="14542"/>
                    </a:cubicBezTo>
                    <a:cubicBezTo>
                      <a:pt x="29498" y="14199"/>
                      <a:pt x="29364" y="13857"/>
                      <a:pt x="29290" y="13514"/>
                    </a:cubicBezTo>
                    <a:cubicBezTo>
                      <a:pt x="29254" y="13312"/>
                      <a:pt x="29302" y="13271"/>
                      <a:pt x="29414" y="13271"/>
                    </a:cubicBezTo>
                    <a:cubicBezTo>
                      <a:pt x="29493" y="13271"/>
                      <a:pt x="29602" y="13291"/>
                      <a:pt x="29736" y="13291"/>
                    </a:cubicBezTo>
                    <a:cubicBezTo>
                      <a:pt x="29870" y="13291"/>
                      <a:pt x="30044" y="13270"/>
                      <a:pt x="30212" y="13270"/>
                    </a:cubicBezTo>
                    <a:close/>
                    <a:moveTo>
                      <a:pt x="13756" y="12685"/>
                    </a:moveTo>
                    <a:cubicBezTo>
                      <a:pt x="13805" y="12685"/>
                      <a:pt x="13871" y="12695"/>
                      <a:pt x="13960" y="12695"/>
                    </a:cubicBezTo>
                    <a:cubicBezTo>
                      <a:pt x="14466" y="12725"/>
                      <a:pt x="14973" y="12739"/>
                      <a:pt x="15494" y="12739"/>
                    </a:cubicBezTo>
                    <a:cubicBezTo>
                      <a:pt x="15620" y="12739"/>
                      <a:pt x="15773" y="12725"/>
                      <a:pt x="15922" y="12725"/>
                    </a:cubicBezTo>
                    <a:cubicBezTo>
                      <a:pt x="16146" y="12725"/>
                      <a:pt x="16358" y="12757"/>
                      <a:pt x="16448" y="12918"/>
                    </a:cubicBezTo>
                    <a:cubicBezTo>
                      <a:pt x="16716" y="13425"/>
                      <a:pt x="16805" y="14080"/>
                      <a:pt x="16954" y="14617"/>
                    </a:cubicBezTo>
                    <a:cubicBezTo>
                      <a:pt x="16999" y="14736"/>
                      <a:pt x="17208" y="15168"/>
                      <a:pt x="17148" y="15317"/>
                    </a:cubicBezTo>
                    <a:lnTo>
                      <a:pt x="17148" y="15347"/>
                    </a:lnTo>
                    <a:cubicBezTo>
                      <a:pt x="17123" y="15397"/>
                      <a:pt x="17067" y="15413"/>
                      <a:pt x="17002" y="15413"/>
                    </a:cubicBezTo>
                    <a:cubicBezTo>
                      <a:pt x="16914" y="15413"/>
                      <a:pt x="16808" y="15385"/>
                      <a:pt x="16731" y="15376"/>
                    </a:cubicBezTo>
                    <a:cubicBezTo>
                      <a:pt x="16135" y="15302"/>
                      <a:pt x="15524" y="15257"/>
                      <a:pt x="14928" y="15183"/>
                    </a:cubicBezTo>
                    <a:cubicBezTo>
                      <a:pt x="14690" y="15183"/>
                      <a:pt x="14466" y="15153"/>
                      <a:pt x="14228" y="15123"/>
                    </a:cubicBezTo>
                    <a:cubicBezTo>
                      <a:pt x="13990" y="15049"/>
                      <a:pt x="14049" y="14974"/>
                      <a:pt x="14020" y="14766"/>
                    </a:cubicBezTo>
                    <a:cubicBezTo>
                      <a:pt x="14005" y="14289"/>
                      <a:pt x="13930" y="13827"/>
                      <a:pt x="13766" y="13380"/>
                    </a:cubicBezTo>
                    <a:cubicBezTo>
                      <a:pt x="13722" y="13246"/>
                      <a:pt x="13587" y="12963"/>
                      <a:pt x="13617" y="12814"/>
                    </a:cubicBezTo>
                    <a:cubicBezTo>
                      <a:pt x="13644" y="12707"/>
                      <a:pt x="13682" y="12685"/>
                      <a:pt x="13756" y="12685"/>
                    </a:cubicBezTo>
                    <a:close/>
                    <a:moveTo>
                      <a:pt x="26216" y="13110"/>
                    </a:moveTo>
                    <a:cubicBezTo>
                      <a:pt x="26244" y="13110"/>
                      <a:pt x="26276" y="13111"/>
                      <a:pt x="26310" y="13112"/>
                    </a:cubicBezTo>
                    <a:lnTo>
                      <a:pt x="26295" y="13142"/>
                    </a:lnTo>
                    <a:cubicBezTo>
                      <a:pt x="26720" y="13167"/>
                      <a:pt x="27133" y="13204"/>
                      <a:pt x="27554" y="13204"/>
                    </a:cubicBezTo>
                    <a:cubicBezTo>
                      <a:pt x="27621" y="13204"/>
                      <a:pt x="27688" y="13203"/>
                      <a:pt x="27755" y="13201"/>
                    </a:cubicBezTo>
                    <a:cubicBezTo>
                      <a:pt x="27824" y="13201"/>
                      <a:pt x="27905" y="13192"/>
                      <a:pt x="27982" y="13192"/>
                    </a:cubicBezTo>
                    <a:cubicBezTo>
                      <a:pt x="28071" y="13192"/>
                      <a:pt x="28154" y="13205"/>
                      <a:pt x="28202" y="13261"/>
                    </a:cubicBezTo>
                    <a:cubicBezTo>
                      <a:pt x="28276" y="13350"/>
                      <a:pt x="28262" y="13604"/>
                      <a:pt x="28276" y="13708"/>
                    </a:cubicBezTo>
                    <a:cubicBezTo>
                      <a:pt x="28351" y="14125"/>
                      <a:pt x="28530" y="14527"/>
                      <a:pt x="28589" y="14944"/>
                    </a:cubicBezTo>
                    <a:cubicBezTo>
                      <a:pt x="28664" y="15406"/>
                      <a:pt x="28187" y="15302"/>
                      <a:pt x="27770" y="15332"/>
                    </a:cubicBezTo>
                    <a:cubicBezTo>
                      <a:pt x="27338" y="15361"/>
                      <a:pt x="26965" y="15421"/>
                      <a:pt x="26563" y="15451"/>
                    </a:cubicBezTo>
                    <a:cubicBezTo>
                      <a:pt x="26542" y="15452"/>
                      <a:pt x="26521" y="15453"/>
                      <a:pt x="26502" y="15453"/>
                    </a:cubicBezTo>
                    <a:cubicBezTo>
                      <a:pt x="26122" y="15453"/>
                      <a:pt x="26174" y="15180"/>
                      <a:pt x="26131" y="14840"/>
                    </a:cubicBezTo>
                    <a:cubicBezTo>
                      <a:pt x="26087" y="14393"/>
                      <a:pt x="26042" y="13946"/>
                      <a:pt x="25967" y="13499"/>
                    </a:cubicBezTo>
                    <a:cubicBezTo>
                      <a:pt x="25940" y="13187"/>
                      <a:pt x="25925" y="13110"/>
                      <a:pt x="26216" y="13110"/>
                    </a:cubicBezTo>
                    <a:close/>
                    <a:moveTo>
                      <a:pt x="17822" y="12836"/>
                    </a:moveTo>
                    <a:cubicBezTo>
                      <a:pt x="17915" y="12836"/>
                      <a:pt x="18020" y="12851"/>
                      <a:pt x="18101" y="12859"/>
                    </a:cubicBezTo>
                    <a:cubicBezTo>
                      <a:pt x="18638" y="12888"/>
                      <a:pt x="19189" y="12888"/>
                      <a:pt x="19740" y="12888"/>
                    </a:cubicBezTo>
                    <a:cubicBezTo>
                      <a:pt x="19806" y="12888"/>
                      <a:pt x="19914" y="12883"/>
                      <a:pt x="20026" y="12883"/>
                    </a:cubicBezTo>
                    <a:cubicBezTo>
                      <a:pt x="20166" y="12883"/>
                      <a:pt x="20313" y="12892"/>
                      <a:pt x="20396" y="12933"/>
                    </a:cubicBezTo>
                    <a:cubicBezTo>
                      <a:pt x="20589" y="13037"/>
                      <a:pt x="20545" y="13335"/>
                      <a:pt x="20589" y="13544"/>
                    </a:cubicBezTo>
                    <a:cubicBezTo>
                      <a:pt x="20634" y="14006"/>
                      <a:pt x="20709" y="14468"/>
                      <a:pt x="20828" y="14929"/>
                    </a:cubicBezTo>
                    <a:cubicBezTo>
                      <a:pt x="20857" y="15049"/>
                      <a:pt x="20962" y="15302"/>
                      <a:pt x="20917" y="15436"/>
                    </a:cubicBezTo>
                    <a:lnTo>
                      <a:pt x="20917" y="15451"/>
                    </a:lnTo>
                    <a:cubicBezTo>
                      <a:pt x="20877" y="15570"/>
                      <a:pt x="20785" y="15590"/>
                      <a:pt x="20670" y="15590"/>
                    </a:cubicBezTo>
                    <a:cubicBezTo>
                      <a:pt x="20613" y="15590"/>
                      <a:pt x="20550" y="15585"/>
                      <a:pt x="20485" y="15585"/>
                    </a:cubicBezTo>
                    <a:cubicBezTo>
                      <a:pt x="19859" y="15555"/>
                      <a:pt x="19249" y="15555"/>
                      <a:pt x="18623" y="15510"/>
                    </a:cubicBezTo>
                    <a:cubicBezTo>
                      <a:pt x="18355" y="15496"/>
                      <a:pt x="18340" y="15496"/>
                      <a:pt x="18280" y="15272"/>
                    </a:cubicBezTo>
                    <a:cubicBezTo>
                      <a:pt x="18221" y="15004"/>
                      <a:pt x="18146" y="14751"/>
                      <a:pt x="18072" y="14482"/>
                    </a:cubicBezTo>
                    <a:cubicBezTo>
                      <a:pt x="17967" y="14140"/>
                      <a:pt x="17878" y="13767"/>
                      <a:pt x="17744" y="13425"/>
                    </a:cubicBezTo>
                    <a:cubicBezTo>
                      <a:pt x="17699" y="13320"/>
                      <a:pt x="17535" y="13023"/>
                      <a:pt x="17610" y="12903"/>
                    </a:cubicBezTo>
                    <a:cubicBezTo>
                      <a:pt x="17647" y="12851"/>
                      <a:pt x="17729" y="12836"/>
                      <a:pt x="17822" y="12836"/>
                    </a:cubicBezTo>
                    <a:close/>
                    <a:moveTo>
                      <a:pt x="21909" y="12955"/>
                    </a:moveTo>
                    <a:cubicBezTo>
                      <a:pt x="22112" y="12955"/>
                      <a:pt x="22371" y="13012"/>
                      <a:pt x="22481" y="13023"/>
                    </a:cubicBezTo>
                    <a:cubicBezTo>
                      <a:pt x="23047" y="13052"/>
                      <a:pt x="23599" y="13052"/>
                      <a:pt x="24165" y="13052"/>
                    </a:cubicBezTo>
                    <a:cubicBezTo>
                      <a:pt x="24233" y="13042"/>
                      <a:pt x="24304" y="13037"/>
                      <a:pt x="24375" y="13037"/>
                    </a:cubicBezTo>
                    <a:cubicBezTo>
                      <a:pt x="24504" y="13037"/>
                      <a:pt x="24636" y="13053"/>
                      <a:pt x="24761" y="13082"/>
                    </a:cubicBezTo>
                    <a:cubicBezTo>
                      <a:pt x="24939" y="13186"/>
                      <a:pt x="24895" y="13350"/>
                      <a:pt x="24895" y="13529"/>
                    </a:cubicBezTo>
                    <a:cubicBezTo>
                      <a:pt x="24895" y="14036"/>
                      <a:pt x="24969" y="14527"/>
                      <a:pt x="25088" y="15019"/>
                    </a:cubicBezTo>
                    <a:cubicBezTo>
                      <a:pt x="25103" y="15108"/>
                      <a:pt x="25222" y="15421"/>
                      <a:pt x="25103" y="15510"/>
                    </a:cubicBezTo>
                    <a:lnTo>
                      <a:pt x="25103" y="15525"/>
                    </a:lnTo>
                    <a:cubicBezTo>
                      <a:pt x="25025" y="15543"/>
                      <a:pt x="24951" y="15550"/>
                      <a:pt x="24880" y="15550"/>
                    </a:cubicBezTo>
                    <a:cubicBezTo>
                      <a:pt x="24830" y="15550"/>
                      <a:pt x="24780" y="15546"/>
                      <a:pt x="24731" y="15540"/>
                    </a:cubicBezTo>
                    <a:cubicBezTo>
                      <a:pt x="24269" y="15555"/>
                      <a:pt x="23807" y="15570"/>
                      <a:pt x="23360" y="15585"/>
                    </a:cubicBezTo>
                    <a:cubicBezTo>
                      <a:pt x="23114" y="15585"/>
                      <a:pt x="22802" y="15635"/>
                      <a:pt x="22529" y="15635"/>
                    </a:cubicBezTo>
                    <a:cubicBezTo>
                      <a:pt x="22438" y="15635"/>
                      <a:pt x="22351" y="15630"/>
                      <a:pt x="22273" y="15615"/>
                    </a:cubicBezTo>
                    <a:cubicBezTo>
                      <a:pt x="22019" y="15555"/>
                      <a:pt x="22049" y="15510"/>
                      <a:pt x="21990" y="15272"/>
                    </a:cubicBezTo>
                    <a:cubicBezTo>
                      <a:pt x="21871" y="14721"/>
                      <a:pt x="21811" y="14185"/>
                      <a:pt x="21692" y="13633"/>
                    </a:cubicBezTo>
                    <a:cubicBezTo>
                      <a:pt x="21662" y="13499"/>
                      <a:pt x="21528" y="13142"/>
                      <a:pt x="21677" y="13008"/>
                    </a:cubicBezTo>
                    <a:cubicBezTo>
                      <a:pt x="21726" y="12969"/>
                      <a:pt x="21811" y="12955"/>
                      <a:pt x="21909" y="12955"/>
                    </a:cubicBezTo>
                    <a:close/>
                    <a:moveTo>
                      <a:pt x="31807" y="15704"/>
                    </a:moveTo>
                    <a:cubicBezTo>
                      <a:pt x="32567" y="16211"/>
                      <a:pt x="32910" y="17030"/>
                      <a:pt x="33208" y="17805"/>
                    </a:cubicBezTo>
                    <a:cubicBezTo>
                      <a:pt x="33297" y="17983"/>
                      <a:pt x="33401" y="18088"/>
                      <a:pt x="33193" y="18192"/>
                    </a:cubicBezTo>
                    <a:lnTo>
                      <a:pt x="33163" y="18222"/>
                    </a:lnTo>
                    <a:cubicBezTo>
                      <a:pt x="32969" y="18296"/>
                      <a:pt x="32761" y="18356"/>
                      <a:pt x="32552" y="18386"/>
                    </a:cubicBezTo>
                    <a:cubicBezTo>
                      <a:pt x="32272" y="18439"/>
                      <a:pt x="31778" y="18695"/>
                      <a:pt x="31442" y="18695"/>
                    </a:cubicBezTo>
                    <a:cubicBezTo>
                      <a:pt x="31402" y="18695"/>
                      <a:pt x="31365" y="18691"/>
                      <a:pt x="31330" y="18684"/>
                    </a:cubicBezTo>
                    <a:cubicBezTo>
                      <a:pt x="31003" y="18609"/>
                      <a:pt x="30824" y="17924"/>
                      <a:pt x="30720" y="17685"/>
                    </a:cubicBezTo>
                    <a:cubicBezTo>
                      <a:pt x="30571" y="17343"/>
                      <a:pt x="30422" y="17000"/>
                      <a:pt x="30258" y="16672"/>
                    </a:cubicBezTo>
                    <a:cubicBezTo>
                      <a:pt x="30124" y="16389"/>
                      <a:pt x="29885" y="16032"/>
                      <a:pt x="30347" y="15942"/>
                    </a:cubicBezTo>
                    <a:cubicBezTo>
                      <a:pt x="30824" y="15838"/>
                      <a:pt x="31316" y="15793"/>
                      <a:pt x="31807" y="15704"/>
                    </a:cubicBezTo>
                    <a:close/>
                    <a:moveTo>
                      <a:pt x="8756" y="15046"/>
                    </a:moveTo>
                    <a:cubicBezTo>
                      <a:pt x="8917" y="15046"/>
                      <a:pt x="9073" y="15121"/>
                      <a:pt x="9237" y="15168"/>
                    </a:cubicBezTo>
                    <a:lnTo>
                      <a:pt x="9237" y="15198"/>
                    </a:lnTo>
                    <a:cubicBezTo>
                      <a:pt x="9580" y="15287"/>
                      <a:pt x="9923" y="15347"/>
                      <a:pt x="10265" y="15421"/>
                    </a:cubicBezTo>
                    <a:cubicBezTo>
                      <a:pt x="10429" y="15451"/>
                      <a:pt x="10936" y="15451"/>
                      <a:pt x="11070" y="15555"/>
                    </a:cubicBezTo>
                    <a:cubicBezTo>
                      <a:pt x="11204" y="15659"/>
                      <a:pt x="11100" y="15928"/>
                      <a:pt x="11070" y="16091"/>
                    </a:cubicBezTo>
                    <a:cubicBezTo>
                      <a:pt x="10951" y="16717"/>
                      <a:pt x="10802" y="17343"/>
                      <a:pt x="10608" y="17954"/>
                    </a:cubicBezTo>
                    <a:cubicBezTo>
                      <a:pt x="10504" y="18296"/>
                      <a:pt x="10325" y="19131"/>
                      <a:pt x="9818" y="19160"/>
                    </a:cubicBezTo>
                    <a:cubicBezTo>
                      <a:pt x="9802" y="19161"/>
                      <a:pt x="9785" y="19161"/>
                      <a:pt x="9768" y="19161"/>
                    </a:cubicBezTo>
                    <a:cubicBezTo>
                      <a:pt x="9424" y="19161"/>
                      <a:pt x="9057" y="19023"/>
                      <a:pt x="8731" y="18952"/>
                    </a:cubicBezTo>
                    <a:cubicBezTo>
                      <a:pt x="8299" y="18877"/>
                      <a:pt x="7867" y="18788"/>
                      <a:pt x="7450" y="18684"/>
                    </a:cubicBezTo>
                    <a:cubicBezTo>
                      <a:pt x="7152" y="18609"/>
                      <a:pt x="6720" y="18579"/>
                      <a:pt x="6452" y="18460"/>
                    </a:cubicBezTo>
                    <a:cubicBezTo>
                      <a:pt x="6213" y="18356"/>
                      <a:pt x="6303" y="18147"/>
                      <a:pt x="6362" y="17939"/>
                    </a:cubicBezTo>
                    <a:cubicBezTo>
                      <a:pt x="6526" y="17283"/>
                      <a:pt x="6839" y="16687"/>
                      <a:pt x="7271" y="16181"/>
                    </a:cubicBezTo>
                    <a:cubicBezTo>
                      <a:pt x="7569" y="15808"/>
                      <a:pt x="8060" y="15168"/>
                      <a:pt x="8627" y="15063"/>
                    </a:cubicBezTo>
                    <a:cubicBezTo>
                      <a:pt x="8670" y="15051"/>
                      <a:pt x="8713" y="15046"/>
                      <a:pt x="8756" y="15046"/>
                    </a:cubicBezTo>
                    <a:close/>
                    <a:moveTo>
                      <a:pt x="28642" y="16147"/>
                    </a:moveTo>
                    <a:cubicBezTo>
                      <a:pt x="28813" y="16147"/>
                      <a:pt x="28958" y="16186"/>
                      <a:pt x="29036" y="16300"/>
                    </a:cubicBezTo>
                    <a:cubicBezTo>
                      <a:pt x="29170" y="16494"/>
                      <a:pt x="29185" y="16792"/>
                      <a:pt x="29275" y="17000"/>
                    </a:cubicBezTo>
                    <a:cubicBezTo>
                      <a:pt x="29379" y="17283"/>
                      <a:pt x="29498" y="17566"/>
                      <a:pt x="29632" y="17834"/>
                    </a:cubicBezTo>
                    <a:cubicBezTo>
                      <a:pt x="29692" y="17968"/>
                      <a:pt x="30213" y="18833"/>
                      <a:pt x="30094" y="18952"/>
                    </a:cubicBezTo>
                    <a:cubicBezTo>
                      <a:pt x="30034" y="19011"/>
                      <a:pt x="29722" y="19011"/>
                      <a:pt x="29617" y="19026"/>
                    </a:cubicBezTo>
                    <a:cubicBezTo>
                      <a:pt x="29304" y="19086"/>
                      <a:pt x="28977" y="19145"/>
                      <a:pt x="28649" y="19205"/>
                    </a:cubicBezTo>
                    <a:cubicBezTo>
                      <a:pt x="28438" y="19240"/>
                      <a:pt x="27942" y="19413"/>
                      <a:pt x="27609" y="19413"/>
                    </a:cubicBezTo>
                    <a:cubicBezTo>
                      <a:pt x="27518" y="19413"/>
                      <a:pt x="27440" y="19401"/>
                      <a:pt x="27383" y="19369"/>
                    </a:cubicBezTo>
                    <a:cubicBezTo>
                      <a:pt x="27234" y="19279"/>
                      <a:pt x="27129" y="18639"/>
                      <a:pt x="27100" y="18505"/>
                    </a:cubicBezTo>
                    <a:cubicBezTo>
                      <a:pt x="27010" y="18252"/>
                      <a:pt x="26936" y="17998"/>
                      <a:pt x="26861" y="17730"/>
                    </a:cubicBezTo>
                    <a:cubicBezTo>
                      <a:pt x="26787" y="17477"/>
                      <a:pt x="26712" y="17209"/>
                      <a:pt x="26638" y="16941"/>
                    </a:cubicBezTo>
                    <a:cubicBezTo>
                      <a:pt x="26608" y="16851"/>
                      <a:pt x="26444" y="16494"/>
                      <a:pt x="26489" y="16419"/>
                    </a:cubicBezTo>
                    <a:cubicBezTo>
                      <a:pt x="26564" y="16319"/>
                      <a:pt x="26858" y="16303"/>
                      <a:pt x="27139" y="16303"/>
                    </a:cubicBezTo>
                    <a:cubicBezTo>
                      <a:pt x="27272" y="16303"/>
                      <a:pt x="27403" y="16307"/>
                      <a:pt x="27506" y="16307"/>
                    </a:cubicBezTo>
                    <a:cubicBezTo>
                      <a:pt x="27574" y="16307"/>
                      <a:pt x="27629" y="16305"/>
                      <a:pt x="27666" y="16300"/>
                    </a:cubicBezTo>
                    <a:cubicBezTo>
                      <a:pt x="27908" y="16281"/>
                      <a:pt x="28321" y="16147"/>
                      <a:pt x="28642" y="16147"/>
                    </a:cubicBezTo>
                    <a:close/>
                    <a:moveTo>
                      <a:pt x="12363" y="15811"/>
                    </a:moveTo>
                    <a:cubicBezTo>
                      <a:pt x="12399" y="15811"/>
                      <a:pt x="12444" y="15816"/>
                      <a:pt x="12500" y="15823"/>
                    </a:cubicBezTo>
                    <a:cubicBezTo>
                      <a:pt x="12619" y="15823"/>
                      <a:pt x="12753" y="15853"/>
                      <a:pt x="12872" y="15913"/>
                    </a:cubicBezTo>
                    <a:cubicBezTo>
                      <a:pt x="13006" y="16032"/>
                      <a:pt x="12828" y="16732"/>
                      <a:pt x="12798" y="16911"/>
                    </a:cubicBezTo>
                    <a:cubicBezTo>
                      <a:pt x="12723" y="17462"/>
                      <a:pt x="12604" y="17998"/>
                      <a:pt x="12515" y="18550"/>
                    </a:cubicBezTo>
                    <a:cubicBezTo>
                      <a:pt x="12470" y="18773"/>
                      <a:pt x="12515" y="19414"/>
                      <a:pt x="12247" y="19503"/>
                    </a:cubicBezTo>
                    <a:cubicBezTo>
                      <a:pt x="12218" y="19512"/>
                      <a:pt x="12185" y="19515"/>
                      <a:pt x="12150" y="19515"/>
                    </a:cubicBezTo>
                    <a:cubicBezTo>
                      <a:pt x="12003" y="19515"/>
                      <a:pt x="11816" y="19452"/>
                      <a:pt x="11695" y="19428"/>
                    </a:cubicBezTo>
                    <a:cubicBezTo>
                      <a:pt x="11672" y="19426"/>
                      <a:pt x="11645" y="19425"/>
                      <a:pt x="11615" y="19425"/>
                    </a:cubicBezTo>
                    <a:cubicBezTo>
                      <a:pt x="11569" y="19425"/>
                      <a:pt x="11517" y="19427"/>
                      <a:pt x="11464" y="19427"/>
                    </a:cubicBezTo>
                    <a:cubicBezTo>
                      <a:pt x="11354" y="19427"/>
                      <a:pt x="11241" y="19419"/>
                      <a:pt x="11174" y="19369"/>
                    </a:cubicBezTo>
                    <a:cubicBezTo>
                      <a:pt x="11100" y="19101"/>
                      <a:pt x="11427" y="18698"/>
                      <a:pt x="11517" y="18460"/>
                    </a:cubicBezTo>
                    <a:lnTo>
                      <a:pt x="11517" y="18475"/>
                    </a:lnTo>
                    <a:cubicBezTo>
                      <a:pt x="11695" y="18043"/>
                      <a:pt x="11844" y="17596"/>
                      <a:pt x="11964" y="17134"/>
                    </a:cubicBezTo>
                    <a:cubicBezTo>
                      <a:pt x="12053" y="16762"/>
                      <a:pt x="12023" y="16345"/>
                      <a:pt x="12157" y="15987"/>
                    </a:cubicBezTo>
                    <a:cubicBezTo>
                      <a:pt x="12213" y="15853"/>
                      <a:pt x="12252" y="15811"/>
                      <a:pt x="12363" y="15811"/>
                    </a:cubicBezTo>
                    <a:close/>
                    <a:moveTo>
                      <a:pt x="25357" y="16479"/>
                    </a:moveTo>
                    <a:cubicBezTo>
                      <a:pt x="25416" y="16613"/>
                      <a:pt x="25461" y="16762"/>
                      <a:pt x="25476" y="16911"/>
                    </a:cubicBezTo>
                    <a:cubicBezTo>
                      <a:pt x="25550" y="17224"/>
                      <a:pt x="25640" y="17551"/>
                      <a:pt x="25744" y="17879"/>
                    </a:cubicBezTo>
                    <a:lnTo>
                      <a:pt x="25729" y="17894"/>
                    </a:lnTo>
                    <a:cubicBezTo>
                      <a:pt x="25833" y="18207"/>
                      <a:pt x="25938" y="18505"/>
                      <a:pt x="26027" y="18803"/>
                    </a:cubicBezTo>
                    <a:cubicBezTo>
                      <a:pt x="26087" y="18982"/>
                      <a:pt x="26310" y="19414"/>
                      <a:pt x="26161" y="19548"/>
                    </a:cubicBezTo>
                    <a:cubicBezTo>
                      <a:pt x="26074" y="19627"/>
                      <a:pt x="25908" y="19643"/>
                      <a:pt x="25744" y="19643"/>
                    </a:cubicBezTo>
                    <a:cubicBezTo>
                      <a:pt x="25630" y="19643"/>
                      <a:pt x="25517" y="19635"/>
                      <a:pt x="25433" y="19635"/>
                    </a:cubicBezTo>
                    <a:cubicBezTo>
                      <a:pt x="25410" y="19635"/>
                      <a:pt x="25390" y="19636"/>
                      <a:pt x="25371" y="19637"/>
                    </a:cubicBezTo>
                    <a:cubicBezTo>
                      <a:pt x="25014" y="19652"/>
                      <a:pt x="24671" y="19682"/>
                      <a:pt x="24314" y="19726"/>
                    </a:cubicBezTo>
                    <a:cubicBezTo>
                      <a:pt x="24099" y="19738"/>
                      <a:pt x="23807" y="19817"/>
                      <a:pt x="23569" y="19817"/>
                    </a:cubicBezTo>
                    <a:cubicBezTo>
                      <a:pt x="23510" y="19817"/>
                      <a:pt x="23455" y="19813"/>
                      <a:pt x="23405" y="19801"/>
                    </a:cubicBezTo>
                    <a:cubicBezTo>
                      <a:pt x="23137" y="19756"/>
                      <a:pt x="23182" y="19577"/>
                      <a:pt x="23122" y="19384"/>
                    </a:cubicBezTo>
                    <a:cubicBezTo>
                      <a:pt x="22884" y="18579"/>
                      <a:pt x="22601" y="17805"/>
                      <a:pt x="22392" y="17000"/>
                    </a:cubicBezTo>
                    <a:cubicBezTo>
                      <a:pt x="22377" y="16926"/>
                      <a:pt x="22258" y="16628"/>
                      <a:pt x="22303" y="16568"/>
                    </a:cubicBezTo>
                    <a:cubicBezTo>
                      <a:pt x="22345" y="16525"/>
                      <a:pt x="22472" y="16513"/>
                      <a:pt x="22615" y="16513"/>
                    </a:cubicBezTo>
                    <a:cubicBezTo>
                      <a:pt x="22819" y="16513"/>
                      <a:pt x="23058" y="16538"/>
                      <a:pt x="23137" y="16538"/>
                    </a:cubicBezTo>
                    <a:cubicBezTo>
                      <a:pt x="23882" y="16538"/>
                      <a:pt x="24627" y="16523"/>
                      <a:pt x="25357" y="16479"/>
                    </a:cubicBezTo>
                    <a:close/>
                    <a:moveTo>
                      <a:pt x="14260" y="16069"/>
                    </a:moveTo>
                    <a:cubicBezTo>
                      <a:pt x="14294" y="16069"/>
                      <a:pt x="14333" y="16072"/>
                      <a:pt x="14377" y="16077"/>
                    </a:cubicBezTo>
                    <a:cubicBezTo>
                      <a:pt x="15003" y="16136"/>
                      <a:pt x="15628" y="16225"/>
                      <a:pt x="16239" y="16285"/>
                    </a:cubicBezTo>
                    <a:cubicBezTo>
                      <a:pt x="16294" y="16288"/>
                      <a:pt x="16356" y="16289"/>
                      <a:pt x="16421" y="16289"/>
                    </a:cubicBezTo>
                    <a:cubicBezTo>
                      <a:pt x="16493" y="16289"/>
                      <a:pt x="16569" y="16288"/>
                      <a:pt x="16647" y="16288"/>
                    </a:cubicBezTo>
                    <a:cubicBezTo>
                      <a:pt x="16882" y="16288"/>
                      <a:pt x="17127" y="16296"/>
                      <a:pt x="17282" y="16360"/>
                    </a:cubicBezTo>
                    <a:cubicBezTo>
                      <a:pt x="17476" y="16419"/>
                      <a:pt x="17461" y="16583"/>
                      <a:pt x="17491" y="16747"/>
                    </a:cubicBezTo>
                    <a:lnTo>
                      <a:pt x="17491" y="16777"/>
                    </a:lnTo>
                    <a:cubicBezTo>
                      <a:pt x="17625" y="17507"/>
                      <a:pt x="17714" y="18252"/>
                      <a:pt x="17759" y="19011"/>
                    </a:cubicBezTo>
                    <a:cubicBezTo>
                      <a:pt x="17774" y="19190"/>
                      <a:pt x="17908" y="19622"/>
                      <a:pt x="17789" y="19786"/>
                    </a:cubicBezTo>
                    <a:cubicBezTo>
                      <a:pt x="17722" y="19868"/>
                      <a:pt x="17632" y="19890"/>
                      <a:pt x="17533" y="19890"/>
                    </a:cubicBezTo>
                    <a:cubicBezTo>
                      <a:pt x="17435" y="19890"/>
                      <a:pt x="17327" y="19868"/>
                      <a:pt x="17222" y="19860"/>
                    </a:cubicBezTo>
                    <a:cubicBezTo>
                      <a:pt x="16433" y="19816"/>
                      <a:pt x="15643" y="19786"/>
                      <a:pt x="14839" y="19726"/>
                    </a:cubicBezTo>
                    <a:cubicBezTo>
                      <a:pt x="14511" y="19712"/>
                      <a:pt x="14154" y="19712"/>
                      <a:pt x="13811" y="19682"/>
                    </a:cubicBezTo>
                    <a:cubicBezTo>
                      <a:pt x="13751" y="19682"/>
                      <a:pt x="13543" y="19682"/>
                      <a:pt x="13498" y="19622"/>
                    </a:cubicBezTo>
                    <a:cubicBezTo>
                      <a:pt x="13439" y="19577"/>
                      <a:pt x="13498" y="19354"/>
                      <a:pt x="13528" y="19235"/>
                    </a:cubicBezTo>
                    <a:cubicBezTo>
                      <a:pt x="13647" y="18594"/>
                      <a:pt x="13766" y="17968"/>
                      <a:pt x="13856" y="17328"/>
                    </a:cubicBezTo>
                    <a:cubicBezTo>
                      <a:pt x="13900" y="17045"/>
                      <a:pt x="13945" y="16762"/>
                      <a:pt x="13975" y="16479"/>
                    </a:cubicBezTo>
                    <a:cubicBezTo>
                      <a:pt x="14001" y="16227"/>
                      <a:pt x="13981" y="16069"/>
                      <a:pt x="14260" y="16069"/>
                    </a:cubicBezTo>
                    <a:close/>
                    <a:moveTo>
                      <a:pt x="18786" y="16418"/>
                    </a:moveTo>
                    <a:cubicBezTo>
                      <a:pt x="19001" y="16418"/>
                      <a:pt x="19330" y="16494"/>
                      <a:pt x="19442" y="16494"/>
                    </a:cubicBezTo>
                    <a:cubicBezTo>
                      <a:pt x="19770" y="16523"/>
                      <a:pt x="20098" y="16523"/>
                      <a:pt x="20425" y="16523"/>
                    </a:cubicBezTo>
                    <a:cubicBezTo>
                      <a:pt x="20529" y="16514"/>
                      <a:pt x="20722" y="16487"/>
                      <a:pt x="20883" y="16487"/>
                    </a:cubicBezTo>
                    <a:cubicBezTo>
                      <a:pt x="20978" y="16487"/>
                      <a:pt x="21061" y="16496"/>
                      <a:pt x="21111" y="16523"/>
                    </a:cubicBezTo>
                    <a:lnTo>
                      <a:pt x="21111" y="16538"/>
                    </a:lnTo>
                    <a:cubicBezTo>
                      <a:pt x="21275" y="17134"/>
                      <a:pt x="21438" y="17730"/>
                      <a:pt x="21617" y="18326"/>
                    </a:cubicBezTo>
                    <a:cubicBezTo>
                      <a:pt x="21722" y="18654"/>
                      <a:pt x="21811" y="18967"/>
                      <a:pt x="21915" y="19294"/>
                    </a:cubicBezTo>
                    <a:cubicBezTo>
                      <a:pt x="21960" y="19384"/>
                      <a:pt x="22154" y="19712"/>
                      <a:pt x="22109" y="19801"/>
                    </a:cubicBezTo>
                    <a:cubicBezTo>
                      <a:pt x="22064" y="19890"/>
                      <a:pt x="21751" y="19913"/>
                      <a:pt x="21424" y="19913"/>
                    </a:cubicBezTo>
                    <a:cubicBezTo>
                      <a:pt x="21096" y="19913"/>
                      <a:pt x="20753" y="19890"/>
                      <a:pt x="20649" y="19890"/>
                    </a:cubicBezTo>
                    <a:lnTo>
                      <a:pt x="19621" y="19890"/>
                    </a:lnTo>
                    <a:cubicBezTo>
                      <a:pt x="19532" y="19890"/>
                      <a:pt x="19297" y="19923"/>
                      <a:pt x="19119" y="19923"/>
                    </a:cubicBezTo>
                    <a:cubicBezTo>
                      <a:pt x="19030" y="19923"/>
                      <a:pt x="18956" y="19915"/>
                      <a:pt x="18921" y="19890"/>
                    </a:cubicBezTo>
                    <a:cubicBezTo>
                      <a:pt x="18802" y="19831"/>
                      <a:pt x="18876" y="19518"/>
                      <a:pt x="18876" y="19399"/>
                    </a:cubicBezTo>
                    <a:cubicBezTo>
                      <a:pt x="18876" y="19160"/>
                      <a:pt x="18876" y="18907"/>
                      <a:pt x="18846" y="18654"/>
                    </a:cubicBezTo>
                    <a:cubicBezTo>
                      <a:pt x="18817" y="18132"/>
                      <a:pt x="18757" y="17626"/>
                      <a:pt x="18682" y="17104"/>
                    </a:cubicBezTo>
                    <a:cubicBezTo>
                      <a:pt x="18668" y="17000"/>
                      <a:pt x="18519" y="16523"/>
                      <a:pt x="18623" y="16449"/>
                    </a:cubicBezTo>
                    <a:cubicBezTo>
                      <a:pt x="18656" y="16427"/>
                      <a:pt x="18715" y="16418"/>
                      <a:pt x="18786" y="16418"/>
                    </a:cubicBezTo>
                    <a:close/>
                    <a:moveTo>
                      <a:pt x="33497" y="19094"/>
                    </a:moveTo>
                    <a:cubicBezTo>
                      <a:pt x="33517" y="19094"/>
                      <a:pt x="33535" y="19096"/>
                      <a:pt x="33550" y="19101"/>
                    </a:cubicBezTo>
                    <a:cubicBezTo>
                      <a:pt x="33699" y="19145"/>
                      <a:pt x="33952" y="19428"/>
                      <a:pt x="34072" y="19503"/>
                    </a:cubicBezTo>
                    <a:cubicBezTo>
                      <a:pt x="34295" y="19637"/>
                      <a:pt x="34519" y="19801"/>
                      <a:pt x="34727" y="19965"/>
                    </a:cubicBezTo>
                    <a:cubicBezTo>
                      <a:pt x="35144" y="20352"/>
                      <a:pt x="35487" y="20799"/>
                      <a:pt x="35740" y="21320"/>
                    </a:cubicBezTo>
                    <a:cubicBezTo>
                      <a:pt x="35745" y="21318"/>
                      <a:pt x="35749" y="21316"/>
                      <a:pt x="35753" y="21314"/>
                    </a:cubicBezTo>
                    <a:lnTo>
                      <a:pt x="35753" y="21314"/>
                    </a:lnTo>
                    <a:cubicBezTo>
                      <a:pt x="35743" y="21320"/>
                      <a:pt x="35733" y="21328"/>
                      <a:pt x="35725" y="21335"/>
                    </a:cubicBezTo>
                    <a:lnTo>
                      <a:pt x="35710" y="21350"/>
                    </a:lnTo>
                    <a:cubicBezTo>
                      <a:pt x="35546" y="21455"/>
                      <a:pt x="35368" y="21544"/>
                      <a:pt x="35189" y="21603"/>
                    </a:cubicBezTo>
                    <a:cubicBezTo>
                      <a:pt x="34921" y="21723"/>
                      <a:pt x="34638" y="21812"/>
                      <a:pt x="34370" y="21946"/>
                    </a:cubicBezTo>
                    <a:cubicBezTo>
                      <a:pt x="34221" y="22021"/>
                      <a:pt x="33982" y="22184"/>
                      <a:pt x="33789" y="22184"/>
                    </a:cubicBezTo>
                    <a:cubicBezTo>
                      <a:pt x="33416" y="22184"/>
                      <a:pt x="33118" y="21544"/>
                      <a:pt x="32954" y="21306"/>
                    </a:cubicBezTo>
                    <a:cubicBezTo>
                      <a:pt x="32656" y="20918"/>
                      <a:pt x="32388" y="20531"/>
                      <a:pt x="32120" y="20129"/>
                    </a:cubicBezTo>
                    <a:cubicBezTo>
                      <a:pt x="32046" y="20024"/>
                      <a:pt x="31837" y="19816"/>
                      <a:pt x="31822" y="19697"/>
                    </a:cubicBezTo>
                    <a:cubicBezTo>
                      <a:pt x="31792" y="19503"/>
                      <a:pt x="31867" y="19533"/>
                      <a:pt x="32105" y="19473"/>
                    </a:cubicBezTo>
                    <a:cubicBezTo>
                      <a:pt x="32344" y="19414"/>
                      <a:pt x="32612" y="19354"/>
                      <a:pt x="32850" y="19294"/>
                    </a:cubicBezTo>
                    <a:cubicBezTo>
                      <a:pt x="32984" y="19254"/>
                      <a:pt x="33322" y="19094"/>
                      <a:pt x="33497" y="19094"/>
                    </a:cubicBezTo>
                    <a:close/>
                    <a:moveTo>
                      <a:pt x="30523" y="19840"/>
                    </a:moveTo>
                    <a:cubicBezTo>
                      <a:pt x="30561" y="19840"/>
                      <a:pt x="30598" y="19846"/>
                      <a:pt x="30630" y="19860"/>
                    </a:cubicBezTo>
                    <a:cubicBezTo>
                      <a:pt x="30764" y="19920"/>
                      <a:pt x="30854" y="20158"/>
                      <a:pt x="30943" y="20293"/>
                    </a:cubicBezTo>
                    <a:cubicBezTo>
                      <a:pt x="31107" y="20531"/>
                      <a:pt x="31286" y="20784"/>
                      <a:pt x="31450" y="21022"/>
                    </a:cubicBezTo>
                    <a:cubicBezTo>
                      <a:pt x="31658" y="21306"/>
                      <a:pt x="31852" y="21603"/>
                      <a:pt x="32060" y="21887"/>
                    </a:cubicBezTo>
                    <a:cubicBezTo>
                      <a:pt x="32239" y="22050"/>
                      <a:pt x="32388" y="22244"/>
                      <a:pt x="32522" y="22438"/>
                    </a:cubicBezTo>
                    <a:cubicBezTo>
                      <a:pt x="32641" y="22646"/>
                      <a:pt x="32552" y="22661"/>
                      <a:pt x="32329" y="22751"/>
                    </a:cubicBezTo>
                    <a:cubicBezTo>
                      <a:pt x="31986" y="22870"/>
                      <a:pt x="31643" y="22974"/>
                      <a:pt x="31301" y="23093"/>
                    </a:cubicBezTo>
                    <a:cubicBezTo>
                      <a:pt x="30973" y="23198"/>
                      <a:pt x="30571" y="23332"/>
                      <a:pt x="30198" y="23436"/>
                    </a:cubicBezTo>
                    <a:cubicBezTo>
                      <a:pt x="29940" y="23508"/>
                      <a:pt x="29571" y="23690"/>
                      <a:pt x="29305" y="23690"/>
                    </a:cubicBezTo>
                    <a:cubicBezTo>
                      <a:pt x="29294" y="23690"/>
                      <a:pt x="29284" y="23690"/>
                      <a:pt x="29275" y="23689"/>
                    </a:cubicBezTo>
                    <a:cubicBezTo>
                      <a:pt x="28992" y="23674"/>
                      <a:pt x="28902" y="23183"/>
                      <a:pt x="28798" y="22944"/>
                    </a:cubicBezTo>
                    <a:cubicBezTo>
                      <a:pt x="28515" y="22304"/>
                      <a:pt x="28232" y="21663"/>
                      <a:pt x="27993" y="21022"/>
                    </a:cubicBezTo>
                    <a:cubicBezTo>
                      <a:pt x="27919" y="20859"/>
                      <a:pt x="27666" y="20427"/>
                      <a:pt x="27800" y="20293"/>
                    </a:cubicBezTo>
                    <a:cubicBezTo>
                      <a:pt x="27993" y="20129"/>
                      <a:pt x="28649" y="20173"/>
                      <a:pt x="28902" y="20129"/>
                    </a:cubicBezTo>
                    <a:cubicBezTo>
                      <a:pt x="29319" y="20054"/>
                      <a:pt x="29736" y="19980"/>
                      <a:pt x="30154" y="19905"/>
                    </a:cubicBezTo>
                    <a:lnTo>
                      <a:pt x="30154" y="19920"/>
                    </a:lnTo>
                    <a:cubicBezTo>
                      <a:pt x="30255" y="19897"/>
                      <a:pt x="30400" y="19840"/>
                      <a:pt x="30523" y="19840"/>
                    </a:cubicBezTo>
                    <a:close/>
                    <a:moveTo>
                      <a:pt x="6237" y="19378"/>
                    </a:moveTo>
                    <a:cubicBezTo>
                      <a:pt x="6415" y="19378"/>
                      <a:pt x="6588" y="19460"/>
                      <a:pt x="6779" y="19518"/>
                    </a:cubicBezTo>
                    <a:cubicBezTo>
                      <a:pt x="7107" y="19607"/>
                      <a:pt x="7435" y="19667"/>
                      <a:pt x="7777" y="19741"/>
                    </a:cubicBezTo>
                    <a:cubicBezTo>
                      <a:pt x="8135" y="19816"/>
                      <a:pt x="8507" y="19890"/>
                      <a:pt x="8865" y="19950"/>
                    </a:cubicBezTo>
                    <a:cubicBezTo>
                      <a:pt x="8984" y="19980"/>
                      <a:pt x="9446" y="20009"/>
                      <a:pt x="9550" y="20084"/>
                    </a:cubicBezTo>
                    <a:cubicBezTo>
                      <a:pt x="9759" y="20233"/>
                      <a:pt x="9282" y="21022"/>
                      <a:pt x="9178" y="21276"/>
                    </a:cubicBezTo>
                    <a:cubicBezTo>
                      <a:pt x="8910" y="21887"/>
                      <a:pt x="8686" y="22497"/>
                      <a:pt x="8478" y="23123"/>
                    </a:cubicBezTo>
                    <a:cubicBezTo>
                      <a:pt x="8433" y="23302"/>
                      <a:pt x="8433" y="23704"/>
                      <a:pt x="8254" y="23838"/>
                    </a:cubicBezTo>
                    <a:cubicBezTo>
                      <a:pt x="8182" y="23894"/>
                      <a:pt x="8080" y="23907"/>
                      <a:pt x="7972" y="23907"/>
                    </a:cubicBezTo>
                    <a:cubicBezTo>
                      <a:pt x="7881" y="23907"/>
                      <a:pt x="7785" y="23898"/>
                      <a:pt x="7703" y="23898"/>
                    </a:cubicBezTo>
                    <a:cubicBezTo>
                      <a:pt x="7286" y="23878"/>
                      <a:pt x="6870" y="23868"/>
                      <a:pt x="6456" y="23868"/>
                    </a:cubicBezTo>
                    <a:cubicBezTo>
                      <a:pt x="5627" y="23868"/>
                      <a:pt x="4803" y="23908"/>
                      <a:pt x="3979" y="23987"/>
                    </a:cubicBezTo>
                    <a:cubicBezTo>
                      <a:pt x="3889" y="23995"/>
                      <a:pt x="3807" y="24009"/>
                      <a:pt x="3738" y="24009"/>
                    </a:cubicBezTo>
                    <a:cubicBezTo>
                      <a:pt x="3669" y="24009"/>
                      <a:pt x="3614" y="23995"/>
                      <a:pt x="3576" y="23942"/>
                    </a:cubicBezTo>
                    <a:cubicBezTo>
                      <a:pt x="3517" y="23823"/>
                      <a:pt x="3576" y="23570"/>
                      <a:pt x="3576" y="23421"/>
                    </a:cubicBezTo>
                    <a:cubicBezTo>
                      <a:pt x="3621" y="22423"/>
                      <a:pt x="4008" y="21469"/>
                      <a:pt x="4664" y="20695"/>
                    </a:cubicBezTo>
                    <a:cubicBezTo>
                      <a:pt x="5036" y="20233"/>
                      <a:pt x="5468" y="19831"/>
                      <a:pt x="5930" y="19473"/>
                    </a:cubicBezTo>
                    <a:cubicBezTo>
                      <a:pt x="6037" y="19404"/>
                      <a:pt x="6138" y="19378"/>
                      <a:pt x="6237" y="19378"/>
                    </a:cubicBezTo>
                    <a:close/>
                    <a:moveTo>
                      <a:pt x="10914" y="20272"/>
                    </a:moveTo>
                    <a:cubicBezTo>
                      <a:pt x="11069" y="20272"/>
                      <a:pt x="11315" y="20326"/>
                      <a:pt x="11383" y="20337"/>
                    </a:cubicBezTo>
                    <a:lnTo>
                      <a:pt x="11383" y="20352"/>
                    </a:lnTo>
                    <a:cubicBezTo>
                      <a:pt x="11859" y="20397"/>
                      <a:pt x="12142" y="20337"/>
                      <a:pt x="12083" y="20784"/>
                    </a:cubicBezTo>
                    <a:cubicBezTo>
                      <a:pt x="12008" y="21395"/>
                      <a:pt x="11830" y="22006"/>
                      <a:pt x="11740" y="22602"/>
                    </a:cubicBezTo>
                    <a:cubicBezTo>
                      <a:pt x="11695" y="22900"/>
                      <a:pt x="11651" y="23183"/>
                      <a:pt x="11621" y="23481"/>
                    </a:cubicBezTo>
                    <a:cubicBezTo>
                      <a:pt x="11606" y="23570"/>
                      <a:pt x="11621" y="23913"/>
                      <a:pt x="11532" y="23987"/>
                    </a:cubicBezTo>
                    <a:cubicBezTo>
                      <a:pt x="11478" y="24023"/>
                      <a:pt x="11369" y="24036"/>
                      <a:pt x="11236" y="24036"/>
                    </a:cubicBezTo>
                    <a:cubicBezTo>
                      <a:pt x="10930" y="24036"/>
                      <a:pt x="10497" y="23968"/>
                      <a:pt x="10310" y="23957"/>
                    </a:cubicBezTo>
                    <a:cubicBezTo>
                      <a:pt x="10229" y="23957"/>
                      <a:pt x="9984" y="23971"/>
                      <a:pt x="9765" y="23971"/>
                    </a:cubicBezTo>
                    <a:cubicBezTo>
                      <a:pt x="9583" y="23971"/>
                      <a:pt x="9420" y="23961"/>
                      <a:pt x="9386" y="23928"/>
                    </a:cubicBezTo>
                    <a:cubicBezTo>
                      <a:pt x="9267" y="23793"/>
                      <a:pt x="9759" y="22810"/>
                      <a:pt x="9804" y="22691"/>
                    </a:cubicBezTo>
                    <a:cubicBezTo>
                      <a:pt x="10012" y="22110"/>
                      <a:pt x="10236" y="21529"/>
                      <a:pt x="10489" y="20963"/>
                    </a:cubicBezTo>
                    <a:cubicBezTo>
                      <a:pt x="10548" y="20829"/>
                      <a:pt x="10623" y="20367"/>
                      <a:pt x="10802" y="20293"/>
                    </a:cubicBezTo>
                    <a:cubicBezTo>
                      <a:pt x="10824" y="20278"/>
                      <a:pt x="10864" y="20272"/>
                      <a:pt x="10914" y="20272"/>
                    </a:cubicBezTo>
                    <a:close/>
                    <a:moveTo>
                      <a:pt x="13527" y="20579"/>
                    </a:moveTo>
                    <a:cubicBezTo>
                      <a:pt x="13718" y="20579"/>
                      <a:pt x="13954" y="20639"/>
                      <a:pt x="14109" y="20650"/>
                    </a:cubicBezTo>
                    <a:cubicBezTo>
                      <a:pt x="14496" y="20695"/>
                      <a:pt x="14884" y="20710"/>
                      <a:pt x="15286" y="20739"/>
                    </a:cubicBezTo>
                    <a:cubicBezTo>
                      <a:pt x="15926" y="20784"/>
                      <a:pt x="16582" y="20754"/>
                      <a:pt x="17222" y="20799"/>
                    </a:cubicBezTo>
                    <a:cubicBezTo>
                      <a:pt x="17327" y="20799"/>
                      <a:pt x="17625" y="20799"/>
                      <a:pt x="17684" y="20874"/>
                    </a:cubicBezTo>
                    <a:cubicBezTo>
                      <a:pt x="17759" y="20948"/>
                      <a:pt x="17655" y="21306"/>
                      <a:pt x="17640" y="21395"/>
                    </a:cubicBezTo>
                    <a:cubicBezTo>
                      <a:pt x="17625" y="21544"/>
                      <a:pt x="17610" y="21693"/>
                      <a:pt x="17595" y="21842"/>
                    </a:cubicBezTo>
                    <a:cubicBezTo>
                      <a:pt x="17520" y="22482"/>
                      <a:pt x="17416" y="23123"/>
                      <a:pt x="17357" y="23764"/>
                    </a:cubicBezTo>
                    <a:cubicBezTo>
                      <a:pt x="17342" y="23883"/>
                      <a:pt x="17401" y="24166"/>
                      <a:pt x="17297" y="24255"/>
                    </a:cubicBezTo>
                    <a:cubicBezTo>
                      <a:pt x="17249" y="24289"/>
                      <a:pt x="17173" y="24301"/>
                      <a:pt x="17086" y="24301"/>
                    </a:cubicBezTo>
                    <a:cubicBezTo>
                      <a:pt x="16900" y="24301"/>
                      <a:pt x="16664" y="24246"/>
                      <a:pt x="16552" y="24225"/>
                    </a:cubicBezTo>
                    <a:cubicBezTo>
                      <a:pt x="15643" y="24151"/>
                      <a:pt x="14690" y="24121"/>
                      <a:pt x="13781" y="24091"/>
                    </a:cubicBezTo>
                    <a:cubicBezTo>
                      <a:pt x="13658" y="24098"/>
                      <a:pt x="13534" y="24101"/>
                      <a:pt x="13411" y="24101"/>
                    </a:cubicBezTo>
                    <a:cubicBezTo>
                      <a:pt x="13236" y="24101"/>
                      <a:pt x="13062" y="24094"/>
                      <a:pt x="12887" y="24076"/>
                    </a:cubicBezTo>
                    <a:cubicBezTo>
                      <a:pt x="12604" y="24017"/>
                      <a:pt x="12694" y="23913"/>
                      <a:pt x="12723" y="23689"/>
                    </a:cubicBezTo>
                    <a:cubicBezTo>
                      <a:pt x="12798" y="23138"/>
                      <a:pt x="12857" y="22602"/>
                      <a:pt x="12947" y="22065"/>
                    </a:cubicBezTo>
                    <a:cubicBezTo>
                      <a:pt x="12992" y="21738"/>
                      <a:pt x="13036" y="21395"/>
                      <a:pt x="13111" y="21052"/>
                    </a:cubicBezTo>
                    <a:cubicBezTo>
                      <a:pt x="13141" y="20888"/>
                      <a:pt x="13155" y="20665"/>
                      <a:pt x="13349" y="20590"/>
                    </a:cubicBezTo>
                    <a:lnTo>
                      <a:pt x="13349" y="20605"/>
                    </a:lnTo>
                    <a:cubicBezTo>
                      <a:pt x="13399" y="20586"/>
                      <a:pt x="13460" y="20579"/>
                      <a:pt x="13527" y="20579"/>
                    </a:cubicBezTo>
                    <a:close/>
                    <a:moveTo>
                      <a:pt x="26397" y="20486"/>
                    </a:moveTo>
                    <a:cubicBezTo>
                      <a:pt x="26575" y="20486"/>
                      <a:pt x="26654" y="20539"/>
                      <a:pt x="26742" y="20769"/>
                    </a:cubicBezTo>
                    <a:cubicBezTo>
                      <a:pt x="26831" y="21037"/>
                      <a:pt x="26906" y="21306"/>
                      <a:pt x="27010" y="21574"/>
                    </a:cubicBezTo>
                    <a:cubicBezTo>
                      <a:pt x="27174" y="21961"/>
                      <a:pt x="27338" y="22348"/>
                      <a:pt x="27487" y="22721"/>
                    </a:cubicBezTo>
                    <a:cubicBezTo>
                      <a:pt x="27546" y="22840"/>
                      <a:pt x="27591" y="22959"/>
                      <a:pt x="27651" y="23078"/>
                    </a:cubicBezTo>
                    <a:cubicBezTo>
                      <a:pt x="27725" y="23257"/>
                      <a:pt x="28053" y="23674"/>
                      <a:pt x="27993" y="23868"/>
                    </a:cubicBezTo>
                    <a:cubicBezTo>
                      <a:pt x="27889" y="24151"/>
                      <a:pt x="26995" y="24121"/>
                      <a:pt x="26712" y="24151"/>
                    </a:cubicBezTo>
                    <a:cubicBezTo>
                      <a:pt x="26355" y="24196"/>
                      <a:pt x="25997" y="24225"/>
                      <a:pt x="25640" y="24255"/>
                    </a:cubicBezTo>
                    <a:cubicBezTo>
                      <a:pt x="25539" y="24265"/>
                      <a:pt x="25383" y="24303"/>
                      <a:pt x="25247" y="24303"/>
                    </a:cubicBezTo>
                    <a:cubicBezTo>
                      <a:pt x="25182" y="24303"/>
                      <a:pt x="25122" y="24294"/>
                      <a:pt x="25073" y="24270"/>
                    </a:cubicBezTo>
                    <a:cubicBezTo>
                      <a:pt x="24835" y="24151"/>
                      <a:pt x="24790" y="23570"/>
                      <a:pt x="24686" y="23332"/>
                    </a:cubicBezTo>
                    <a:cubicBezTo>
                      <a:pt x="24582" y="23078"/>
                      <a:pt x="24478" y="22840"/>
                      <a:pt x="24373" y="22587"/>
                    </a:cubicBezTo>
                    <a:cubicBezTo>
                      <a:pt x="24209" y="22229"/>
                      <a:pt x="24060" y="21857"/>
                      <a:pt x="23911" y="21499"/>
                    </a:cubicBezTo>
                    <a:cubicBezTo>
                      <a:pt x="23852" y="21320"/>
                      <a:pt x="23777" y="21127"/>
                      <a:pt x="23703" y="20948"/>
                    </a:cubicBezTo>
                    <a:cubicBezTo>
                      <a:pt x="23643" y="20754"/>
                      <a:pt x="23614" y="20754"/>
                      <a:pt x="23792" y="20695"/>
                    </a:cubicBezTo>
                    <a:cubicBezTo>
                      <a:pt x="24001" y="20613"/>
                      <a:pt x="24250" y="20598"/>
                      <a:pt x="24504" y="20598"/>
                    </a:cubicBezTo>
                    <a:cubicBezTo>
                      <a:pt x="24648" y="20598"/>
                      <a:pt x="24794" y="20603"/>
                      <a:pt x="24935" y="20603"/>
                    </a:cubicBezTo>
                    <a:cubicBezTo>
                      <a:pt x="25040" y="20603"/>
                      <a:pt x="25142" y="20600"/>
                      <a:pt x="25237" y="20590"/>
                    </a:cubicBezTo>
                    <a:cubicBezTo>
                      <a:pt x="25550" y="20576"/>
                      <a:pt x="25863" y="20546"/>
                      <a:pt x="26161" y="20501"/>
                    </a:cubicBezTo>
                    <a:cubicBezTo>
                      <a:pt x="26256" y="20493"/>
                      <a:pt x="26333" y="20486"/>
                      <a:pt x="26397" y="20486"/>
                    </a:cubicBezTo>
                    <a:close/>
                    <a:moveTo>
                      <a:pt x="22132" y="20753"/>
                    </a:moveTo>
                    <a:cubicBezTo>
                      <a:pt x="22253" y="20753"/>
                      <a:pt x="22362" y="20764"/>
                      <a:pt x="22437" y="20799"/>
                    </a:cubicBezTo>
                    <a:cubicBezTo>
                      <a:pt x="22556" y="20859"/>
                      <a:pt x="22571" y="21022"/>
                      <a:pt x="22615" y="21127"/>
                    </a:cubicBezTo>
                    <a:cubicBezTo>
                      <a:pt x="22720" y="21410"/>
                      <a:pt x="22824" y="21678"/>
                      <a:pt x="22928" y="21946"/>
                    </a:cubicBezTo>
                    <a:cubicBezTo>
                      <a:pt x="23152" y="22482"/>
                      <a:pt x="23375" y="23034"/>
                      <a:pt x="23614" y="23570"/>
                    </a:cubicBezTo>
                    <a:cubicBezTo>
                      <a:pt x="23688" y="23749"/>
                      <a:pt x="23792" y="23942"/>
                      <a:pt x="23882" y="24121"/>
                    </a:cubicBezTo>
                    <a:cubicBezTo>
                      <a:pt x="23971" y="24374"/>
                      <a:pt x="23852" y="24345"/>
                      <a:pt x="23599" y="24360"/>
                    </a:cubicBezTo>
                    <a:cubicBezTo>
                      <a:pt x="23126" y="24379"/>
                      <a:pt x="22654" y="24385"/>
                      <a:pt x="22184" y="24385"/>
                    </a:cubicBezTo>
                    <a:cubicBezTo>
                      <a:pt x="21187" y="24385"/>
                      <a:pt x="20196" y="24355"/>
                      <a:pt x="19204" y="24345"/>
                    </a:cubicBezTo>
                    <a:cubicBezTo>
                      <a:pt x="19100" y="24352"/>
                      <a:pt x="18995" y="24356"/>
                      <a:pt x="18893" y="24356"/>
                    </a:cubicBezTo>
                    <a:cubicBezTo>
                      <a:pt x="18790" y="24356"/>
                      <a:pt x="18690" y="24352"/>
                      <a:pt x="18593" y="24345"/>
                    </a:cubicBezTo>
                    <a:cubicBezTo>
                      <a:pt x="18355" y="24285"/>
                      <a:pt x="18399" y="24181"/>
                      <a:pt x="18429" y="23972"/>
                    </a:cubicBezTo>
                    <a:cubicBezTo>
                      <a:pt x="18504" y="23481"/>
                      <a:pt x="18563" y="23004"/>
                      <a:pt x="18638" y="22512"/>
                    </a:cubicBezTo>
                    <a:cubicBezTo>
                      <a:pt x="18668" y="22184"/>
                      <a:pt x="18727" y="21857"/>
                      <a:pt x="18742" y="21544"/>
                    </a:cubicBezTo>
                    <a:lnTo>
                      <a:pt x="18757" y="21544"/>
                    </a:lnTo>
                    <a:cubicBezTo>
                      <a:pt x="18772" y="21380"/>
                      <a:pt x="18712" y="21112"/>
                      <a:pt x="18787" y="20963"/>
                    </a:cubicBezTo>
                    <a:cubicBezTo>
                      <a:pt x="18833" y="20870"/>
                      <a:pt x="18903" y="20852"/>
                      <a:pt x="19000" y="20852"/>
                    </a:cubicBezTo>
                    <a:cubicBezTo>
                      <a:pt x="19058" y="20852"/>
                      <a:pt x="19126" y="20859"/>
                      <a:pt x="19204" y="20859"/>
                    </a:cubicBezTo>
                    <a:cubicBezTo>
                      <a:pt x="19576" y="20859"/>
                      <a:pt x="19949" y="20844"/>
                      <a:pt x="20321" y="20844"/>
                    </a:cubicBezTo>
                    <a:cubicBezTo>
                      <a:pt x="20694" y="20844"/>
                      <a:pt x="21066" y="20814"/>
                      <a:pt x="21438" y="20799"/>
                    </a:cubicBezTo>
                    <a:cubicBezTo>
                      <a:pt x="21597" y="20799"/>
                      <a:pt x="21889" y="20753"/>
                      <a:pt x="22132" y="20753"/>
                    </a:cubicBezTo>
                    <a:close/>
                    <a:moveTo>
                      <a:pt x="29453" y="24345"/>
                    </a:moveTo>
                    <a:lnTo>
                      <a:pt x="29543" y="24598"/>
                    </a:lnTo>
                    <a:cubicBezTo>
                      <a:pt x="29543" y="24598"/>
                      <a:pt x="29453" y="24360"/>
                      <a:pt x="29453" y="24345"/>
                    </a:cubicBezTo>
                    <a:close/>
                    <a:moveTo>
                      <a:pt x="36106" y="22238"/>
                    </a:moveTo>
                    <a:cubicBezTo>
                      <a:pt x="36150" y="22238"/>
                      <a:pt x="36196" y="22244"/>
                      <a:pt x="36247" y="22259"/>
                    </a:cubicBezTo>
                    <a:cubicBezTo>
                      <a:pt x="36411" y="22333"/>
                      <a:pt x="36560" y="22438"/>
                      <a:pt x="36694" y="22572"/>
                    </a:cubicBezTo>
                    <a:cubicBezTo>
                      <a:pt x="37126" y="22885"/>
                      <a:pt x="37468" y="23302"/>
                      <a:pt x="37722" y="23779"/>
                    </a:cubicBezTo>
                    <a:cubicBezTo>
                      <a:pt x="37826" y="23942"/>
                      <a:pt x="38005" y="24136"/>
                      <a:pt x="37841" y="24300"/>
                    </a:cubicBezTo>
                    <a:lnTo>
                      <a:pt x="37826" y="24315"/>
                    </a:lnTo>
                    <a:cubicBezTo>
                      <a:pt x="37707" y="24449"/>
                      <a:pt x="37409" y="24538"/>
                      <a:pt x="37245" y="24598"/>
                    </a:cubicBezTo>
                    <a:cubicBezTo>
                      <a:pt x="36872" y="24747"/>
                      <a:pt x="36515" y="24970"/>
                      <a:pt x="36142" y="25119"/>
                    </a:cubicBezTo>
                    <a:cubicBezTo>
                      <a:pt x="36065" y="25147"/>
                      <a:pt x="36012" y="25160"/>
                      <a:pt x="35970" y="25160"/>
                    </a:cubicBezTo>
                    <a:cubicBezTo>
                      <a:pt x="35877" y="25160"/>
                      <a:pt x="35848" y="25090"/>
                      <a:pt x="35755" y="24955"/>
                    </a:cubicBezTo>
                    <a:cubicBezTo>
                      <a:pt x="35681" y="24866"/>
                      <a:pt x="35621" y="24777"/>
                      <a:pt x="35546" y="24672"/>
                    </a:cubicBezTo>
                    <a:lnTo>
                      <a:pt x="35010" y="23987"/>
                    </a:lnTo>
                    <a:cubicBezTo>
                      <a:pt x="34846" y="23764"/>
                      <a:pt x="34682" y="23540"/>
                      <a:pt x="34504" y="23332"/>
                    </a:cubicBezTo>
                    <a:cubicBezTo>
                      <a:pt x="34384" y="23183"/>
                      <a:pt x="34265" y="23093"/>
                      <a:pt x="34384" y="22959"/>
                    </a:cubicBezTo>
                    <a:cubicBezTo>
                      <a:pt x="34489" y="22840"/>
                      <a:pt x="34772" y="22780"/>
                      <a:pt x="34906" y="22736"/>
                    </a:cubicBezTo>
                    <a:cubicBezTo>
                      <a:pt x="35144" y="22646"/>
                      <a:pt x="35383" y="22557"/>
                      <a:pt x="35606" y="22438"/>
                    </a:cubicBezTo>
                    <a:cubicBezTo>
                      <a:pt x="35797" y="22342"/>
                      <a:pt x="35930" y="22238"/>
                      <a:pt x="36106" y="22238"/>
                    </a:cubicBezTo>
                    <a:close/>
                    <a:moveTo>
                      <a:pt x="33210" y="23487"/>
                    </a:moveTo>
                    <a:cubicBezTo>
                      <a:pt x="33300" y="23487"/>
                      <a:pt x="33347" y="23540"/>
                      <a:pt x="33446" y="23659"/>
                    </a:cubicBezTo>
                    <a:cubicBezTo>
                      <a:pt x="33893" y="24225"/>
                      <a:pt x="34325" y="24777"/>
                      <a:pt x="34742" y="25373"/>
                    </a:cubicBezTo>
                    <a:cubicBezTo>
                      <a:pt x="34816" y="25462"/>
                      <a:pt x="34995" y="25626"/>
                      <a:pt x="34965" y="25745"/>
                    </a:cubicBezTo>
                    <a:cubicBezTo>
                      <a:pt x="34921" y="25894"/>
                      <a:pt x="34444" y="26088"/>
                      <a:pt x="34295" y="26177"/>
                    </a:cubicBezTo>
                    <a:cubicBezTo>
                      <a:pt x="33342" y="26758"/>
                      <a:pt x="32344" y="27265"/>
                      <a:pt x="31316" y="27697"/>
                    </a:cubicBezTo>
                    <a:cubicBezTo>
                      <a:pt x="31177" y="27752"/>
                      <a:pt x="31044" y="27819"/>
                      <a:pt x="30927" y="27819"/>
                    </a:cubicBezTo>
                    <a:cubicBezTo>
                      <a:pt x="30856" y="27819"/>
                      <a:pt x="30791" y="27794"/>
                      <a:pt x="30735" y="27726"/>
                    </a:cubicBezTo>
                    <a:cubicBezTo>
                      <a:pt x="30600" y="27533"/>
                      <a:pt x="30600" y="27279"/>
                      <a:pt x="30556" y="27086"/>
                    </a:cubicBezTo>
                    <a:cubicBezTo>
                      <a:pt x="30496" y="26892"/>
                      <a:pt x="30392" y="26654"/>
                      <a:pt x="30303" y="26430"/>
                    </a:cubicBezTo>
                    <a:cubicBezTo>
                      <a:pt x="30109" y="25968"/>
                      <a:pt x="29856" y="25522"/>
                      <a:pt x="29677" y="25045"/>
                    </a:cubicBezTo>
                    <a:cubicBezTo>
                      <a:pt x="29632" y="24955"/>
                      <a:pt x="29498" y="24702"/>
                      <a:pt x="29558" y="24613"/>
                    </a:cubicBezTo>
                    <a:cubicBezTo>
                      <a:pt x="29632" y="24523"/>
                      <a:pt x="30124" y="24464"/>
                      <a:pt x="30273" y="24419"/>
                    </a:cubicBezTo>
                    <a:cubicBezTo>
                      <a:pt x="30913" y="24240"/>
                      <a:pt x="31554" y="24047"/>
                      <a:pt x="32180" y="23823"/>
                    </a:cubicBezTo>
                    <a:cubicBezTo>
                      <a:pt x="32448" y="23719"/>
                      <a:pt x="32731" y="23600"/>
                      <a:pt x="33029" y="23510"/>
                    </a:cubicBezTo>
                    <a:lnTo>
                      <a:pt x="33029" y="23525"/>
                    </a:lnTo>
                    <a:cubicBezTo>
                      <a:pt x="33108" y="23500"/>
                      <a:pt x="33165" y="23487"/>
                      <a:pt x="33210" y="23487"/>
                    </a:cubicBezTo>
                    <a:close/>
                    <a:moveTo>
                      <a:pt x="38542" y="25123"/>
                    </a:moveTo>
                    <a:cubicBezTo>
                      <a:pt x="38811" y="25123"/>
                      <a:pt x="39025" y="25255"/>
                      <a:pt x="39330" y="25432"/>
                    </a:cubicBezTo>
                    <a:cubicBezTo>
                      <a:pt x="39837" y="25715"/>
                      <a:pt x="40284" y="26073"/>
                      <a:pt x="40686" y="26505"/>
                    </a:cubicBezTo>
                    <a:cubicBezTo>
                      <a:pt x="41014" y="26833"/>
                      <a:pt x="41178" y="27265"/>
                      <a:pt x="41476" y="27592"/>
                    </a:cubicBezTo>
                    <a:lnTo>
                      <a:pt x="41461" y="27622"/>
                    </a:lnTo>
                    <a:cubicBezTo>
                      <a:pt x="41208" y="27711"/>
                      <a:pt x="40939" y="27786"/>
                      <a:pt x="40686" y="27831"/>
                    </a:cubicBezTo>
                    <a:cubicBezTo>
                      <a:pt x="40343" y="27920"/>
                      <a:pt x="40016" y="28039"/>
                      <a:pt x="39688" y="28158"/>
                    </a:cubicBezTo>
                    <a:cubicBezTo>
                      <a:pt x="39405" y="28263"/>
                      <a:pt x="39107" y="28367"/>
                      <a:pt x="38824" y="28486"/>
                    </a:cubicBezTo>
                    <a:cubicBezTo>
                      <a:pt x="38701" y="28541"/>
                      <a:pt x="38280" y="28807"/>
                      <a:pt x="38072" y="28807"/>
                    </a:cubicBezTo>
                    <a:cubicBezTo>
                      <a:pt x="38053" y="28807"/>
                      <a:pt x="38035" y="28804"/>
                      <a:pt x="38019" y="28799"/>
                    </a:cubicBezTo>
                    <a:cubicBezTo>
                      <a:pt x="37945" y="28769"/>
                      <a:pt x="37870" y="28486"/>
                      <a:pt x="37841" y="28412"/>
                    </a:cubicBezTo>
                    <a:cubicBezTo>
                      <a:pt x="37707" y="28129"/>
                      <a:pt x="37573" y="27846"/>
                      <a:pt x="37424" y="27592"/>
                    </a:cubicBezTo>
                    <a:cubicBezTo>
                      <a:pt x="37275" y="27324"/>
                      <a:pt x="37111" y="27041"/>
                      <a:pt x="36947" y="26773"/>
                    </a:cubicBezTo>
                    <a:cubicBezTo>
                      <a:pt x="36828" y="26579"/>
                      <a:pt x="36545" y="26252"/>
                      <a:pt x="36545" y="26028"/>
                    </a:cubicBezTo>
                    <a:cubicBezTo>
                      <a:pt x="36500" y="25924"/>
                      <a:pt x="37900" y="25313"/>
                      <a:pt x="38064" y="25238"/>
                    </a:cubicBezTo>
                    <a:cubicBezTo>
                      <a:pt x="38251" y="25158"/>
                      <a:pt x="38403" y="25123"/>
                      <a:pt x="38542" y="25123"/>
                    </a:cubicBezTo>
                    <a:close/>
                    <a:moveTo>
                      <a:pt x="28344" y="24842"/>
                    </a:moveTo>
                    <a:cubicBezTo>
                      <a:pt x="28371" y="24842"/>
                      <a:pt x="28394" y="24845"/>
                      <a:pt x="28411" y="24851"/>
                    </a:cubicBezTo>
                    <a:cubicBezTo>
                      <a:pt x="28574" y="24896"/>
                      <a:pt x="28664" y="25313"/>
                      <a:pt x="28708" y="25432"/>
                    </a:cubicBezTo>
                    <a:cubicBezTo>
                      <a:pt x="28902" y="26013"/>
                      <a:pt x="29185" y="26579"/>
                      <a:pt x="29409" y="27160"/>
                    </a:cubicBezTo>
                    <a:cubicBezTo>
                      <a:pt x="29498" y="27428"/>
                      <a:pt x="29632" y="27697"/>
                      <a:pt x="29736" y="27965"/>
                    </a:cubicBezTo>
                    <a:cubicBezTo>
                      <a:pt x="29826" y="28218"/>
                      <a:pt x="29796" y="28263"/>
                      <a:pt x="29528" y="28367"/>
                    </a:cubicBezTo>
                    <a:cubicBezTo>
                      <a:pt x="28917" y="28590"/>
                      <a:pt x="28291" y="28799"/>
                      <a:pt x="27666" y="29008"/>
                    </a:cubicBezTo>
                    <a:cubicBezTo>
                      <a:pt x="27536" y="29048"/>
                      <a:pt x="27433" y="29088"/>
                      <a:pt x="27347" y="29088"/>
                    </a:cubicBezTo>
                    <a:cubicBezTo>
                      <a:pt x="27274" y="29088"/>
                      <a:pt x="27214" y="29060"/>
                      <a:pt x="27159" y="28978"/>
                    </a:cubicBezTo>
                    <a:cubicBezTo>
                      <a:pt x="27040" y="28769"/>
                      <a:pt x="26965" y="28561"/>
                      <a:pt x="26906" y="28322"/>
                    </a:cubicBezTo>
                    <a:cubicBezTo>
                      <a:pt x="26653" y="27711"/>
                      <a:pt x="26384" y="27101"/>
                      <a:pt x="26116" y="26490"/>
                    </a:cubicBezTo>
                    <a:cubicBezTo>
                      <a:pt x="25982" y="26177"/>
                      <a:pt x="25848" y="25849"/>
                      <a:pt x="25714" y="25536"/>
                    </a:cubicBezTo>
                    <a:cubicBezTo>
                      <a:pt x="25580" y="25253"/>
                      <a:pt x="25580" y="25238"/>
                      <a:pt x="25908" y="25164"/>
                    </a:cubicBezTo>
                    <a:cubicBezTo>
                      <a:pt x="26519" y="25060"/>
                      <a:pt x="27159" y="25060"/>
                      <a:pt x="27770" y="24955"/>
                    </a:cubicBezTo>
                    <a:cubicBezTo>
                      <a:pt x="27859" y="24943"/>
                      <a:pt x="28179" y="24842"/>
                      <a:pt x="28344" y="24842"/>
                    </a:cubicBezTo>
                    <a:close/>
                    <a:moveTo>
                      <a:pt x="7445" y="24846"/>
                    </a:moveTo>
                    <a:cubicBezTo>
                      <a:pt x="7544" y="24846"/>
                      <a:pt x="7618" y="24847"/>
                      <a:pt x="7658" y="24851"/>
                    </a:cubicBezTo>
                    <a:cubicBezTo>
                      <a:pt x="7882" y="24866"/>
                      <a:pt x="7852" y="24851"/>
                      <a:pt x="7852" y="24985"/>
                    </a:cubicBezTo>
                    <a:cubicBezTo>
                      <a:pt x="7882" y="25224"/>
                      <a:pt x="7748" y="25566"/>
                      <a:pt x="7688" y="25805"/>
                    </a:cubicBezTo>
                    <a:cubicBezTo>
                      <a:pt x="7569" y="26371"/>
                      <a:pt x="7494" y="26937"/>
                      <a:pt x="7435" y="27518"/>
                    </a:cubicBezTo>
                    <a:cubicBezTo>
                      <a:pt x="7405" y="27816"/>
                      <a:pt x="7390" y="28114"/>
                      <a:pt x="7390" y="28412"/>
                    </a:cubicBezTo>
                    <a:cubicBezTo>
                      <a:pt x="7390" y="28561"/>
                      <a:pt x="7494" y="28978"/>
                      <a:pt x="7390" y="29112"/>
                    </a:cubicBezTo>
                    <a:cubicBezTo>
                      <a:pt x="7346" y="29164"/>
                      <a:pt x="7240" y="29184"/>
                      <a:pt x="7103" y="29184"/>
                    </a:cubicBezTo>
                    <a:cubicBezTo>
                      <a:pt x="6733" y="29184"/>
                      <a:pt x="6141" y="29040"/>
                      <a:pt x="5945" y="29008"/>
                    </a:cubicBezTo>
                    <a:cubicBezTo>
                      <a:pt x="5304" y="28918"/>
                      <a:pt x="4664" y="28829"/>
                      <a:pt x="4023" y="28754"/>
                    </a:cubicBezTo>
                    <a:cubicBezTo>
                      <a:pt x="3710" y="28725"/>
                      <a:pt x="3383" y="28680"/>
                      <a:pt x="3055" y="28665"/>
                    </a:cubicBezTo>
                    <a:cubicBezTo>
                      <a:pt x="3025" y="28662"/>
                      <a:pt x="2992" y="28662"/>
                      <a:pt x="2956" y="28662"/>
                    </a:cubicBezTo>
                    <a:cubicBezTo>
                      <a:pt x="2884" y="28662"/>
                      <a:pt x="2802" y="28665"/>
                      <a:pt x="2722" y="28665"/>
                    </a:cubicBezTo>
                    <a:cubicBezTo>
                      <a:pt x="2601" y="28665"/>
                      <a:pt x="2481" y="28657"/>
                      <a:pt x="2399" y="28620"/>
                    </a:cubicBezTo>
                    <a:cubicBezTo>
                      <a:pt x="2280" y="28561"/>
                      <a:pt x="2325" y="28278"/>
                      <a:pt x="2325" y="28203"/>
                    </a:cubicBezTo>
                    <a:cubicBezTo>
                      <a:pt x="2370" y="27652"/>
                      <a:pt x="2504" y="27116"/>
                      <a:pt x="2712" y="26609"/>
                    </a:cubicBezTo>
                    <a:cubicBezTo>
                      <a:pt x="2861" y="26237"/>
                      <a:pt x="3025" y="25894"/>
                      <a:pt x="3219" y="25551"/>
                    </a:cubicBezTo>
                    <a:cubicBezTo>
                      <a:pt x="3308" y="25313"/>
                      <a:pt x="3472" y="25134"/>
                      <a:pt x="3681" y="25000"/>
                    </a:cubicBezTo>
                    <a:cubicBezTo>
                      <a:pt x="3825" y="24944"/>
                      <a:pt x="3991" y="24931"/>
                      <a:pt x="4155" y="24931"/>
                    </a:cubicBezTo>
                    <a:cubicBezTo>
                      <a:pt x="4296" y="24931"/>
                      <a:pt x="4436" y="24941"/>
                      <a:pt x="4560" y="24941"/>
                    </a:cubicBezTo>
                    <a:cubicBezTo>
                      <a:pt x="4808" y="24927"/>
                      <a:pt x="6748" y="24846"/>
                      <a:pt x="7445" y="24846"/>
                    </a:cubicBezTo>
                    <a:close/>
                    <a:moveTo>
                      <a:pt x="9486" y="24864"/>
                    </a:moveTo>
                    <a:cubicBezTo>
                      <a:pt x="9751" y="24864"/>
                      <a:pt x="10015" y="24911"/>
                      <a:pt x="10280" y="24911"/>
                    </a:cubicBezTo>
                    <a:cubicBezTo>
                      <a:pt x="10325" y="24913"/>
                      <a:pt x="10371" y="24914"/>
                      <a:pt x="10418" y="24914"/>
                    </a:cubicBezTo>
                    <a:cubicBezTo>
                      <a:pt x="10600" y="24914"/>
                      <a:pt x="10793" y="24900"/>
                      <a:pt x="10983" y="24900"/>
                    </a:cubicBezTo>
                    <a:cubicBezTo>
                      <a:pt x="11068" y="24900"/>
                      <a:pt x="11152" y="24903"/>
                      <a:pt x="11234" y="24911"/>
                    </a:cubicBezTo>
                    <a:cubicBezTo>
                      <a:pt x="11561" y="24955"/>
                      <a:pt x="11502" y="25015"/>
                      <a:pt x="11487" y="25283"/>
                    </a:cubicBezTo>
                    <a:cubicBezTo>
                      <a:pt x="11457" y="25581"/>
                      <a:pt x="11457" y="25864"/>
                      <a:pt x="11442" y="26162"/>
                    </a:cubicBezTo>
                    <a:cubicBezTo>
                      <a:pt x="11442" y="26803"/>
                      <a:pt x="11487" y="27428"/>
                      <a:pt x="11532" y="28054"/>
                    </a:cubicBezTo>
                    <a:cubicBezTo>
                      <a:pt x="11576" y="28561"/>
                      <a:pt x="11695" y="29052"/>
                      <a:pt x="11725" y="29559"/>
                    </a:cubicBezTo>
                    <a:cubicBezTo>
                      <a:pt x="11736" y="29756"/>
                      <a:pt x="11699" y="29817"/>
                      <a:pt x="11553" y="29817"/>
                    </a:cubicBezTo>
                    <a:cubicBezTo>
                      <a:pt x="11501" y="29817"/>
                      <a:pt x="11435" y="29809"/>
                      <a:pt x="11353" y="29797"/>
                    </a:cubicBezTo>
                    <a:cubicBezTo>
                      <a:pt x="11085" y="29767"/>
                      <a:pt x="10817" y="29708"/>
                      <a:pt x="10548" y="29663"/>
                    </a:cubicBezTo>
                    <a:cubicBezTo>
                      <a:pt x="10191" y="29618"/>
                      <a:pt x="9833" y="29559"/>
                      <a:pt x="9476" y="29529"/>
                    </a:cubicBezTo>
                    <a:cubicBezTo>
                      <a:pt x="9222" y="29514"/>
                      <a:pt x="8969" y="29499"/>
                      <a:pt x="8716" y="29454"/>
                    </a:cubicBezTo>
                    <a:cubicBezTo>
                      <a:pt x="8403" y="29350"/>
                      <a:pt x="8448" y="29157"/>
                      <a:pt x="8448" y="28904"/>
                    </a:cubicBezTo>
                    <a:lnTo>
                      <a:pt x="8448" y="28904"/>
                    </a:lnTo>
                    <a:lnTo>
                      <a:pt x="8448" y="28918"/>
                    </a:lnTo>
                    <a:cubicBezTo>
                      <a:pt x="8478" y="27995"/>
                      <a:pt x="8582" y="27056"/>
                      <a:pt x="8731" y="26147"/>
                    </a:cubicBezTo>
                    <a:cubicBezTo>
                      <a:pt x="8805" y="25745"/>
                      <a:pt x="8776" y="24911"/>
                      <a:pt x="9386" y="24866"/>
                    </a:cubicBezTo>
                    <a:cubicBezTo>
                      <a:pt x="9419" y="24864"/>
                      <a:pt x="9453" y="24864"/>
                      <a:pt x="9486" y="24864"/>
                    </a:cubicBezTo>
                    <a:close/>
                    <a:moveTo>
                      <a:pt x="18793" y="25233"/>
                    </a:moveTo>
                    <a:cubicBezTo>
                      <a:pt x="19030" y="25233"/>
                      <a:pt x="19303" y="25287"/>
                      <a:pt x="19517" y="25298"/>
                    </a:cubicBezTo>
                    <a:cubicBezTo>
                      <a:pt x="20515" y="25328"/>
                      <a:pt x="21513" y="25343"/>
                      <a:pt x="22526" y="25343"/>
                    </a:cubicBezTo>
                    <a:cubicBezTo>
                      <a:pt x="23047" y="25343"/>
                      <a:pt x="23584" y="25298"/>
                      <a:pt x="24105" y="25298"/>
                    </a:cubicBezTo>
                    <a:cubicBezTo>
                      <a:pt x="24403" y="25298"/>
                      <a:pt x="24418" y="25402"/>
                      <a:pt x="24537" y="25626"/>
                    </a:cubicBezTo>
                    <a:cubicBezTo>
                      <a:pt x="24835" y="26266"/>
                      <a:pt x="25118" y="26937"/>
                      <a:pt x="25401" y="27577"/>
                    </a:cubicBezTo>
                    <a:cubicBezTo>
                      <a:pt x="25565" y="27950"/>
                      <a:pt x="25714" y="28337"/>
                      <a:pt x="25878" y="28710"/>
                    </a:cubicBezTo>
                    <a:cubicBezTo>
                      <a:pt x="25908" y="28799"/>
                      <a:pt x="26161" y="29291"/>
                      <a:pt x="26101" y="29380"/>
                    </a:cubicBezTo>
                    <a:cubicBezTo>
                      <a:pt x="25997" y="29529"/>
                      <a:pt x="25163" y="29603"/>
                      <a:pt x="24954" y="29633"/>
                    </a:cubicBezTo>
                    <a:cubicBezTo>
                      <a:pt x="24522" y="29708"/>
                      <a:pt x="24075" y="29782"/>
                      <a:pt x="23628" y="29842"/>
                    </a:cubicBezTo>
                    <a:cubicBezTo>
                      <a:pt x="22675" y="29961"/>
                      <a:pt x="21722" y="30050"/>
                      <a:pt x="20753" y="30110"/>
                    </a:cubicBezTo>
                    <a:cubicBezTo>
                      <a:pt x="20336" y="30140"/>
                      <a:pt x="19919" y="30184"/>
                      <a:pt x="19502" y="30184"/>
                    </a:cubicBezTo>
                    <a:cubicBezTo>
                      <a:pt x="19442" y="30184"/>
                      <a:pt x="19389" y="30185"/>
                      <a:pt x="19342" y="30185"/>
                    </a:cubicBezTo>
                    <a:cubicBezTo>
                      <a:pt x="19092" y="30185"/>
                      <a:pt x="18996" y="30164"/>
                      <a:pt x="18921" y="29901"/>
                    </a:cubicBezTo>
                    <a:cubicBezTo>
                      <a:pt x="18727" y="29231"/>
                      <a:pt x="18563" y="28546"/>
                      <a:pt x="18459" y="27860"/>
                    </a:cubicBezTo>
                    <a:cubicBezTo>
                      <a:pt x="18355" y="27130"/>
                      <a:pt x="18310" y="26386"/>
                      <a:pt x="18340" y="25656"/>
                    </a:cubicBezTo>
                    <a:cubicBezTo>
                      <a:pt x="18340" y="25447"/>
                      <a:pt x="18325" y="25313"/>
                      <a:pt x="18578" y="25253"/>
                    </a:cubicBezTo>
                    <a:cubicBezTo>
                      <a:pt x="18644" y="25239"/>
                      <a:pt x="18717" y="25233"/>
                      <a:pt x="18793" y="25233"/>
                    </a:cubicBezTo>
                    <a:close/>
                    <a:moveTo>
                      <a:pt x="12914" y="24984"/>
                    </a:moveTo>
                    <a:cubicBezTo>
                      <a:pt x="12995" y="24984"/>
                      <a:pt x="13084" y="24994"/>
                      <a:pt x="13170" y="25000"/>
                    </a:cubicBezTo>
                    <a:cubicBezTo>
                      <a:pt x="13766" y="25060"/>
                      <a:pt x="14347" y="25075"/>
                      <a:pt x="14943" y="25104"/>
                    </a:cubicBezTo>
                    <a:cubicBezTo>
                      <a:pt x="15539" y="25119"/>
                      <a:pt x="16180" y="25134"/>
                      <a:pt x="16790" y="25164"/>
                    </a:cubicBezTo>
                    <a:cubicBezTo>
                      <a:pt x="17222" y="25179"/>
                      <a:pt x="17282" y="25209"/>
                      <a:pt x="17252" y="25581"/>
                    </a:cubicBezTo>
                    <a:cubicBezTo>
                      <a:pt x="17237" y="25879"/>
                      <a:pt x="17237" y="26177"/>
                      <a:pt x="17252" y="26475"/>
                    </a:cubicBezTo>
                    <a:cubicBezTo>
                      <a:pt x="17267" y="27160"/>
                      <a:pt x="17342" y="27846"/>
                      <a:pt x="17446" y="28531"/>
                    </a:cubicBezTo>
                    <a:cubicBezTo>
                      <a:pt x="17535" y="29067"/>
                      <a:pt x="17774" y="29633"/>
                      <a:pt x="17803" y="30184"/>
                    </a:cubicBezTo>
                    <a:cubicBezTo>
                      <a:pt x="17724" y="30187"/>
                      <a:pt x="17645" y="30189"/>
                      <a:pt x="17566" y="30189"/>
                    </a:cubicBezTo>
                    <a:cubicBezTo>
                      <a:pt x="17232" y="30189"/>
                      <a:pt x="16904" y="30167"/>
                      <a:pt x="16567" y="30155"/>
                    </a:cubicBezTo>
                    <a:cubicBezTo>
                      <a:pt x="15718" y="30125"/>
                      <a:pt x="14854" y="30080"/>
                      <a:pt x="14005" y="30021"/>
                    </a:cubicBezTo>
                    <a:cubicBezTo>
                      <a:pt x="13677" y="30021"/>
                      <a:pt x="13364" y="29976"/>
                      <a:pt x="13036" y="29916"/>
                    </a:cubicBezTo>
                    <a:cubicBezTo>
                      <a:pt x="12813" y="29842"/>
                      <a:pt x="12857" y="29708"/>
                      <a:pt x="12828" y="29484"/>
                    </a:cubicBezTo>
                    <a:cubicBezTo>
                      <a:pt x="12694" y="28248"/>
                      <a:pt x="12515" y="27026"/>
                      <a:pt x="12560" y="25790"/>
                    </a:cubicBezTo>
                    <a:cubicBezTo>
                      <a:pt x="12560" y="25596"/>
                      <a:pt x="12530" y="25298"/>
                      <a:pt x="12619" y="25119"/>
                    </a:cubicBezTo>
                    <a:cubicBezTo>
                      <a:pt x="12674" y="25010"/>
                      <a:pt x="12785" y="24984"/>
                      <a:pt x="12914" y="24984"/>
                    </a:cubicBezTo>
                    <a:close/>
                    <a:moveTo>
                      <a:pt x="35578" y="26609"/>
                    </a:moveTo>
                    <a:cubicBezTo>
                      <a:pt x="35638" y="26609"/>
                      <a:pt x="36411" y="27951"/>
                      <a:pt x="36485" y="28084"/>
                    </a:cubicBezTo>
                    <a:cubicBezTo>
                      <a:pt x="36619" y="28352"/>
                      <a:pt x="37155" y="29097"/>
                      <a:pt x="36932" y="29365"/>
                    </a:cubicBezTo>
                    <a:cubicBezTo>
                      <a:pt x="36753" y="29559"/>
                      <a:pt x="36247" y="29723"/>
                      <a:pt x="35993" y="29857"/>
                    </a:cubicBezTo>
                    <a:cubicBezTo>
                      <a:pt x="35710" y="30006"/>
                      <a:pt x="35442" y="30155"/>
                      <a:pt x="35144" y="30304"/>
                    </a:cubicBezTo>
                    <a:cubicBezTo>
                      <a:pt x="34519" y="30631"/>
                      <a:pt x="33878" y="30959"/>
                      <a:pt x="33222" y="31257"/>
                    </a:cubicBezTo>
                    <a:cubicBezTo>
                      <a:pt x="32954" y="31391"/>
                      <a:pt x="32671" y="31510"/>
                      <a:pt x="32403" y="31659"/>
                    </a:cubicBezTo>
                    <a:cubicBezTo>
                      <a:pt x="32322" y="31700"/>
                      <a:pt x="32059" y="31874"/>
                      <a:pt x="31932" y="31874"/>
                    </a:cubicBezTo>
                    <a:cubicBezTo>
                      <a:pt x="31918" y="31874"/>
                      <a:pt x="31907" y="31872"/>
                      <a:pt x="31897" y="31868"/>
                    </a:cubicBezTo>
                    <a:cubicBezTo>
                      <a:pt x="31807" y="31808"/>
                      <a:pt x="31792" y="31302"/>
                      <a:pt x="31777" y="31212"/>
                    </a:cubicBezTo>
                    <a:cubicBezTo>
                      <a:pt x="31718" y="30914"/>
                      <a:pt x="31643" y="30631"/>
                      <a:pt x="31569" y="30348"/>
                    </a:cubicBezTo>
                    <a:cubicBezTo>
                      <a:pt x="31465" y="29901"/>
                      <a:pt x="31271" y="29484"/>
                      <a:pt x="31181" y="29037"/>
                    </a:cubicBezTo>
                    <a:cubicBezTo>
                      <a:pt x="31122" y="28754"/>
                      <a:pt x="31241" y="28754"/>
                      <a:pt x="31554" y="28635"/>
                    </a:cubicBezTo>
                    <a:cubicBezTo>
                      <a:pt x="31852" y="28516"/>
                      <a:pt x="32180" y="28367"/>
                      <a:pt x="32492" y="28233"/>
                    </a:cubicBezTo>
                    <a:cubicBezTo>
                      <a:pt x="33103" y="27950"/>
                      <a:pt x="33684" y="27652"/>
                      <a:pt x="34265" y="27324"/>
                    </a:cubicBezTo>
                    <a:cubicBezTo>
                      <a:pt x="34533" y="27175"/>
                      <a:pt x="34802" y="27026"/>
                      <a:pt x="35070" y="26862"/>
                    </a:cubicBezTo>
                    <a:lnTo>
                      <a:pt x="35070" y="26877"/>
                    </a:lnTo>
                    <a:cubicBezTo>
                      <a:pt x="35174" y="26818"/>
                      <a:pt x="35442" y="26609"/>
                      <a:pt x="35576" y="26609"/>
                    </a:cubicBezTo>
                    <a:cubicBezTo>
                      <a:pt x="35577" y="26609"/>
                      <a:pt x="35577" y="26609"/>
                      <a:pt x="35578" y="26609"/>
                    </a:cubicBezTo>
                    <a:close/>
                    <a:moveTo>
                      <a:pt x="30013" y="29222"/>
                    </a:moveTo>
                    <a:cubicBezTo>
                      <a:pt x="30068" y="29222"/>
                      <a:pt x="30116" y="29234"/>
                      <a:pt x="30154" y="29261"/>
                    </a:cubicBezTo>
                    <a:cubicBezTo>
                      <a:pt x="30407" y="29454"/>
                      <a:pt x="30377" y="30170"/>
                      <a:pt x="30437" y="30423"/>
                    </a:cubicBezTo>
                    <a:cubicBezTo>
                      <a:pt x="30586" y="30989"/>
                      <a:pt x="30705" y="31555"/>
                      <a:pt x="30809" y="32136"/>
                    </a:cubicBezTo>
                    <a:cubicBezTo>
                      <a:pt x="30854" y="32389"/>
                      <a:pt x="30764" y="32404"/>
                      <a:pt x="30496" y="32508"/>
                    </a:cubicBezTo>
                    <a:cubicBezTo>
                      <a:pt x="30228" y="32628"/>
                      <a:pt x="29900" y="32747"/>
                      <a:pt x="29602" y="32866"/>
                    </a:cubicBezTo>
                    <a:lnTo>
                      <a:pt x="28828" y="33179"/>
                    </a:lnTo>
                    <a:cubicBezTo>
                      <a:pt x="28711" y="33222"/>
                      <a:pt x="28635" y="33250"/>
                      <a:pt x="28580" y="33250"/>
                    </a:cubicBezTo>
                    <a:cubicBezTo>
                      <a:pt x="28503" y="33250"/>
                      <a:pt x="28469" y="33193"/>
                      <a:pt x="28425" y="33045"/>
                    </a:cubicBezTo>
                    <a:lnTo>
                      <a:pt x="28425" y="33060"/>
                    </a:lnTo>
                    <a:cubicBezTo>
                      <a:pt x="28262" y="32508"/>
                      <a:pt x="28142" y="31927"/>
                      <a:pt x="27964" y="31361"/>
                    </a:cubicBezTo>
                    <a:cubicBezTo>
                      <a:pt x="27874" y="31063"/>
                      <a:pt x="27785" y="30751"/>
                      <a:pt x="27681" y="30453"/>
                    </a:cubicBezTo>
                    <a:cubicBezTo>
                      <a:pt x="27636" y="30289"/>
                      <a:pt x="27532" y="30140"/>
                      <a:pt x="27651" y="30006"/>
                    </a:cubicBezTo>
                    <a:cubicBezTo>
                      <a:pt x="27755" y="29887"/>
                      <a:pt x="28321" y="29797"/>
                      <a:pt x="28500" y="29752"/>
                    </a:cubicBezTo>
                    <a:cubicBezTo>
                      <a:pt x="28738" y="29678"/>
                      <a:pt x="28962" y="29589"/>
                      <a:pt x="29200" y="29514"/>
                    </a:cubicBezTo>
                    <a:cubicBezTo>
                      <a:pt x="29383" y="29453"/>
                      <a:pt x="29766" y="29222"/>
                      <a:pt x="30013" y="29222"/>
                    </a:cubicBezTo>
                    <a:close/>
                    <a:moveTo>
                      <a:pt x="41720" y="28551"/>
                    </a:moveTo>
                    <a:cubicBezTo>
                      <a:pt x="41785" y="28551"/>
                      <a:pt x="41848" y="28566"/>
                      <a:pt x="41908" y="28605"/>
                    </a:cubicBezTo>
                    <a:cubicBezTo>
                      <a:pt x="42012" y="28710"/>
                      <a:pt x="42101" y="28844"/>
                      <a:pt x="42176" y="28978"/>
                    </a:cubicBezTo>
                    <a:cubicBezTo>
                      <a:pt x="42474" y="29395"/>
                      <a:pt x="42742" y="29812"/>
                      <a:pt x="42995" y="30259"/>
                    </a:cubicBezTo>
                    <a:cubicBezTo>
                      <a:pt x="43249" y="30676"/>
                      <a:pt x="43472" y="31123"/>
                      <a:pt x="43666" y="31585"/>
                    </a:cubicBezTo>
                    <a:cubicBezTo>
                      <a:pt x="43785" y="31823"/>
                      <a:pt x="44113" y="32643"/>
                      <a:pt x="43859" y="32881"/>
                    </a:cubicBezTo>
                    <a:lnTo>
                      <a:pt x="43844" y="32896"/>
                    </a:lnTo>
                    <a:cubicBezTo>
                      <a:pt x="43666" y="33075"/>
                      <a:pt x="42951" y="33030"/>
                      <a:pt x="42697" y="33060"/>
                    </a:cubicBezTo>
                    <a:cubicBezTo>
                      <a:pt x="42280" y="33119"/>
                      <a:pt x="41863" y="33194"/>
                      <a:pt x="41446" y="33283"/>
                    </a:cubicBezTo>
                    <a:cubicBezTo>
                      <a:pt x="40790" y="33402"/>
                      <a:pt x="40165" y="33566"/>
                      <a:pt x="39539" y="33700"/>
                    </a:cubicBezTo>
                    <a:cubicBezTo>
                      <a:pt x="39416" y="33723"/>
                      <a:pt x="39322" y="33743"/>
                      <a:pt x="39252" y="33743"/>
                    </a:cubicBezTo>
                    <a:cubicBezTo>
                      <a:pt x="39136" y="33743"/>
                      <a:pt x="39086" y="33687"/>
                      <a:pt x="39077" y="33492"/>
                    </a:cubicBezTo>
                    <a:cubicBezTo>
                      <a:pt x="39077" y="33209"/>
                      <a:pt x="39077" y="32941"/>
                      <a:pt x="39062" y="32657"/>
                    </a:cubicBezTo>
                    <a:cubicBezTo>
                      <a:pt x="38988" y="31942"/>
                      <a:pt x="38854" y="31242"/>
                      <a:pt x="38645" y="30557"/>
                    </a:cubicBezTo>
                    <a:cubicBezTo>
                      <a:pt x="38600" y="30393"/>
                      <a:pt x="38317" y="29901"/>
                      <a:pt x="38392" y="29738"/>
                    </a:cubicBezTo>
                    <a:cubicBezTo>
                      <a:pt x="38466" y="29559"/>
                      <a:pt x="38958" y="29484"/>
                      <a:pt x="39122" y="29410"/>
                    </a:cubicBezTo>
                    <a:cubicBezTo>
                      <a:pt x="39837" y="29127"/>
                      <a:pt x="40567" y="28888"/>
                      <a:pt x="41312" y="28650"/>
                    </a:cubicBezTo>
                    <a:cubicBezTo>
                      <a:pt x="41451" y="28610"/>
                      <a:pt x="41590" y="28551"/>
                      <a:pt x="41720" y="28551"/>
                    </a:cubicBezTo>
                    <a:close/>
                    <a:moveTo>
                      <a:pt x="26289" y="30310"/>
                    </a:moveTo>
                    <a:cubicBezTo>
                      <a:pt x="26318" y="30310"/>
                      <a:pt x="26345" y="30313"/>
                      <a:pt x="26370" y="30319"/>
                    </a:cubicBezTo>
                    <a:lnTo>
                      <a:pt x="26384" y="30319"/>
                    </a:lnTo>
                    <a:cubicBezTo>
                      <a:pt x="26682" y="30378"/>
                      <a:pt x="26787" y="31168"/>
                      <a:pt x="26846" y="31391"/>
                    </a:cubicBezTo>
                    <a:cubicBezTo>
                      <a:pt x="26995" y="31898"/>
                      <a:pt x="27114" y="32404"/>
                      <a:pt x="27263" y="32911"/>
                    </a:cubicBezTo>
                    <a:cubicBezTo>
                      <a:pt x="27323" y="33060"/>
                      <a:pt x="27532" y="33462"/>
                      <a:pt x="27457" y="33626"/>
                    </a:cubicBezTo>
                    <a:cubicBezTo>
                      <a:pt x="27383" y="33745"/>
                      <a:pt x="27144" y="33775"/>
                      <a:pt x="27025" y="33819"/>
                    </a:cubicBezTo>
                    <a:cubicBezTo>
                      <a:pt x="26489" y="33954"/>
                      <a:pt x="25952" y="34117"/>
                      <a:pt x="25416" y="34266"/>
                    </a:cubicBezTo>
                    <a:cubicBezTo>
                      <a:pt x="24492" y="34520"/>
                      <a:pt x="23554" y="34758"/>
                      <a:pt x="22615" y="34981"/>
                    </a:cubicBezTo>
                    <a:cubicBezTo>
                      <a:pt x="22273" y="35056"/>
                      <a:pt x="21945" y="35145"/>
                      <a:pt x="21602" y="35205"/>
                    </a:cubicBezTo>
                    <a:cubicBezTo>
                      <a:pt x="21535" y="35220"/>
                      <a:pt x="21481" y="35227"/>
                      <a:pt x="21436" y="35227"/>
                    </a:cubicBezTo>
                    <a:cubicBezTo>
                      <a:pt x="21254" y="35227"/>
                      <a:pt x="21230" y="35107"/>
                      <a:pt x="21111" y="34892"/>
                    </a:cubicBezTo>
                    <a:cubicBezTo>
                      <a:pt x="20500" y="33670"/>
                      <a:pt x="19889" y="32419"/>
                      <a:pt x="19368" y="31168"/>
                    </a:cubicBezTo>
                    <a:cubicBezTo>
                      <a:pt x="19601" y="31095"/>
                      <a:pt x="19892" y="31084"/>
                      <a:pt x="20182" y="31084"/>
                    </a:cubicBezTo>
                    <a:cubicBezTo>
                      <a:pt x="20317" y="31084"/>
                      <a:pt x="20452" y="31086"/>
                      <a:pt x="20582" y="31086"/>
                    </a:cubicBezTo>
                    <a:cubicBezTo>
                      <a:pt x="20689" y="31086"/>
                      <a:pt x="20792" y="31084"/>
                      <a:pt x="20887" y="31078"/>
                    </a:cubicBezTo>
                    <a:cubicBezTo>
                      <a:pt x="21543" y="31034"/>
                      <a:pt x="22183" y="30989"/>
                      <a:pt x="22839" y="30914"/>
                    </a:cubicBezTo>
                    <a:cubicBezTo>
                      <a:pt x="23465" y="30855"/>
                      <a:pt x="24105" y="30765"/>
                      <a:pt x="24731" y="30661"/>
                    </a:cubicBezTo>
                    <a:cubicBezTo>
                      <a:pt x="25029" y="30602"/>
                      <a:pt x="25342" y="30557"/>
                      <a:pt x="25654" y="30468"/>
                    </a:cubicBezTo>
                    <a:cubicBezTo>
                      <a:pt x="25810" y="30429"/>
                      <a:pt x="26091" y="30310"/>
                      <a:pt x="26289" y="30310"/>
                    </a:cubicBezTo>
                    <a:close/>
                    <a:moveTo>
                      <a:pt x="2540" y="29555"/>
                    </a:moveTo>
                    <a:cubicBezTo>
                      <a:pt x="2659" y="29555"/>
                      <a:pt x="2792" y="29573"/>
                      <a:pt x="2936" y="29589"/>
                    </a:cubicBezTo>
                    <a:cubicBezTo>
                      <a:pt x="3368" y="29633"/>
                      <a:pt x="3800" y="29693"/>
                      <a:pt x="4232" y="29738"/>
                    </a:cubicBezTo>
                    <a:cubicBezTo>
                      <a:pt x="4902" y="29827"/>
                      <a:pt x="5558" y="29931"/>
                      <a:pt x="6213" y="30021"/>
                    </a:cubicBezTo>
                    <a:cubicBezTo>
                      <a:pt x="6452" y="30050"/>
                      <a:pt x="6675" y="30065"/>
                      <a:pt x="6913" y="30080"/>
                    </a:cubicBezTo>
                    <a:cubicBezTo>
                      <a:pt x="7211" y="30110"/>
                      <a:pt x="7390" y="30110"/>
                      <a:pt x="7435" y="30393"/>
                    </a:cubicBezTo>
                    <a:cubicBezTo>
                      <a:pt x="7479" y="30721"/>
                      <a:pt x="7435" y="31049"/>
                      <a:pt x="7465" y="31376"/>
                    </a:cubicBezTo>
                    <a:cubicBezTo>
                      <a:pt x="7509" y="31749"/>
                      <a:pt x="7554" y="32121"/>
                      <a:pt x="7614" y="32494"/>
                    </a:cubicBezTo>
                    <a:cubicBezTo>
                      <a:pt x="7703" y="33283"/>
                      <a:pt x="7867" y="34058"/>
                      <a:pt x="8090" y="34832"/>
                    </a:cubicBezTo>
                    <a:cubicBezTo>
                      <a:pt x="8150" y="35026"/>
                      <a:pt x="8299" y="35279"/>
                      <a:pt x="8046" y="35339"/>
                    </a:cubicBezTo>
                    <a:cubicBezTo>
                      <a:pt x="8005" y="35350"/>
                      <a:pt x="7958" y="35354"/>
                      <a:pt x="7907" y="35354"/>
                    </a:cubicBezTo>
                    <a:cubicBezTo>
                      <a:pt x="7673" y="35354"/>
                      <a:pt x="7347" y="35262"/>
                      <a:pt x="7152" y="35250"/>
                    </a:cubicBezTo>
                    <a:cubicBezTo>
                      <a:pt x="6668" y="35220"/>
                      <a:pt x="6180" y="35205"/>
                      <a:pt x="5690" y="35205"/>
                    </a:cubicBezTo>
                    <a:cubicBezTo>
                      <a:pt x="5200" y="35205"/>
                      <a:pt x="4709" y="35220"/>
                      <a:pt x="4217" y="35250"/>
                    </a:cubicBezTo>
                    <a:cubicBezTo>
                      <a:pt x="4070" y="35265"/>
                      <a:pt x="3949" y="35278"/>
                      <a:pt x="3840" y="35278"/>
                    </a:cubicBezTo>
                    <a:cubicBezTo>
                      <a:pt x="3631" y="35278"/>
                      <a:pt x="3470" y="35228"/>
                      <a:pt x="3263" y="35041"/>
                    </a:cubicBezTo>
                    <a:cubicBezTo>
                      <a:pt x="2906" y="34743"/>
                      <a:pt x="2578" y="34415"/>
                      <a:pt x="2295" y="34058"/>
                    </a:cubicBezTo>
                    <a:cubicBezTo>
                      <a:pt x="1833" y="33477"/>
                      <a:pt x="1550" y="32777"/>
                      <a:pt x="1506" y="32032"/>
                    </a:cubicBezTo>
                    <a:cubicBezTo>
                      <a:pt x="1491" y="31272"/>
                      <a:pt x="1669" y="30512"/>
                      <a:pt x="2027" y="29842"/>
                    </a:cubicBezTo>
                    <a:cubicBezTo>
                      <a:pt x="2151" y="29612"/>
                      <a:pt x="2325" y="29555"/>
                      <a:pt x="2540" y="29555"/>
                    </a:cubicBezTo>
                    <a:close/>
                    <a:moveTo>
                      <a:pt x="8776" y="30391"/>
                    </a:moveTo>
                    <a:cubicBezTo>
                      <a:pt x="8898" y="30391"/>
                      <a:pt x="9047" y="30431"/>
                      <a:pt x="9193" y="30453"/>
                    </a:cubicBezTo>
                    <a:cubicBezTo>
                      <a:pt x="9491" y="30497"/>
                      <a:pt x="9789" y="30542"/>
                      <a:pt x="10087" y="30572"/>
                    </a:cubicBezTo>
                    <a:cubicBezTo>
                      <a:pt x="10459" y="30616"/>
                      <a:pt x="10831" y="30646"/>
                      <a:pt x="11204" y="30691"/>
                    </a:cubicBezTo>
                    <a:cubicBezTo>
                      <a:pt x="11383" y="30721"/>
                      <a:pt x="11830" y="30706"/>
                      <a:pt x="11979" y="30840"/>
                    </a:cubicBezTo>
                    <a:cubicBezTo>
                      <a:pt x="12128" y="30959"/>
                      <a:pt x="12128" y="31406"/>
                      <a:pt x="12187" y="31600"/>
                    </a:cubicBezTo>
                    <a:cubicBezTo>
                      <a:pt x="12262" y="31898"/>
                      <a:pt x="12351" y="32181"/>
                      <a:pt x="12440" y="32479"/>
                    </a:cubicBezTo>
                    <a:cubicBezTo>
                      <a:pt x="12649" y="33119"/>
                      <a:pt x="12872" y="33745"/>
                      <a:pt x="13126" y="34371"/>
                    </a:cubicBezTo>
                    <a:cubicBezTo>
                      <a:pt x="13260" y="34669"/>
                      <a:pt x="13379" y="34981"/>
                      <a:pt x="13528" y="35279"/>
                    </a:cubicBezTo>
                    <a:cubicBezTo>
                      <a:pt x="13573" y="35354"/>
                      <a:pt x="13826" y="35697"/>
                      <a:pt x="13766" y="35786"/>
                    </a:cubicBezTo>
                    <a:cubicBezTo>
                      <a:pt x="13741" y="35821"/>
                      <a:pt x="13660" y="35832"/>
                      <a:pt x="13558" y="35832"/>
                    </a:cubicBezTo>
                    <a:cubicBezTo>
                      <a:pt x="13354" y="35832"/>
                      <a:pt x="13066" y="35786"/>
                      <a:pt x="12977" y="35786"/>
                    </a:cubicBezTo>
                    <a:cubicBezTo>
                      <a:pt x="12619" y="35756"/>
                      <a:pt x="12247" y="35726"/>
                      <a:pt x="11889" y="35711"/>
                    </a:cubicBezTo>
                    <a:cubicBezTo>
                      <a:pt x="11114" y="35622"/>
                      <a:pt x="10355" y="35548"/>
                      <a:pt x="9580" y="35473"/>
                    </a:cubicBezTo>
                    <a:lnTo>
                      <a:pt x="9580" y="35503"/>
                    </a:lnTo>
                    <a:cubicBezTo>
                      <a:pt x="9148" y="35503"/>
                      <a:pt x="9178" y="34684"/>
                      <a:pt x="9118" y="34445"/>
                    </a:cubicBezTo>
                    <a:cubicBezTo>
                      <a:pt x="8954" y="33745"/>
                      <a:pt x="8805" y="33045"/>
                      <a:pt x="8701" y="32345"/>
                    </a:cubicBezTo>
                    <a:cubicBezTo>
                      <a:pt x="8641" y="32017"/>
                      <a:pt x="8612" y="31704"/>
                      <a:pt x="8582" y="31391"/>
                    </a:cubicBezTo>
                    <a:cubicBezTo>
                      <a:pt x="8567" y="31153"/>
                      <a:pt x="8463" y="30825"/>
                      <a:pt x="8522" y="30587"/>
                    </a:cubicBezTo>
                    <a:cubicBezTo>
                      <a:pt x="8553" y="30434"/>
                      <a:pt x="8649" y="30391"/>
                      <a:pt x="8776" y="30391"/>
                    </a:cubicBezTo>
                    <a:close/>
                    <a:moveTo>
                      <a:pt x="13480" y="30914"/>
                    </a:moveTo>
                    <a:cubicBezTo>
                      <a:pt x="13490" y="30914"/>
                      <a:pt x="13502" y="30914"/>
                      <a:pt x="13513" y="30914"/>
                    </a:cubicBezTo>
                    <a:cubicBezTo>
                      <a:pt x="13885" y="30914"/>
                      <a:pt x="14243" y="31004"/>
                      <a:pt x="14601" y="31019"/>
                    </a:cubicBezTo>
                    <a:cubicBezTo>
                      <a:pt x="15033" y="31049"/>
                      <a:pt x="15450" y="31078"/>
                      <a:pt x="15882" y="31093"/>
                    </a:cubicBezTo>
                    <a:cubicBezTo>
                      <a:pt x="16537" y="31108"/>
                      <a:pt x="17208" y="31108"/>
                      <a:pt x="17863" y="31138"/>
                    </a:cubicBezTo>
                    <a:cubicBezTo>
                      <a:pt x="18027" y="31138"/>
                      <a:pt x="18101" y="31138"/>
                      <a:pt x="18206" y="31242"/>
                    </a:cubicBezTo>
                    <a:cubicBezTo>
                      <a:pt x="18384" y="31436"/>
                      <a:pt x="18444" y="31838"/>
                      <a:pt x="18533" y="32047"/>
                    </a:cubicBezTo>
                    <a:cubicBezTo>
                      <a:pt x="18861" y="32777"/>
                      <a:pt x="19219" y="33492"/>
                      <a:pt x="19576" y="34207"/>
                    </a:cubicBezTo>
                    <a:cubicBezTo>
                      <a:pt x="19740" y="34505"/>
                      <a:pt x="19934" y="34803"/>
                      <a:pt x="20083" y="35130"/>
                    </a:cubicBezTo>
                    <a:cubicBezTo>
                      <a:pt x="20217" y="35413"/>
                      <a:pt x="20247" y="35473"/>
                      <a:pt x="19889" y="35533"/>
                    </a:cubicBezTo>
                    <a:cubicBezTo>
                      <a:pt x="19025" y="35667"/>
                      <a:pt x="18146" y="35771"/>
                      <a:pt x="17252" y="35831"/>
                    </a:cubicBezTo>
                    <a:cubicBezTo>
                      <a:pt x="16746" y="35860"/>
                      <a:pt x="16224" y="35875"/>
                      <a:pt x="15718" y="35875"/>
                    </a:cubicBezTo>
                    <a:cubicBezTo>
                      <a:pt x="15584" y="35875"/>
                      <a:pt x="15458" y="35888"/>
                      <a:pt x="15344" y="35888"/>
                    </a:cubicBezTo>
                    <a:cubicBezTo>
                      <a:pt x="15154" y="35888"/>
                      <a:pt x="14995" y="35853"/>
                      <a:pt x="14884" y="35667"/>
                    </a:cubicBezTo>
                    <a:cubicBezTo>
                      <a:pt x="14452" y="34981"/>
                      <a:pt x="14228" y="34192"/>
                      <a:pt x="13945" y="33447"/>
                    </a:cubicBezTo>
                    <a:cubicBezTo>
                      <a:pt x="13707" y="32806"/>
                      <a:pt x="13439" y="32166"/>
                      <a:pt x="13245" y="31510"/>
                    </a:cubicBezTo>
                    <a:cubicBezTo>
                      <a:pt x="13158" y="31205"/>
                      <a:pt x="13042" y="30914"/>
                      <a:pt x="13480" y="30914"/>
                    </a:cubicBezTo>
                    <a:close/>
                    <a:moveTo>
                      <a:pt x="37334" y="30259"/>
                    </a:moveTo>
                    <a:cubicBezTo>
                      <a:pt x="37424" y="30259"/>
                      <a:pt x="37438" y="30319"/>
                      <a:pt x="37483" y="30408"/>
                    </a:cubicBezTo>
                    <a:cubicBezTo>
                      <a:pt x="37692" y="30810"/>
                      <a:pt x="37722" y="31272"/>
                      <a:pt x="37796" y="31704"/>
                    </a:cubicBezTo>
                    <a:cubicBezTo>
                      <a:pt x="37930" y="32374"/>
                      <a:pt x="37960" y="33045"/>
                      <a:pt x="38019" y="33715"/>
                    </a:cubicBezTo>
                    <a:cubicBezTo>
                      <a:pt x="38049" y="34043"/>
                      <a:pt x="37975" y="34058"/>
                      <a:pt x="37632" y="34162"/>
                    </a:cubicBezTo>
                    <a:cubicBezTo>
                      <a:pt x="37230" y="34296"/>
                      <a:pt x="36813" y="34386"/>
                      <a:pt x="36411" y="34520"/>
                    </a:cubicBezTo>
                    <a:cubicBezTo>
                      <a:pt x="35576" y="34773"/>
                      <a:pt x="34757" y="35041"/>
                      <a:pt x="33938" y="35324"/>
                    </a:cubicBezTo>
                    <a:cubicBezTo>
                      <a:pt x="33550" y="35458"/>
                      <a:pt x="33163" y="35592"/>
                      <a:pt x="32776" y="35741"/>
                    </a:cubicBezTo>
                    <a:cubicBezTo>
                      <a:pt x="32655" y="35785"/>
                      <a:pt x="32477" y="35894"/>
                      <a:pt x="32356" y="35894"/>
                    </a:cubicBezTo>
                    <a:cubicBezTo>
                      <a:pt x="32313" y="35894"/>
                      <a:pt x="32277" y="35881"/>
                      <a:pt x="32254" y="35846"/>
                    </a:cubicBezTo>
                    <a:cubicBezTo>
                      <a:pt x="32150" y="35697"/>
                      <a:pt x="32254" y="35309"/>
                      <a:pt x="32254" y="35160"/>
                    </a:cubicBezTo>
                    <a:cubicBezTo>
                      <a:pt x="32254" y="34818"/>
                      <a:pt x="32224" y="34490"/>
                      <a:pt x="32195" y="34162"/>
                    </a:cubicBezTo>
                    <a:cubicBezTo>
                      <a:pt x="32180" y="33819"/>
                      <a:pt x="32135" y="33507"/>
                      <a:pt x="32090" y="33179"/>
                    </a:cubicBezTo>
                    <a:cubicBezTo>
                      <a:pt x="32075" y="33030"/>
                      <a:pt x="32031" y="32941"/>
                      <a:pt x="32165" y="32821"/>
                    </a:cubicBezTo>
                    <a:cubicBezTo>
                      <a:pt x="32373" y="32643"/>
                      <a:pt x="32820" y="32523"/>
                      <a:pt x="33088" y="32404"/>
                    </a:cubicBezTo>
                    <a:cubicBezTo>
                      <a:pt x="33461" y="32240"/>
                      <a:pt x="33833" y="32062"/>
                      <a:pt x="34191" y="31883"/>
                    </a:cubicBezTo>
                    <a:cubicBezTo>
                      <a:pt x="34921" y="31525"/>
                      <a:pt x="35636" y="31168"/>
                      <a:pt x="36351" y="30780"/>
                    </a:cubicBezTo>
                    <a:lnTo>
                      <a:pt x="36932" y="30482"/>
                    </a:lnTo>
                    <a:cubicBezTo>
                      <a:pt x="37006" y="30423"/>
                      <a:pt x="37230" y="30259"/>
                      <a:pt x="37334" y="30259"/>
                    </a:cubicBezTo>
                    <a:close/>
                    <a:moveTo>
                      <a:pt x="30951" y="33351"/>
                    </a:moveTo>
                    <a:cubicBezTo>
                      <a:pt x="30965" y="33351"/>
                      <a:pt x="30978" y="33353"/>
                      <a:pt x="30988" y="33358"/>
                    </a:cubicBezTo>
                    <a:cubicBezTo>
                      <a:pt x="31062" y="33402"/>
                      <a:pt x="31092" y="33864"/>
                      <a:pt x="31107" y="33968"/>
                    </a:cubicBezTo>
                    <a:cubicBezTo>
                      <a:pt x="31167" y="34505"/>
                      <a:pt x="31181" y="35041"/>
                      <a:pt x="31181" y="35592"/>
                    </a:cubicBezTo>
                    <a:cubicBezTo>
                      <a:pt x="31181" y="35771"/>
                      <a:pt x="31241" y="36099"/>
                      <a:pt x="31167" y="36292"/>
                    </a:cubicBezTo>
                    <a:cubicBezTo>
                      <a:pt x="31092" y="36471"/>
                      <a:pt x="31077" y="36441"/>
                      <a:pt x="30869" y="36531"/>
                    </a:cubicBezTo>
                    <a:cubicBezTo>
                      <a:pt x="30452" y="36695"/>
                      <a:pt x="30049" y="36873"/>
                      <a:pt x="29647" y="37067"/>
                    </a:cubicBezTo>
                    <a:cubicBezTo>
                      <a:pt x="29556" y="37106"/>
                      <a:pt x="29315" y="37271"/>
                      <a:pt x="29177" y="37271"/>
                    </a:cubicBezTo>
                    <a:cubicBezTo>
                      <a:pt x="29158" y="37271"/>
                      <a:pt x="29140" y="37268"/>
                      <a:pt x="29126" y="37261"/>
                    </a:cubicBezTo>
                    <a:cubicBezTo>
                      <a:pt x="29006" y="37216"/>
                      <a:pt x="29036" y="36665"/>
                      <a:pt x="29021" y="36546"/>
                    </a:cubicBezTo>
                    <a:lnTo>
                      <a:pt x="29021" y="36546"/>
                    </a:lnTo>
                    <a:lnTo>
                      <a:pt x="29021" y="36561"/>
                    </a:lnTo>
                    <a:cubicBezTo>
                      <a:pt x="28962" y="36009"/>
                      <a:pt x="28902" y="35473"/>
                      <a:pt x="28828" y="34922"/>
                    </a:cubicBezTo>
                    <a:cubicBezTo>
                      <a:pt x="28768" y="34728"/>
                      <a:pt x="28738" y="34535"/>
                      <a:pt x="28723" y="34341"/>
                    </a:cubicBezTo>
                    <a:cubicBezTo>
                      <a:pt x="28753" y="34132"/>
                      <a:pt x="28962" y="34103"/>
                      <a:pt x="29200" y="34043"/>
                    </a:cubicBezTo>
                    <a:cubicBezTo>
                      <a:pt x="29647" y="33894"/>
                      <a:pt x="30094" y="33715"/>
                      <a:pt x="30526" y="33522"/>
                    </a:cubicBezTo>
                    <a:cubicBezTo>
                      <a:pt x="30579" y="33495"/>
                      <a:pt x="30833" y="33351"/>
                      <a:pt x="30951" y="33351"/>
                    </a:cubicBezTo>
                    <a:close/>
                    <a:moveTo>
                      <a:pt x="29141" y="39332"/>
                    </a:moveTo>
                    <a:cubicBezTo>
                      <a:pt x="29140" y="39332"/>
                      <a:pt x="29140" y="39333"/>
                      <a:pt x="29140" y="39333"/>
                    </a:cubicBezTo>
                    <a:lnTo>
                      <a:pt x="29140" y="39333"/>
                    </a:lnTo>
                    <a:cubicBezTo>
                      <a:pt x="29140" y="39338"/>
                      <a:pt x="29141" y="39342"/>
                      <a:pt x="29141" y="39346"/>
                    </a:cubicBezTo>
                    <a:lnTo>
                      <a:pt x="29141" y="39332"/>
                    </a:lnTo>
                    <a:close/>
                    <a:moveTo>
                      <a:pt x="43503" y="33877"/>
                    </a:moveTo>
                    <a:cubicBezTo>
                      <a:pt x="43612" y="33877"/>
                      <a:pt x="43697" y="33914"/>
                      <a:pt x="43770" y="34043"/>
                    </a:cubicBezTo>
                    <a:cubicBezTo>
                      <a:pt x="43993" y="34490"/>
                      <a:pt x="44157" y="34952"/>
                      <a:pt x="44247" y="35443"/>
                    </a:cubicBezTo>
                    <a:cubicBezTo>
                      <a:pt x="44425" y="36218"/>
                      <a:pt x="44321" y="37037"/>
                      <a:pt x="43964" y="37752"/>
                    </a:cubicBezTo>
                    <a:cubicBezTo>
                      <a:pt x="43666" y="38304"/>
                      <a:pt x="43100" y="39048"/>
                      <a:pt x="42414" y="39317"/>
                    </a:cubicBezTo>
                    <a:cubicBezTo>
                      <a:pt x="42295" y="39364"/>
                      <a:pt x="42174" y="39381"/>
                      <a:pt x="42051" y="39381"/>
                    </a:cubicBezTo>
                    <a:cubicBezTo>
                      <a:pt x="41868" y="39381"/>
                      <a:pt x="41684" y="39343"/>
                      <a:pt x="41505" y="39317"/>
                    </a:cubicBezTo>
                    <a:cubicBezTo>
                      <a:pt x="41163" y="39257"/>
                      <a:pt x="40805" y="39212"/>
                      <a:pt x="40463" y="39183"/>
                    </a:cubicBezTo>
                    <a:cubicBezTo>
                      <a:pt x="40075" y="39168"/>
                      <a:pt x="39688" y="39138"/>
                      <a:pt x="39301" y="39138"/>
                    </a:cubicBezTo>
                    <a:cubicBezTo>
                      <a:pt x="39109" y="39138"/>
                      <a:pt x="38880" y="39176"/>
                      <a:pt x="38666" y="39176"/>
                    </a:cubicBezTo>
                    <a:cubicBezTo>
                      <a:pt x="38581" y="39176"/>
                      <a:pt x="38498" y="39170"/>
                      <a:pt x="38422" y="39153"/>
                    </a:cubicBezTo>
                    <a:cubicBezTo>
                      <a:pt x="38124" y="39093"/>
                      <a:pt x="38303" y="38885"/>
                      <a:pt x="38377" y="38661"/>
                    </a:cubicBezTo>
                    <a:cubicBezTo>
                      <a:pt x="38496" y="38333"/>
                      <a:pt x="38571" y="38006"/>
                      <a:pt x="38660" y="37663"/>
                    </a:cubicBezTo>
                    <a:cubicBezTo>
                      <a:pt x="38839" y="36963"/>
                      <a:pt x="38973" y="36248"/>
                      <a:pt x="39047" y="35518"/>
                    </a:cubicBezTo>
                    <a:cubicBezTo>
                      <a:pt x="39062" y="35309"/>
                      <a:pt x="38988" y="34922"/>
                      <a:pt x="39152" y="34758"/>
                    </a:cubicBezTo>
                    <a:cubicBezTo>
                      <a:pt x="39316" y="34579"/>
                      <a:pt x="39762" y="34564"/>
                      <a:pt x="39971" y="34535"/>
                    </a:cubicBezTo>
                    <a:cubicBezTo>
                      <a:pt x="40686" y="34400"/>
                      <a:pt x="41401" y="34237"/>
                      <a:pt x="42131" y="34117"/>
                    </a:cubicBezTo>
                    <a:cubicBezTo>
                      <a:pt x="42474" y="34058"/>
                      <a:pt x="42831" y="33998"/>
                      <a:pt x="43174" y="33924"/>
                    </a:cubicBezTo>
                    <a:cubicBezTo>
                      <a:pt x="43304" y="33903"/>
                      <a:pt x="43412" y="33877"/>
                      <a:pt x="43503" y="33877"/>
                    </a:cubicBezTo>
                    <a:close/>
                    <a:moveTo>
                      <a:pt x="27558" y="34629"/>
                    </a:moveTo>
                    <a:cubicBezTo>
                      <a:pt x="27583" y="34629"/>
                      <a:pt x="27605" y="34632"/>
                      <a:pt x="27621" y="34639"/>
                    </a:cubicBezTo>
                    <a:cubicBezTo>
                      <a:pt x="27710" y="34698"/>
                      <a:pt x="27755" y="35279"/>
                      <a:pt x="27770" y="35399"/>
                    </a:cubicBezTo>
                    <a:cubicBezTo>
                      <a:pt x="27859" y="35980"/>
                      <a:pt x="27889" y="36561"/>
                      <a:pt x="27979" y="37127"/>
                    </a:cubicBezTo>
                    <a:cubicBezTo>
                      <a:pt x="28008" y="37320"/>
                      <a:pt x="28113" y="37633"/>
                      <a:pt x="27979" y="37782"/>
                    </a:cubicBezTo>
                    <a:cubicBezTo>
                      <a:pt x="27859" y="37946"/>
                      <a:pt x="27576" y="37991"/>
                      <a:pt x="27398" y="38065"/>
                    </a:cubicBezTo>
                    <a:cubicBezTo>
                      <a:pt x="26072" y="38587"/>
                      <a:pt x="24835" y="39302"/>
                      <a:pt x="23405" y="39600"/>
                    </a:cubicBezTo>
                    <a:cubicBezTo>
                      <a:pt x="23400" y="39601"/>
                      <a:pt x="23396" y="39601"/>
                      <a:pt x="23391" y="39601"/>
                    </a:cubicBezTo>
                    <a:cubicBezTo>
                      <a:pt x="23154" y="39601"/>
                      <a:pt x="22838" y="38494"/>
                      <a:pt x="22779" y="38319"/>
                    </a:cubicBezTo>
                    <a:cubicBezTo>
                      <a:pt x="22496" y="37663"/>
                      <a:pt x="22183" y="37022"/>
                      <a:pt x="21885" y="36382"/>
                    </a:cubicBezTo>
                    <a:cubicBezTo>
                      <a:pt x="21751" y="36084"/>
                      <a:pt x="21885" y="36084"/>
                      <a:pt x="22228" y="36024"/>
                    </a:cubicBezTo>
                    <a:cubicBezTo>
                      <a:pt x="22571" y="35950"/>
                      <a:pt x="22869" y="35905"/>
                      <a:pt x="23182" y="35831"/>
                    </a:cubicBezTo>
                    <a:cubicBezTo>
                      <a:pt x="23897" y="35667"/>
                      <a:pt x="24612" y="35488"/>
                      <a:pt x="25312" y="35294"/>
                    </a:cubicBezTo>
                    <a:cubicBezTo>
                      <a:pt x="25923" y="35130"/>
                      <a:pt x="26504" y="34892"/>
                      <a:pt x="27114" y="34728"/>
                    </a:cubicBezTo>
                    <a:cubicBezTo>
                      <a:pt x="27190" y="34716"/>
                      <a:pt x="27424" y="34629"/>
                      <a:pt x="27558" y="34629"/>
                    </a:cubicBezTo>
                    <a:close/>
                    <a:moveTo>
                      <a:pt x="37890" y="35081"/>
                    </a:moveTo>
                    <a:cubicBezTo>
                      <a:pt x="37909" y="35081"/>
                      <a:pt x="37927" y="35083"/>
                      <a:pt x="37945" y="35086"/>
                    </a:cubicBezTo>
                    <a:cubicBezTo>
                      <a:pt x="38064" y="35220"/>
                      <a:pt x="37960" y="35473"/>
                      <a:pt x="37930" y="35652"/>
                    </a:cubicBezTo>
                    <a:lnTo>
                      <a:pt x="37930" y="35667"/>
                    </a:lnTo>
                    <a:cubicBezTo>
                      <a:pt x="37870" y="36024"/>
                      <a:pt x="37826" y="36382"/>
                      <a:pt x="37751" y="36739"/>
                    </a:cubicBezTo>
                    <a:cubicBezTo>
                      <a:pt x="37602" y="37425"/>
                      <a:pt x="37394" y="38110"/>
                      <a:pt x="37200" y="38795"/>
                    </a:cubicBezTo>
                    <a:cubicBezTo>
                      <a:pt x="37155" y="38974"/>
                      <a:pt x="37155" y="39168"/>
                      <a:pt x="36932" y="39227"/>
                    </a:cubicBezTo>
                    <a:cubicBezTo>
                      <a:pt x="36813" y="39257"/>
                      <a:pt x="36682" y="39261"/>
                      <a:pt x="36554" y="39261"/>
                    </a:cubicBezTo>
                    <a:cubicBezTo>
                      <a:pt x="36511" y="39261"/>
                      <a:pt x="36468" y="39260"/>
                      <a:pt x="36427" y="39260"/>
                    </a:cubicBezTo>
                    <a:cubicBezTo>
                      <a:pt x="36343" y="39260"/>
                      <a:pt x="36262" y="39262"/>
                      <a:pt x="36187" y="39272"/>
                    </a:cubicBezTo>
                    <a:cubicBezTo>
                      <a:pt x="35457" y="39332"/>
                      <a:pt x="34742" y="39451"/>
                      <a:pt x="34027" y="39570"/>
                    </a:cubicBezTo>
                    <a:cubicBezTo>
                      <a:pt x="33625" y="39629"/>
                      <a:pt x="33237" y="39704"/>
                      <a:pt x="32835" y="39793"/>
                    </a:cubicBezTo>
                    <a:cubicBezTo>
                      <a:pt x="32747" y="39806"/>
                      <a:pt x="32336" y="39958"/>
                      <a:pt x="32150" y="39958"/>
                    </a:cubicBezTo>
                    <a:cubicBezTo>
                      <a:pt x="32117" y="39958"/>
                      <a:pt x="32091" y="39954"/>
                      <a:pt x="32075" y="39942"/>
                    </a:cubicBezTo>
                    <a:cubicBezTo>
                      <a:pt x="31986" y="39868"/>
                      <a:pt x="32105" y="39451"/>
                      <a:pt x="32120" y="39346"/>
                    </a:cubicBezTo>
                    <a:cubicBezTo>
                      <a:pt x="32165" y="39019"/>
                      <a:pt x="32195" y="38691"/>
                      <a:pt x="32209" y="38363"/>
                    </a:cubicBezTo>
                    <a:cubicBezTo>
                      <a:pt x="32239" y="38035"/>
                      <a:pt x="32254" y="37708"/>
                      <a:pt x="32254" y="37365"/>
                    </a:cubicBezTo>
                    <a:cubicBezTo>
                      <a:pt x="32254" y="37142"/>
                      <a:pt x="32209" y="37008"/>
                      <a:pt x="32433" y="36888"/>
                    </a:cubicBezTo>
                    <a:cubicBezTo>
                      <a:pt x="32686" y="36784"/>
                      <a:pt x="32954" y="36695"/>
                      <a:pt x="33208" y="36620"/>
                    </a:cubicBezTo>
                    <a:cubicBezTo>
                      <a:pt x="33565" y="36501"/>
                      <a:pt x="33908" y="36367"/>
                      <a:pt x="34250" y="36248"/>
                    </a:cubicBezTo>
                    <a:cubicBezTo>
                      <a:pt x="34891" y="36024"/>
                      <a:pt x="35532" y="35816"/>
                      <a:pt x="36172" y="35607"/>
                    </a:cubicBezTo>
                    <a:cubicBezTo>
                      <a:pt x="36560" y="35488"/>
                      <a:pt x="36947" y="35369"/>
                      <a:pt x="37334" y="35250"/>
                    </a:cubicBezTo>
                    <a:cubicBezTo>
                      <a:pt x="37495" y="35196"/>
                      <a:pt x="37717" y="35081"/>
                      <a:pt x="37890" y="35081"/>
                    </a:cubicBezTo>
                    <a:close/>
                    <a:moveTo>
                      <a:pt x="20514" y="36380"/>
                    </a:moveTo>
                    <a:cubicBezTo>
                      <a:pt x="20571" y="36380"/>
                      <a:pt x="20623" y="36392"/>
                      <a:pt x="20679" y="36427"/>
                    </a:cubicBezTo>
                    <a:cubicBezTo>
                      <a:pt x="20887" y="36576"/>
                      <a:pt x="21021" y="37082"/>
                      <a:pt x="21126" y="37276"/>
                    </a:cubicBezTo>
                    <a:cubicBezTo>
                      <a:pt x="21245" y="37529"/>
                      <a:pt x="21364" y="37797"/>
                      <a:pt x="21483" y="38050"/>
                    </a:cubicBezTo>
                    <a:cubicBezTo>
                      <a:pt x="21617" y="38363"/>
                      <a:pt x="21736" y="38676"/>
                      <a:pt x="21856" y="38989"/>
                    </a:cubicBezTo>
                    <a:cubicBezTo>
                      <a:pt x="21930" y="39168"/>
                      <a:pt x="22168" y="39585"/>
                      <a:pt x="22139" y="39778"/>
                    </a:cubicBezTo>
                    <a:cubicBezTo>
                      <a:pt x="22079" y="40032"/>
                      <a:pt x="21215" y="40047"/>
                      <a:pt x="20947" y="40076"/>
                    </a:cubicBezTo>
                    <a:cubicBezTo>
                      <a:pt x="20247" y="40181"/>
                      <a:pt x="19547" y="40225"/>
                      <a:pt x="18846" y="40300"/>
                    </a:cubicBezTo>
                    <a:cubicBezTo>
                      <a:pt x="18608" y="40345"/>
                      <a:pt x="18355" y="40389"/>
                      <a:pt x="18101" y="40404"/>
                    </a:cubicBezTo>
                    <a:cubicBezTo>
                      <a:pt x="18060" y="40408"/>
                      <a:pt x="18021" y="40410"/>
                      <a:pt x="17986" y="40410"/>
                    </a:cubicBezTo>
                    <a:cubicBezTo>
                      <a:pt x="17732" y="40410"/>
                      <a:pt x="17634" y="40314"/>
                      <a:pt x="17491" y="40091"/>
                    </a:cubicBezTo>
                    <a:cubicBezTo>
                      <a:pt x="17178" y="39570"/>
                      <a:pt x="16805" y="39063"/>
                      <a:pt x="16493" y="38527"/>
                    </a:cubicBezTo>
                    <a:cubicBezTo>
                      <a:pt x="16299" y="38214"/>
                      <a:pt x="16120" y="37901"/>
                      <a:pt x="15926" y="37603"/>
                    </a:cubicBezTo>
                    <a:cubicBezTo>
                      <a:pt x="15837" y="37440"/>
                      <a:pt x="15539" y="37112"/>
                      <a:pt x="15539" y="36918"/>
                    </a:cubicBezTo>
                    <a:cubicBezTo>
                      <a:pt x="15539" y="36799"/>
                      <a:pt x="15509" y="36829"/>
                      <a:pt x="15688" y="36814"/>
                    </a:cubicBezTo>
                    <a:lnTo>
                      <a:pt x="15971" y="36814"/>
                    </a:lnTo>
                    <a:cubicBezTo>
                      <a:pt x="16299" y="36814"/>
                      <a:pt x="16627" y="36814"/>
                      <a:pt x="16939" y="36784"/>
                    </a:cubicBezTo>
                    <a:cubicBezTo>
                      <a:pt x="17684" y="36754"/>
                      <a:pt x="18429" y="36680"/>
                      <a:pt x="19159" y="36590"/>
                    </a:cubicBezTo>
                    <a:cubicBezTo>
                      <a:pt x="19532" y="36531"/>
                      <a:pt x="19904" y="36471"/>
                      <a:pt x="20291" y="36412"/>
                    </a:cubicBezTo>
                    <a:cubicBezTo>
                      <a:pt x="20379" y="36396"/>
                      <a:pt x="20450" y="36380"/>
                      <a:pt x="20514" y="36380"/>
                    </a:cubicBezTo>
                    <a:close/>
                    <a:moveTo>
                      <a:pt x="31072" y="37442"/>
                    </a:moveTo>
                    <a:cubicBezTo>
                      <a:pt x="31097" y="37442"/>
                      <a:pt x="31119" y="37446"/>
                      <a:pt x="31137" y="37454"/>
                    </a:cubicBezTo>
                    <a:cubicBezTo>
                      <a:pt x="31330" y="37544"/>
                      <a:pt x="31152" y="38244"/>
                      <a:pt x="31137" y="38378"/>
                    </a:cubicBezTo>
                    <a:cubicBezTo>
                      <a:pt x="31062" y="38900"/>
                      <a:pt x="31033" y="39406"/>
                      <a:pt x="30958" y="39913"/>
                    </a:cubicBezTo>
                    <a:cubicBezTo>
                      <a:pt x="30898" y="40315"/>
                      <a:pt x="30526" y="40300"/>
                      <a:pt x="30124" y="40479"/>
                    </a:cubicBezTo>
                    <a:cubicBezTo>
                      <a:pt x="29885" y="40583"/>
                      <a:pt x="29632" y="40687"/>
                      <a:pt x="29364" y="40747"/>
                    </a:cubicBezTo>
                    <a:cubicBezTo>
                      <a:pt x="29285" y="40762"/>
                      <a:pt x="29227" y="40772"/>
                      <a:pt x="29184" y="40772"/>
                    </a:cubicBezTo>
                    <a:cubicBezTo>
                      <a:pt x="29097" y="40772"/>
                      <a:pt x="29071" y="40732"/>
                      <a:pt x="29051" y="40613"/>
                    </a:cubicBezTo>
                    <a:cubicBezTo>
                      <a:pt x="29066" y="40434"/>
                      <a:pt x="29081" y="40255"/>
                      <a:pt x="29126" y="40091"/>
                    </a:cubicBezTo>
                    <a:cubicBezTo>
                      <a:pt x="29126" y="39839"/>
                      <a:pt x="29126" y="39586"/>
                      <a:pt x="29140" y="39333"/>
                    </a:cubicBezTo>
                    <a:lnTo>
                      <a:pt x="29140" y="39333"/>
                    </a:lnTo>
                    <a:cubicBezTo>
                      <a:pt x="29137" y="39105"/>
                      <a:pt x="29053" y="38642"/>
                      <a:pt x="29155" y="38408"/>
                    </a:cubicBezTo>
                    <a:cubicBezTo>
                      <a:pt x="29260" y="38140"/>
                      <a:pt x="29945" y="37991"/>
                      <a:pt x="30213" y="37857"/>
                    </a:cubicBezTo>
                    <a:cubicBezTo>
                      <a:pt x="30347" y="37776"/>
                      <a:pt x="30845" y="37442"/>
                      <a:pt x="31072" y="37442"/>
                    </a:cubicBezTo>
                    <a:close/>
                    <a:moveTo>
                      <a:pt x="9946" y="36473"/>
                    </a:moveTo>
                    <a:cubicBezTo>
                      <a:pt x="10323" y="36473"/>
                      <a:pt x="11106" y="36609"/>
                      <a:pt x="11278" y="36620"/>
                    </a:cubicBezTo>
                    <a:cubicBezTo>
                      <a:pt x="11993" y="36680"/>
                      <a:pt x="12738" y="36754"/>
                      <a:pt x="13468" y="36769"/>
                    </a:cubicBezTo>
                    <a:cubicBezTo>
                      <a:pt x="13587" y="36769"/>
                      <a:pt x="13749" y="36752"/>
                      <a:pt x="13903" y="36752"/>
                    </a:cubicBezTo>
                    <a:cubicBezTo>
                      <a:pt x="14038" y="36752"/>
                      <a:pt x="14167" y="36765"/>
                      <a:pt x="14258" y="36814"/>
                    </a:cubicBezTo>
                    <a:cubicBezTo>
                      <a:pt x="14437" y="36933"/>
                      <a:pt x="14511" y="37246"/>
                      <a:pt x="14586" y="37410"/>
                    </a:cubicBezTo>
                    <a:cubicBezTo>
                      <a:pt x="14884" y="37991"/>
                      <a:pt x="15211" y="38557"/>
                      <a:pt x="15569" y="39108"/>
                    </a:cubicBezTo>
                    <a:cubicBezTo>
                      <a:pt x="15733" y="39361"/>
                      <a:pt x="15897" y="39629"/>
                      <a:pt x="16060" y="39898"/>
                    </a:cubicBezTo>
                    <a:cubicBezTo>
                      <a:pt x="16120" y="40002"/>
                      <a:pt x="16448" y="40359"/>
                      <a:pt x="16418" y="40479"/>
                    </a:cubicBezTo>
                    <a:cubicBezTo>
                      <a:pt x="16401" y="40561"/>
                      <a:pt x="16127" y="40580"/>
                      <a:pt x="15849" y="40580"/>
                    </a:cubicBezTo>
                    <a:cubicBezTo>
                      <a:pt x="15626" y="40580"/>
                      <a:pt x="15400" y="40568"/>
                      <a:pt x="15301" y="40568"/>
                    </a:cubicBezTo>
                    <a:cubicBezTo>
                      <a:pt x="14511" y="40598"/>
                      <a:pt x="13722" y="40643"/>
                      <a:pt x="12932" y="40702"/>
                    </a:cubicBezTo>
                    <a:cubicBezTo>
                      <a:pt x="12731" y="40702"/>
                      <a:pt x="12412" y="40778"/>
                      <a:pt x="12159" y="40778"/>
                    </a:cubicBezTo>
                    <a:cubicBezTo>
                      <a:pt x="12074" y="40778"/>
                      <a:pt x="11997" y="40769"/>
                      <a:pt x="11934" y="40747"/>
                    </a:cubicBezTo>
                    <a:lnTo>
                      <a:pt x="11934" y="40762"/>
                    </a:lnTo>
                    <a:cubicBezTo>
                      <a:pt x="11800" y="40717"/>
                      <a:pt x="11725" y="40538"/>
                      <a:pt x="11651" y="40434"/>
                    </a:cubicBezTo>
                    <a:cubicBezTo>
                      <a:pt x="11219" y="39808"/>
                      <a:pt x="10846" y="39168"/>
                      <a:pt x="10504" y="38482"/>
                    </a:cubicBezTo>
                    <a:cubicBezTo>
                      <a:pt x="10340" y="38125"/>
                      <a:pt x="10176" y="37767"/>
                      <a:pt x="10042" y="37410"/>
                    </a:cubicBezTo>
                    <a:cubicBezTo>
                      <a:pt x="9967" y="37216"/>
                      <a:pt x="9908" y="37037"/>
                      <a:pt x="9848" y="36859"/>
                    </a:cubicBezTo>
                    <a:cubicBezTo>
                      <a:pt x="9818" y="36784"/>
                      <a:pt x="9714" y="36590"/>
                      <a:pt x="9744" y="36516"/>
                    </a:cubicBezTo>
                    <a:cubicBezTo>
                      <a:pt x="9758" y="36485"/>
                      <a:pt x="9834" y="36473"/>
                      <a:pt x="9946" y="36473"/>
                    </a:cubicBezTo>
                    <a:close/>
                    <a:moveTo>
                      <a:pt x="4810" y="36186"/>
                    </a:moveTo>
                    <a:cubicBezTo>
                      <a:pt x="5340" y="36186"/>
                      <a:pt x="5874" y="36194"/>
                      <a:pt x="6407" y="36203"/>
                    </a:cubicBezTo>
                    <a:cubicBezTo>
                      <a:pt x="6794" y="36203"/>
                      <a:pt x="7196" y="36218"/>
                      <a:pt x="7599" y="36248"/>
                    </a:cubicBezTo>
                    <a:cubicBezTo>
                      <a:pt x="7792" y="36263"/>
                      <a:pt x="8165" y="36233"/>
                      <a:pt x="8344" y="36322"/>
                    </a:cubicBezTo>
                    <a:cubicBezTo>
                      <a:pt x="8612" y="36441"/>
                      <a:pt x="8641" y="36814"/>
                      <a:pt x="8716" y="37052"/>
                    </a:cubicBezTo>
                    <a:cubicBezTo>
                      <a:pt x="8850" y="37410"/>
                      <a:pt x="8999" y="37767"/>
                      <a:pt x="9163" y="38125"/>
                    </a:cubicBezTo>
                    <a:cubicBezTo>
                      <a:pt x="9461" y="38870"/>
                      <a:pt x="9833" y="39585"/>
                      <a:pt x="10280" y="40255"/>
                    </a:cubicBezTo>
                    <a:cubicBezTo>
                      <a:pt x="10370" y="40389"/>
                      <a:pt x="10712" y="40762"/>
                      <a:pt x="10608" y="40911"/>
                    </a:cubicBezTo>
                    <a:cubicBezTo>
                      <a:pt x="10519" y="41030"/>
                      <a:pt x="9863" y="41000"/>
                      <a:pt x="9714" y="41030"/>
                    </a:cubicBezTo>
                    <a:cubicBezTo>
                      <a:pt x="8790" y="41164"/>
                      <a:pt x="7867" y="41373"/>
                      <a:pt x="6988" y="41670"/>
                    </a:cubicBezTo>
                    <a:cubicBezTo>
                      <a:pt x="6556" y="41805"/>
                      <a:pt x="6109" y="42088"/>
                      <a:pt x="5632" y="42102"/>
                    </a:cubicBezTo>
                    <a:cubicBezTo>
                      <a:pt x="5215" y="42102"/>
                      <a:pt x="4828" y="41849"/>
                      <a:pt x="4515" y="41641"/>
                    </a:cubicBezTo>
                    <a:cubicBezTo>
                      <a:pt x="3844" y="41209"/>
                      <a:pt x="3308" y="40568"/>
                      <a:pt x="2995" y="39838"/>
                    </a:cubicBezTo>
                    <a:cubicBezTo>
                      <a:pt x="2727" y="39197"/>
                      <a:pt x="2668" y="38497"/>
                      <a:pt x="2802" y="37827"/>
                    </a:cubicBezTo>
                    <a:cubicBezTo>
                      <a:pt x="2891" y="37410"/>
                      <a:pt x="3025" y="37008"/>
                      <a:pt x="3174" y="36620"/>
                    </a:cubicBezTo>
                    <a:cubicBezTo>
                      <a:pt x="3278" y="36352"/>
                      <a:pt x="3293" y="36203"/>
                      <a:pt x="3651" y="36203"/>
                    </a:cubicBezTo>
                    <a:cubicBezTo>
                      <a:pt x="4035" y="36190"/>
                      <a:pt x="4422" y="36186"/>
                      <a:pt x="4810" y="36186"/>
                    </a:cubicBezTo>
                    <a:close/>
                    <a:moveTo>
                      <a:pt x="27966" y="38867"/>
                    </a:moveTo>
                    <a:cubicBezTo>
                      <a:pt x="28023" y="38867"/>
                      <a:pt x="28053" y="38915"/>
                      <a:pt x="28053" y="39048"/>
                    </a:cubicBezTo>
                    <a:cubicBezTo>
                      <a:pt x="28053" y="39332"/>
                      <a:pt x="28023" y="39585"/>
                      <a:pt x="28008" y="39853"/>
                    </a:cubicBezTo>
                    <a:cubicBezTo>
                      <a:pt x="27993" y="40166"/>
                      <a:pt x="27979" y="40494"/>
                      <a:pt x="27949" y="40806"/>
                    </a:cubicBezTo>
                    <a:cubicBezTo>
                      <a:pt x="27934" y="41119"/>
                      <a:pt x="27964" y="41283"/>
                      <a:pt x="27576" y="41417"/>
                    </a:cubicBezTo>
                    <a:cubicBezTo>
                      <a:pt x="26995" y="41626"/>
                      <a:pt x="26429" y="41894"/>
                      <a:pt x="25878" y="42147"/>
                    </a:cubicBezTo>
                    <a:cubicBezTo>
                      <a:pt x="25565" y="42281"/>
                      <a:pt x="25252" y="42415"/>
                      <a:pt x="24939" y="42564"/>
                    </a:cubicBezTo>
                    <a:cubicBezTo>
                      <a:pt x="24785" y="42648"/>
                      <a:pt x="24563" y="42807"/>
                      <a:pt x="24382" y="42807"/>
                    </a:cubicBezTo>
                    <a:cubicBezTo>
                      <a:pt x="24336" y="42807"/>
                      <a:pt x="24293" y="42797"/>
                      <a:pt x="24254" y="42773"/>
                    </a:cubicBezTo>
                    <a:cubicBezTo>
                      <a:pt x="24120" y="42698"/>
                      <a:pt x="24090" y="42341"/>
                      <a:pt x="24075" y="42222"/>
                    </a:cubicBezTo>
                    <a:cubicBezTo>
                      <a:pt x="24016" y="41924"/>
                      <a:pt x="23941" y="41641"/>
                      <a:pt x="23852" y="41373"/>
                    </a:cubicBezTo>
                    <a:cubicBezTo>
                      <a:pt x="23748" y="41164"/>
                      <a:pt x="23673" y="40940"/>
                      <a:pt x="23643" y="40717"/>
                    </a:cubicBezTo>
                    <a:cubicBezTo>
                      <a:pt x="23643" y="40464"/>
                      <a:pt x="23837" y="40434"/>
                      <a:pt x="24105" y="40359"/>
                    </a:cubicBezTo>
                    <a:cubicBezTo>
                      <a:pt x="24850" y="40151"/>
                      <a:pt x="25595" y="39883"/>
                      <a:pt x="26310" y="39585"/>
                    </a:cubicBezTo>
                    <a:cubicBezTo>
                      <a:pt x="26772" y="39391"/>
                      <a:pt x="27249" y="39197"/>
                      <a:pt x="27681" y="38989"/>
                    </a:cubicBezTo>
                    <a:cubicBezTo>
                      <a:pt x="27806" y="38926"/>
                      <a:pt x="27903" y="38867"/>
                      <a:pt x="27966" y="38867"/>
                    </a:cubicBezTo>
                    <a:close/>
                    <a:moveTo>
                      <a:pt x="38114" y="40075"/>
                    </a:moveTo>
                    <a:cubicBezTo>
                      <a:pt x="38220" y="40075"/>
                      <a:pt x="38340" y="40094"/>
                      <a:pt x="38466" y="40106"/>
                    </a:cubicBezTo>
                    <a:cubicBezTo>
                      <a:pt x="38854" y="40106"/>
                      <a:pt x="39241" y="40106"/>
                      <a:pt x="39628" y="40121"/>
                    </a:cubicBezTo>
                    <a:cubicBezTo>
                      <a:pt x="40016" y="40136"/>
                      <a:pt x="40418" y="40166"/>
                      <a:pt x="40805" y="40196"/>
                    </a:cubicBezTo>
                    <a:cubicBezTo>
                      <a:pt x="40838" y="40196"/>
                      <a:pt x="40877" y="40195"/>
                      <a:pt x="40917" y="40195"/>
                    </a:cubicBezTo>
                    <a:cubicBezTo>
                      <a:pt x="41059" y="40195"/>
                      <a:pt x="41227" y="40204"/>
                      <a:pt x="41297" y="40285"/>
                    </a:cubicBezTo>
                    <a:cubicBezTo>
                      <a:pt x="41476" y="40494"/>
                      <a:pt x="41208" y="41104"/>
                      <a:pt x="41133" y="41313"/>
                    </a:cubicBezTo>
                    <a:cubicBezTo>
                      <a:pt x="40910" y="42013"/>
                      <a:pt x="40463" y="42639"/>
                      <a:pt x="39867" y="43101"/>
                    </a:cubicBezTo>
                    <a:cubicBezTo>
                      <a:pt x="39628" y="43294"/>
                      <a:pt x="39390" y="43473"/>
                      <a:pt x="39122" y="43637"/>
                    </a:cubicBezTo>
                    <a:cubicBezTo>
                      <a:pt x="38968" y="43723"/>
                      <a:pt x="38833" y="43754"/>
                      <a:pt x="38685" y="43754"/>
                    </a:cubicBezTo>
                    <a:cubicBezTo>
                      <a:pt x="38575" y="43754"/>
                      <a:pt x="38457" y="43737"/>
                      <a:pt x="38317" y="43711"/>
                    </a:cubicBezTo>
                    <a:lnTo>
                      <a:pt x="38317" y="43726"/>
                    </a:lnTo>
                    <a:cubicBezTo>
                      <a:pt x="37885" y="43652"/>
                      <a:pt x="37468" y="43592"/>
                      <a:pt x="37036" y="43562"/>
                    </a:cubicBezTo>
                    <a:cubicBezTo>
                      <a:pt x="36768" y="43562"/>
                      <a:pt x="36500" y="43548"/>
                      <a:pt x="36217" y="43518"/>
                    </a:cubicBezTo>
                    <a:cubicBezTo>
                      <a:pt x="36038" y="43458"/>
                      <a:pt x="36083" y="43518"/>
                      <a:pt x="36098" y="43369"/>
                    </a:cubicBezTo>
                    <a:cubicBezTo>
                      <a:pt x="36098" y="43279"/>
                      <a:pt x="36232" y="43160"/>
                      <a:pt x="36276" y="43086"/>
                    </a:cubicBezTo>
                    <a:cubicBezTo>
                      <a:pt x="36485" y="42773"/>
                      <a:pt x="36679" y="42475"/>
                      <a:pt x="36857" y="42147"/>
                    </a:cubicBezTo>
                    <a:cubicBezTo>
                      <a:pt x="37200" y="41536"/>
                      <a:pt x="37453" y="40911"/>
                      <a:pt x="37751" y="40285"/>
                    </a:cubicBezTo>
                    <a:cubicBezTo>
                      <a:pt x="37831" y="40117"/>
                      <a:pt x="37958" y="40075"/>
                      <a:pt x="38114" y="40075"/>
                    </a:cubicBezTo>
                    <a:close/>
                    <a:moveTo>
                      <a:pt x="22390" y="40846"/>
                    </a:moveTo>
                    <a:cubicBezTo>
                      <a:pt x="22563" y="40846"/>
                      <a:pt x="22594" y="40949"/>
                      <a:pt x="22660" y="41134"/>
                    </a:cubicBezTo>
                    <a:cubicBezTo>
                      <a:pt x="22809" y="41596"/>
                      <a:pt x="22913" y="42088"/>
                      <a:pt x="23047" y="42549"/>
                    </a:cubicBezTo>
                    <a:cubicBezTo>
                      <a:pt x="23092" y="42669"/>
                      <a:pt x="23286" y="43041"/>
                      <a:pt x="23226" y="43160"/>
                    </a:cubicBezTo>
                    <a:cubicBezTo>
                      <a:pt x="23137" y="43309"/>
                      <a:pt x="22720" y="43339"/>
                      <a:pt x="22571" y="43369"/>
                    </a:cubicBezTo>
                    <a:cubicBezTo>
                      <a:pt x="21900" y="43548"/>
                      <a:pt x="21215" y="43667"/>
                      <a:pt x="20530" y="43801"/>
                    </a:cubicBezTo>
                    <a:cubicBezTo>
                      <a:pt x="20445" y="43818"/>
                      <a:pt x="20379" y="43828"/>
                      <a:pt x="20325" y="43828"/>
                    </a:cubicBezTo>
                    <a:cubicBezTo>
                      <a:pt x="20189" y="43828"/>
                      <a:pt x="20125" y="43767"/>
                      <a:pt x="20008" y="43607"/>
                    </a:cubicBezTo>
                    <a:cubicBezTo>
                      <a:pt x="19844" y="43384"/>
                      <a:pt x="19740" y="43175"/>
                      <a:pt x="19591" y="42981"/>
                    </a:cubicBezTo>
                    <a:cubicBezTo>
                      <a:pt x="19398" y="42728"/>
                      <a:pt x="19219" y="42490"/>
                      <a:pt x="19040" y="42251"/>
                    </a:cubicBezTo>
                    <a:cubicBezTo>
                      <a:pt x="18861" y="42013"/>
                      <a:pt x="18593" y="41745"/>
                      <a:pt x="18489" y="41492"/>
                    </a:cubicBezTo>
                    <a:cubicBezTo>
                      <a:pt x="18414" y="41298"/>
                      <a:pt x="18489" y="41328"/>
                      <a:pt x="18742" y="41298"/>
                    </a:cubicBezTo>
                    <a:cubicBezTo>
                      <a:pt x="19010" y="41268"/>
                      <a:pt x="19293" y="41238"/>
                      <a:pt x="19576" y="41209"/>
                    </a:cubicBezTo>
                    <a:cubicBezTo>
                      <a:pt x="20232" y="41149"/>
                      <a:pt x="20887" y="41075"/>
                      <a:pt x="21543" y="40985"/>
                    </a:cubicBezTo>
                    <a:cubicBezTo>
                      <a:pt x="21796" y="40940"/>
                      <a:pt x="22064" y="40866"/>
                      <a:pt x="22317" y="40851"/>
                    </a:cubicBezTo>
                    <a:cubicBezTo>
                      <a:pt x="22344" y="40848"/>
                      <a:pt x="22368" y="40846"/>
                      <a:pt x="22390" y="40846"/>
                    </a:cubicBezTo>
                    <a:close/>
                    <a:moveTo>
                      <a:pt x="36604" y="40181"/>
                    </a:moveTo>
                    <a:lnTo>
                      <a:pt x="36604" y="40211"/>
                    </a:lnTo>
                    <a:cubicBezTo>
                      <a:pt x="36619" y="40479"/>
                      <a:pt x="36381" y="40821"/>
                      <a:pt x="36262" y="41060"/>
                    </a:cubicBezTo>
                    <a:cubicBezTo>
                      <a:pt x="36038" y="41447"/>
                      <a:pt x="35830" y="41849"/>
                      <a:pt x="35606" y="42251"/>
                    </a:cubicBezTo>
                    <a:cubicBezTo>
                      <a:pt x="35398" y="42639"/>
                      <a:pt x="35144" y="43324"/>
                      <a:pt x="34668" y="43503"/>
                    </a:cubicBezTo>
                    <a:cubicBezTo>
                      <a:pt x="34512" y="43567"/>
                      <a:pt x="34329" y="43575"/>
                      <a:pt x="34148" y="43575"/>
                    </a:cubicBezTo>
                    <a:cubicBezTo>
                      <a:pt x="34089" y="43575"/>
                      <a:pt x="34030" y="43574"/>
                      <a:pt x="33972" y="43574"/>
                    </a:cubicBezTo>
                    <a:cubicBezTo>
                      <a:pt x="33919" y="43574"/>
                      <a:pt x="33868" y="43575"/>
                      <a:pt x="33818" y="43577"/>
                    </a:cubicBezTo>
                    <a:cubicBezTo>
                      <a:pt x="33506" y="43577"/>
                      <a:pt x="33193" y="43607"/>
                      <a:pt x="32895" y="43652"/>
                    </a:cubicBezTo>
                    <a:cubicBezTo>
                      <a:pt x="32679" y="43675"/>
                      <a:pt x="31960" y="43845"/>
                      <a:pt x="31578" y="43845"/>
                    </a:cubicBezTo>
                    <a:cubicBezTo>
                      <a:pt x="31460" y="43845"/>
                      <a:pt x="31374" y="43828"/>
                      <a:pt x="31345" y="43786"/>
                    </a:cubicBezTo>
                    <a:cubicBezTo>
                      <a:pt x="31286" y="43682"/>
                      <a:pt x="31465" y="43294"/>
                      <a:pt x="31479" y="43190"/>
                    </a:cubicBezTo>
                    <a:cubicBezTo>
                      <a:pt x="31554" y="42892"/>
                      <a:pt x="31614" y="42594"/>
                      <a:pt x="31673" y="42311"/>
                    </a:cubicBezTo>
                    <a:cubicBezTo>
                      <a:pt x="31718" y="42013"/>
                      <a:pt x="31792" y="41685"/>
                      <a:pt x="31837" y="41373"/>
                    </a:cubicBezTo>
                    <a:cubicBezTo>
                      <a:pt x="31867" y="41224"/>
                      <a:pt x="31837" y="41060"/>
                      <a:pt x="31971" y="40955"/>
                    </a:cubicBezTo>
                    <a:cubicBezTo>
                      <a:pt x="32180" y="40821"/>
                      <a:pt x="32656" y="40806"/>
                      <a:pt x="32910" y="40777"/>
                    </a:cubicBezTo>
                    <a:cubicBezTo>
                      <a:pt x="33297" y="40702"/>
                      <a:pt x="33684" y="40613"/>
                      <a:pt x="34087" y="40538"/>
                    </a:cubicBezTo>
                    <a:cubicBezTo>
                      <a:pt x="34906" y="40359"/>
                      <a:pt x="35755" y="40255"/>
                      <a:pt x="36604" y="40181"/>
                    </a:cubicBezTo>
                    <a:close/>
                    <a:moveTo>
                      <a:pt x="30690" y="41328"/>
                    </a:moveTo>
                    <a:cubicBezTo>
                      <a:pt x="30779" y="41685"/>
                      <a:pt x="30571" y="42207"/>
                      <a:pt x="30496" y="42564"/>
                    </a:cubicBezTo>
                    <a:cubicBezTo>
                      <a:pt x="30407" y="42967"/>
                      <a:pt x="30317" y="43369"/>
                      <a:pt x="30198" y="43771"/>
                    </a:cubicBezTo>
                    <a:cubicBezTo>
                      <a:pt x="30139" y="43950"/>
                      <a:pt x="30154" y="44024"/>
                      <a:pt x="29945" y="44114"/>
                    </a:cubicBezTo>
                    <a:lnTo>
                      <a:pt x="29945" y="44129"/>
                    </a:lnTo>
                    <a:cubicBezTo>
                      <a:pt x="29811" y="44173"/>
                      <a:pt x="29662" y="44203"/>
                      <a:pt x="29498" y="44218"/>
                    </a:cubicBezTo>
                    <a:cubicBezTo>
                      <a:pt x="29270" y="44258"/>
                      <a:pt x="28932" y="44371"/>
                      <a:pt x="28683" y="44371"/>
                    </a:cubicBezTo>
                    <a:cubicBezTo>
                      <a:pt x="28655" y="44371"/>
                      <a:pt x="28629" y="44370"/>
                      <a:pt x="28604" y="44367"/>
                    </a:cubicBezTo>
                    <a:cubicBezTo>
                      <a:pt x="28530" y="43994"/>
                      <a:pt x="28723" y="43503"/>
                      <a:pt x="28783" y="43130"/>
                    </a:cubicBezTo>
                    <a:cubicBezTo>
                      <a:pt x="28843" y="42847"/>
                      <a:pt x="28828" y="42549"/>
                      <a:pt x="28872" y="42266"/>
                    </a:cubicBezTo>
                    <a:cubicBezTo>
                      <a:pt x="28932" y="41894"/>
                      <a:pt x="29155" y="41805"/>
                      <a:pt x="29543" y="41670"/>
                    </a:cubicBezTo>
                    <a:cubicBezTo>
                      <a:pt x="29856" y="41566"/>
                      <a:pt x="30347" y="41328"/>
                      <a:pt x="30690" y="41328"/>
                    </a:cubicBezTo>
                    <a:close/>
                    <a:moveTo>
                      <a:pt x="16889" y="41449"/>
                    </a:moveTo>
                    <a:cubicBezTo>
                      <a:pt x="17083" y="41449"/>
                      <a:pt x="17139" y="41504"/>
                      <a:pt x="17297" y="41730"/>
                    </a:cubicBezTo>
                    <a:cubicBezTo>
                      <a:pt x="17550" y="42058"/>
                      <a:pt x="17789" y="42386"/>
                      <a:pt x="18042" y="42713"/>
                    </a:cubicBezTo>
                    <a:cubicBezTo>
                      <a:pt x="18250" y="43011"/>
                      <a:pt x="18489" y="43294"/>
                      <a:pt x="18712" y="43592"/>
                    </a:cubicBezTo>
                    <a:cubicBezTo>
                      <a:pt x="18831" y="43726"/>
                      <a:pt x="18921" y="43890"/>
                      <a:pt x="18980" y="44069"/>
                    </a:cubicBezTo>
                    <a:cubicBezTo>
                      <a:pt x="18250" y="44188"/>
                      <a:pt x="17535" y="44352"/>
                      <a:pt x="16820" y="44531"/>
                    </a:cubicBezTo>
                    <a:cubicBezTo>
                      <a:pt x="16507" y="44605"/>
                      <a:pt x="16195" y="44739"/>
                      <a:pt x="15867" y="44799"/>
                    </a:cubicBezTo>
                    <a:lnTo>
                      <a:pt x="15867" y="44814"/>
                    </a:lnTo>
                    <a:cubicBezTo>
                      <a:pt x="15811" y="44826"/>
                      <a:pt x="15763" y="44832"/>
                      <a:pt x="15720" y="44832"/>
                    </a:cubicBezTo>
                    <a:cubicBezTo>
                      <a:pt x="15557" y="44832"/>
                      <a:pt x="15472" y="44747"/>
                      <a:pt x="15330" y="44605"/>
                    </a:cubicBezTo>
                    <a:cubicBezTo>
                      <a:pt x="14794" y="44084"/>
                      <a:pt x="14258" y="43577"/>
                      <a:pt x="13766" y="43041"/>
                    </a:cubicBezTo>
                    <a:cubicBezTo>
                      <a:pt x="13498" y="42743"/>
                      <a:pt x="13230" y="42445"/>
                      <a:pt x="12977" y="42147"/>
                    </a:cubicBezTo>
                    <a:cubicBezTo>
                      <a:pt x="12843" y="42028"/>
                      <a:pt x="12723" y="41879"/>
                      <a:pt x="12634" y="41715"/>
                    </a:cubicBezTo>
                    <a:cubicBezTo>
                      <a:pt x="12964" y="41587"/>
                      <a:pt x="13362" y="41562"/>
                      <a:pt x="13763" y="41562"/>
                    </a:cubicBezTo>
                    <a:cubicBezTo>
                      <a:pt x="14010" y="41562"/>
                      <a:pt x="14257" y="41571"/>
                      <a:pt x="14490" y="41571"/>
                    </a:cubicBezTo>
                    <a:cubicBezTo>
                      <a:pt x="14579" y="41571"/>
                      <a:pt x="14666" y="41570"/>
                      <a:pt x="14749" y="41566"/>
                    </a:cubicBezTo>
                    <a:cubicBezTo>
                      <a:pt x="15405" y="41536"/>
                      <a:pt x="16031" y="41507"/>
                      <a:pt x="16656" y="41462"/>
                    </a:cubicBezTo>
                    <a:cubicBezTo>
                      <a:pt x="16753" y="41455"/>
                      <a:pt x="16828" y="41449"/>
                      <a:pt x="16889" y="41449"/>
                    </a:cubicBezTo>
                    <a:close/>
                    <a:moveTo>
                      <a:pt x="27702" y="42403"/>
                    </a:moveTo>
                    <a:cubicBezTo>
                      <a:pt x="27755" y="42403"/>
                      <a:pt x="27755" y="42453"/>
                      <a:pt x="27755" y="42579"/>
                    </a:cubicBezTo>
                    <a:cubicBezTo>
                      <a:pt x="27755" y="43026"/>
                      <a:pt x="27606" y="43488"/>
                      <a:pt x="27576" y="43935"/>
                    </a:cubicBezTo>
                    <a:cubicBezTo>
                      <a:pt x="27532" y="44322"/>
                      <a:pt x="27546" y="44665"/>
                      <a:pt x="27085" y="44814"/>
                    </a:cubicBezTo>
                    <a:cubicBezTo>
                      <a:pt x="26519" y="45008"/>
                      <a:pt x="25967" y="45142"/>
                      <a:pt x="25431" y="45335"/>
                    </a:cubicBezTo>
                    <a:cubicBezTo>
                      <a:pt x="25324" y="45362"/>
                      <a:pt x="25037" y="45521"/>
                      <a:pt x="24904" y="45521"/>
                    </a:cubicBezTo>
                    <a:cubicBezTo>
                      <a:pt x="24889" y="45521"/>
                      <a:pt x="24876" y="45519"/>
                      <a:pt x="24865" y="45514"/>
                    </a:cubicBezTo>
                    <a:cubicBezTo>
                      <a:pt x="24776" y="45469"/>
                      <a:pt x="24790" y="45186"/>
                      <a:pt x="24790" y="45097"/>
                    </a:cubicBezTo>
                    <a:cubicBezTo>
                      <a:pt x="24746" y="44903"/>
                      <a:pt x="24716" y="44724"/>
                      <a:pt x="24671" y="44531"/>
                    </a:cubicBezTo>
                    <a:cubicBezTo>
                      <a:pt x="24627" y="44322"/>
                      <a:pt x="24507" y="44099"/>
                      <a:pt x="24522" y="43935"/>
                    </a:cubicBezTo>
                    <a:cubicBezTo>
                      <a:pt x="24537" y="43756"/>
                      <a:pt x="24597" y="43741"/>
                      <a:pt x="24820" y="43652"/>
                    </a:cubicBezTo>
                    <a:cubicBezTo>
                      <a:pt x="25088" y="43562"/>
                      <a:pt x="25342" y="43473"/>
                      <a:pt x="25595" y="43354"/>
                    </a:cubicBezTo>
                    <a:cubicBezTo>
                      <a:pt x="26057" y="43145"/>
                      <a:pt x="26519" y="42952"/>
                      <a:pt x="26965" y="42713"/>
                    </a:cubicBezTo>
                    <a:cubicBezTo>
                      <a:pt x="27144" y="42624"/>
                      <a:pt x="27323" y="42535"/>
                      <a:pt x="27517" y="42460"/>
                    </a:cubicBezTo>
                    <a:cubicBezTo>
                      <a:pt x="27611" y="42425"/>
                      <a:pt x="27668" y="42403"/>
                      <a:pt x="27702" y="42403"/>
                    </a:cubicBezTo>
                    <a:close/>
                    <a:moveTo>
                      <a:pt x="23261" y="44160"/>
                    </a:moveTo>
                    <a:cubicBezTo>
                      <a:pt x="23355" y="44160"/>
                      <a:pt x="23437" y="44188"/>
                      <a:pt x="23494" y="44263"/>
                    </a:cubicBezTo>
                    <a:cubicBezTo>
                      <a:pt x="23673" y="44531"/>
                      <a:pt x="23614" y="45037"/>
                      <a:pt x="23703" y="45350"/>
                    </a:cubicBezTo>
                    <a:cubicBezTo>
                      <a:pt x="23763" y="45499"/>
                      <a:pt x="23792" y="45648"/>
                      <a:pt x="23807" y="45797"/>
                    </a:cubicBezTo>
                    <a:lnTo>
                      <a:pt x="23807" y="45827"/>
                    </a:lnTo>
                    <a:cubicBezTo>
                      <a:pt x="23807" y="46006"/>
                      <a:pt x="23777" y="45991"/>
                      <a:pt x="23599" y="46065"/>
                    </a:cubicBezTo>
                    <a:cubicBezTo>
                      <a:pt x="23256" y="46199"/>
                      <a:pt x="22928" y="46333"/>
                      <a:pt x="22601" y="46497"/>
                    </a:cubicBezTo>
                    <a:cubicBezTo>
                      <a:pt x="22511" y="46542"/>
                      <a:pt x="22288" y="46706"/>
                      <a:pt x="22168" y="46706"/>
                    </a:cubicBezTo>
                    <a:cubicBezTo>
                      <a:pt x="22019" y="46706"/>
                      <a:pt x="21990" y="46527"/>
                      <a:pt x="21915" y="46408"/>
                    </a:cubicBezTo>
                    <a:cubicBezTo>
                      <a:pt x="21677" y="45991"/>
                      <a:pt x="21394" y="45589"/>
                      <a:pt x="21126" y="45201"/>
                    </a:cubicBezTo>
                    <a:cubicBezTo>
                      <a:pt x="21066" y="45097"/>
                      <a:pt x="20917" y="44963"/>
                      <a:pt x="20902" y="44844"/>
                    </a:cubicBezTo>
                    <a:cubicBezTo>
                      <a:pt x="20872" y="44665"/>
                      <a:pt x="20992" y="44695"/>
                      <a:pt x="21215" y="44665"/>
                    </a:cubicBezTo>
                    <a:cubicBezTo>
                      <a:pt x="21662" y="44605"/>
                      <a:pt x="22109" y="44516"/>
                      <a:pt x="22556" y="44382"/>
                    </a:cubicBezTo>
                    <a:cubicBezTo>
                      <a:pt x="22745" y="44319"/>
                      <a:pt x="23037" y="44160"/>
                      <a:pt x="23261" y="44160"/>
                    </a:cubicBezTo>
                    <a:close/>
                    <a:moveTo>
                      <a:pt x="11073" y="41783"/>
                    </a:moveTo>
                    <a:cubicBezTo>
                      <a:pt x="11360" y="41783"/>
                      <a:pt x="11461" y="41950"/>
                      <a:pt x="11621" y="42177"/>
                    </a:cubicBezTo>
                    <a:cubicBezTo>
                      <a:pt x="11800" y="42430"/>
                      <a:pt x="12008" y="42683"/>
                      <a:pt x="12232" y="42922"/>
                    </a:cubicBezTo>
                    <a:cubicBezTo>
                      <a:pt x="12738" y="43488"/>
                      <a:pt x="13260" y="44054"/>
                      <a:pt x="13811" y="44590"/>
                    </a:cubicBezTo>
                    <a:cubicBezTo>
                      <a:pt x="13975" y="44739"/>
                      <a:pt x="14124" y="44873"/>
                      <a:pt x="14258" y="45022"/>
                    </a:cubicBezTo>
                    <a:cubicBezTo>
                      <a:pt x="14407" y="45171"/>
                      <a:pt x="14511" y="45231"/>
                      <a:pt x="14422" y="45350"/>
                    </a:cubicBezTo>
                    <a:cubicBezTo>
                      <a:pt x="14288" y="45440"/>
                      <a:pt x="14139" y="45514"/>
                      <a:pt x="13975" y="45559"/>
                    </a:cubicBezTo>
                    <a:cubicBezTo>
                      <a:pt x="13796" y="45648"/>
                      <a:pt x="13617" y="45737"/>
                      <a:pt x="13453" y="45827"/>
                    </a:cubicBezTo>
                    <a:cubicBezTo>
                      <a:pt x="12768" y="46140"/>
                      <a:pt x="12128" y="46572"/>
                      <a:pt x="11591" y="47078"/>
                    </a:cubicBezTo>
                    <a:cubicBezTo>
                      <a:pt x="11325" y="47344"/>
                      <a:pt x="11135" y="47458"/>
                      <a:pt x="10853" y="47458"/>
                    </a:cubicBezTo>
                    <a:cubicBezTo>
                      <a:pt x="10740" y="47458"/>
                      <a:pt x="10612" y="47440"/>
                      <a:pt x="10459" y="47406"/>
                    </a:cubicBezTo>
                    <a:cubicBezTo>
                      <a:pt x="10161" y="47346"/>
                      <a:pt x="9863" y="47257"/>
                      <a:pt x="9565" y="47168"/>
                    </a:cubicBezTo>
                    <a:cubicBezTo>
                      <a:pt x="8865" y="46914"/>
                      <a:pt x="8239" y="46512"/>
                      <a:pt x="7718" y="45991"/>
                    </a:cubicBezTo>
                    <a:cubicBezTo>
                      <a:pt x="7256" y="45484"/>
                      <a:pt x="6898" y="44903"/>
                      <a:pt x="6675" y="44263"/>
                    </a:cubicBezTo>
                    <a:cubicBezTo>
                      <a:pt x="6556" y="43980"/>
                      <a:pt x="6481" y="43682"/>
                      <a:pt x="6392" y="43384"/>
                    </a:cubicBezTo>
                    <a:cubicBezTo>
                      <a:pt x="6317" y="43130"/>
                      <a:pt x="6243" y="42952"/>
                      <a:pt x="6526" y="42818"/>
                    </a:cubicBezTo>
                    <a:cubicBezTo>
                      <a:pt x="6854" y="42698"/>
                      <a:pt x="7182" y="42594"/>
                      <a:pt x="7524" y="42520"/>
                    </a:cubicBezTo>
                    <a:cubicBezTo>
                      <a:pt x="7912" y="42415"/>
                      <a:pt x="8299" y="42311"/>
                      <a:pt x="8701" y="42222"/>
                    </a:cubicBezTo>
                    <a:cubicBezTo>
                      <a:pt x="9446" y="42028"/>
                      <a:pt x="10206" y="41879"/>
                      <a:pt x="10966" y="41790"/>
                    </a:cubicBezTo>
                    <a:cubicBezTo>
                      <a:pt x="11004" y="41785"/>
                      <a:pt x="11040" y="41783"/>
                      <a:pt x="11073" y="41783"/>
                    </a:cubicBezTo>
                    <a:close/>
                    <a:moveTo>
                      <a:pt x="19485" y="44933"/>
                    </a:moveTo>
                    <a:cubicBezTo>
                      <a:pt x="19553" y="44933"/>
                      <a:pt x="19616" y="44941"/>
                      <a:pt x="19666" y="44963"/>
                    </a:cubicBezTo>
                    <a:cubicBezTo>
                      <a:pt x="19859" y="45037"/>
                      <a:pt x="19934" y="45305"/>
                      <a:pt x="20023" y="45440"/>
                    </a:cubicBezTo>
                    <a:cubicBezTo>
                      <a:pt x="20306" y="45946"/>
                      <a:pt x="20649" y="46423"/>
                      <a:pt x="20947" y="46914"/>
                    </a:cubicBezTo>
                    <a:cubicBezTo>
                      <a:pt x="21111" y="47153"/>
                      <a:pt x="21245" y="47183"/>
                      <a:pt x="20947" y="47317"/>
                    </a:cubicBezTo>
                    <a:lnTo>
                      <a:pt x="20947" y="47332"/>
                    </a:lnTo>
                    <a:cubicBezTo>
                      <a:pt x="20753" y="47436"/>
                      <a:pt x="20560" y="47540"/>
                      <a:pt x="20366" y="47644"/>
                    </a:cubicBezTo>
                    <a:cubicBezTo>
                      <a:pt x="20179" y="47760"/>
                      <a:pt x="19699" y="48167"/>
                      <a:pt x="19479" y="48167"/>
                    </a:cubicBezTo>
                    <a:cubicBezTo>
                      <a:pt x="19471" y="48167"/>
                      <a:pt x="19464" y="48167"/>
                      <a:pt x="19457" y="48166"/>
                    </a:cubicBezTo>
                    <a:cubicBezTo>
                      <a:pt x="19249" y="48136"/>
                      <a:pt x="19040" y="47793"/>
                      <a:pt x="18906" y="47674"/>
                    </a:cubicBezTo>
                    <a:cubicBezTo>
                      <a:pt x="18668" y="47480"/>
                      <a:pt x="18444" y="47287"/>
                      <a:pt x="18206" y="47093"/>
                    </a:cubicBezTo>
                    <a:cubicBezTo>
                      <a:pt x="17714" y="46691"/>
                      <a:pt x="17222" y="46274"/>
                      <a:pt x="16731" y="45842"/>
                    </a:cubicBezTo>
                    <a:cubicBezTo>
                      <a:pt x="16612" y="45723"/>
                      <a:pt x="16463" y="45678"/>
                      <a:pt x="16612" y="45559"/>
                    </a:cubicBezTo>
                    <a:cubicBezTo>
                      <a:pt x="16746" y="45440"/>
                      <a:pt x="17044" y="45440"/>
                      <a:pt x="17193" y="45410"/>
                    </a:cubicBezTo>
                    <a:cubicBezTo>
                      <a:pt x="17729" y="45291"/>
                      <a:pt x="18280" y="45156"/>
                      <a:pt x="18831" y="45052"/>
                    </a:cubicBezTo>
                    <a:cubicBezTo>
                      <a:pt x="18990" y="45018"/>
                      <a:pt x="19269" y="44933"/>
                      <a:pt x="19485" y="44933"/>
                    </a:cubicBezTo>
                    <a:close/>
                    <a:moveTo>
                      <a:pt x="29659" y="45103"/>
                    </a:moveTo>
                    <a:cubicBezTo>
                      <a:pt x="29741" y="45103"/>
                      <a:pt x="29808" y="45122"/>
                      <a:pt x="29841" y="45171"/>
                    </a:cubicBezTo>
                    <a:cubicBezTo>
                      <a:pt x="29960" y="45335"/>
                      <a:pt x="29558" y="45991"/>
                      <a:pt x="29483" y="46184"/>
                    </a:cubicBezTo>
                    <a:cubicBezTo>
                      <a:pt x="29334" y="46602"/>
                      <a:pt x="29215" y="47034"/>
                      <a:pt x="29066" y="47451"/>
                    </a:cubicBezTo>
                    <a:cubicBezTo>
                      <a:pt x="28962" y="47734"/>
                      <a:pt x="28962" y="48240"/>
                      <a:pt x="28708" y="48479"/>
                    </a:cubicBezTo>
                    <a:cubicBezTo>
                      <a:pt x="28636" y="48561"/>
                      <a:pt x="28170" y="48622"/>
                      <a:pt x="27871" y="48622"/>
                    </a:cubicBezTo>
                    <a:cubicBezTo>
                      <a:pt x="27739" y="48622"/>
                      <a:pt x="27639" y="48610"/>
                      <a:pt x="27621" y="48583"/>
                    </a:cubicBezTo>
                    <a:cubicBezTo>
                      <a:pt x="27487" y="48389"/>
                      <a:pt x="27800" y="47823"/>
                      <a:pt x="27874" y="47615"/>
                    </a:cubicBezTo>
                    <a:cubicBezTo>
                      <a:pt x="28008" y="47138"/>
                      <a:pt x="28127" y="46631"/>
                      <a:pt x="28232" y="46140"/>
                    </a:cubicBezTo>
                    <a:cubicBezTo>
                      <a:pt x="28262" y="45976"/>
                      <a:pt x="28232" y="45589"/>
                      <a:pt x="28366" y="45454"/>
                    </a:cubicBezTo>
                    <a:cubicBezTo>
                      <a:pt x="28500" y="45320"/>
                      <a:pt x="28857" y="45305"/>
                      <a:pt x="29021" y="45261"/>
                    </a:cubicBezTo>
                    <a:cubicBezTo>
                      <a:pt x="29129" y="45228"/>
                      <a:pt x="29446" y="45103"/>
                      <a:pt x="29659" y="45103"/>
                    </a:cubicBezTo>
                    <a:close/>
                    <a:moveTo>
                      <a:pt x="33714" y="44501"/>
                    </a:moveTo>
                    <a:cubicBezTo>
                      <a:pt x="33794" y="44501"/>
                      <a:pt x="33873" y="44506"/>
                      <a:pt x="33952" y="44516"/>
                    </a:cubicBezTo>
                    <a:cubicBezTo>
                      <a:pt x="34146" y="44546"/>
                      <a:pt x="34072" y="44620"/>
                      <a:pt x="33952" y="44784"/>
                    </a:cubicBezTo>
                    <a:lnTo>
                      <a:pt x="33952" y="44799"/>
                    </a:lnTo>
                    <a:cubicBezTo>
                      <a:pt x="33818" y="45008"/>
                      <a:pt x="33669" y="45201"/>
                      <a:pt x="33520" y="45410"/>
                    </a:cubicBezTo>
                    <a:cubicBezTo>
                      <a:pt x="32835" y="46408"/>
                      <a:pt x="32031" y="47332"/>
                      <a:pt x="31271" y="48285"/>
                    </a:cubicBezTo>
                    <a:cubicBezTo>
                      <a:pt x="31100" y="48499"/>
                      <a:pt x="30969" y="48658"/>
                      <a:pt x="30671" y="48658"/>
                    </a:cubicBezTo>
                    <a:cubicBezTo>
                      <a:pt x="30658" y="48658"/>
                      <a:pt x="30644" y="48658"/>
                      <a:pt x="30630" y="48657"/>
                    </a:cubicBezTo>
                    <a:cubicBezTo>
                      <a:pt x="30526" y="48657"/>
                      <a:pt x="29930" y="48657"/>
                      <a:pt x="29856" y="48568"/>
                    </a:cubicBezTo>
                    <a:cubicBezTo>
                      <a:pt x="29766" y="48479"/>
                      <a:pt x="30005" y="48032"/>
                      <a:pt x="30034" y="47927"/>
                    </a:cubicBezTo>
                    <a:cubicBezTo>
                      <a:pt x="30154" y="47629"/>
                      <a:pt x="30258" y="47332"/>
                      <a:pt x="30347" y="47034"/>
                    </a:cubicBezTo>
                    <a:cubicBezTo>
                      <a:pt x="30541" y="46438"/>
                      <a:pt x="30735" y="45842"/>
                      <a:pt x="30913" y="45246"/>
                    </a:cubicBezTo>
                    <a:cubicBezTo>
                      <a:pt x="30988" y="44963"/>
                      <a:pt x="31018" y="44859"/>
                      <a:pt x="31345" y="44799"/>
                    </a:cubicBezTo>
                    <a:cubicBezTo>
                      <a:pt x="31673" y="44754"/>
                      <a:pt x="31956" y="44724"/>
                      <a:pt x="32269" y="44695"/>
                    </a:cubicBezTo>
                    <a:lnTo>
                      <a:pt x="33237" y="44561"/>
                    </a:lnTo>
                    <a:cubicBezTo>
                      <a:pt x="33396" y="44521"/>
                      <a:pt x="33555" y="44501"/>
                      <a:pt x="33714" y="44501"/>
                    </a:cubicBezTo>
                    <a:close/>
                    <a:moveTo>
                      <a:pt x="27074" y="45793"/>
                    </a:moveTo>
                    <a:cubicBezTo>
                      <a:pt x="27142" y="45793"/>
                      <a:pt x="27139" y="45840"/>
                      <a:pt x="27129" y="45976"/>
                    </a:cubicBezTo>
                    <a:cubicBezTo>
                      <a:pt x="27114" y="46348"/>
                      <a:pt x="26951" y="46780"/>
                      <a:pt x="26846" y="47153"/>
                    </a:cubicBezTo>
                    <a:cubicBezTo>
                      <a:pt x="26757" y="47644"/>
                      <a:pt x="26638" y="48121"/>
                      <a:pt x="26474" y="48583"/>
                    </a:cubicBezTo>
                    <a:cubicBezTo>
                      <a:pt x="26370" y="48836"/>
                      <a:pt x="26131" y="48821"/>
                      <a:pt x="25848" y="48896"/>
                    </a:cubicBezTo>
                    <a:cubicBezTo>
                      <a:pt x="25798" y="48908"/>
                      <a:pt x="25546" y="48995"/>
                      <a:pt x="25424" y="48995"/>
                    </a:cubicBezTo>
                    <a:cubicBezTo>
                      <a:pt x="25401" y="48995"/>
                      <a:pt x="25383" y="48992"/>
                      <a:pt x="25371" y="48985"/>
                    </a:cubicBezTo>
                    <a:cubicBezTo>
                      <a:pt x="25282" y="48926"/>
                      <a:pt x="25312" y="48464"/>
                      <a:pt x="25297" y="48359"/>
                    </a:cubicBezTo>
                    <a:cubicBezTo>
                      <a:pt x="25252" y="47942"/>
                      <a:pt x="25208" y="47525"/>
                      <a:pt x="25118" y="47123"/>
                    </a:cubicBezTo>
                    <a:cubicBezTo>
                      <a:pt x="25059" y="46885"/>
                      <a:pt x="24939" y="46587"/>
                      <a:pt x="25178" y="46423"/>
                    </a:cubicBezTo>
                    <a:cubicBezTo>
                      <a:pt x="25491" y="46199"/>
                      <a:pt x="26027" y="46155"/>
                      <a:pt x="26399" y="46021"/>
                    </a:cubicBezTo>
                    <a:cubicBezTo>
                      <a:pt x="26563" y="45946"/>
                      <a:pt x="26727" y="45886"/>
                      <a:pt x="26891" y="45827"/>
                    </a:cubicBezTo>
                    <a:cubicBezTo>
                      <a:pt x="26979" y="45806"/>
                      <a:pt x="27037" y="45793"/>
                      <a:pt x="27074" y="45793"/>
                    </a:cubicBezTo>
                    <a:close/>
                    <a:moveTo>
                      <a:pt x="35930" y="44421"/>
                    </a:moveTo>
                    <a:cubicBezTo>
                      <a:pt x="36185" y="44421"/>
                      <a:pt x="36447" y="44441"/>
                      <a:pt x="36708" y="44486"/>
                    </a:cubicBezTo>
                    <a:cubicBezTo>
                      <a:pt x="37081" y="44516"/>
                      <a:pt x="37453" y="44546"/>
                      <a:pt x="37826" y="44575"/>
                    </a:cubicBezTo>
                    <a:cubicBezTo>
                      <a:pt x="38079" y="44605"/>
                      <a:pt x="38273" y="44575"/>
                      <a:pt x="38288" y="44814"/>
                    </a:cubicBezTo>
                    <a:cubicBezTo>
                      <a:pt x="38273" y="45037"/>
                      <a:pt x="38228" y="45246"/>
                      <a:pt x="38154" y="45454"/>
                    </a:cubicBezTo>
                    <a:cubicBezTo>
                      <a:pt x="37796" y="46825"/>
                      <a:pt x="36753" y="47972"/>
                      <a:pt x="35442" y="48806"/>
                    </a:cubicBezTo>
                    <a:cubicBezTo>
                      <a:pt x="35110" y="49028"/>
                      <a:pt x="34758" y="49310"/>
                      <a:pt x="34353" y="49310"/>
                    </a:cubicBezTo>
                    <a:cubicBezTo>
                      <a:pt x="34266" y="49310"/>
                      <a:pt x="34178" y="49297"/>
                      <a:pt x="34087" y="49268"/>
                    </a:cubicBezTo>
                    <a:cubicBezTo>
                      <a:pt x="33759" y="49164"/>
                      <a:pt x="33446" y="49060"/>
                      <a:pt x="33103" y="48970"/>
                    </a:cubicBezTo>
                    <a:cubicBezTo>
                      <a:pt x="32939" y="48940"/>
                      <a:pt x="32344" y="48926"/>
                      <a:pt x="32269" y="48791"/>
                    </a:cubicBezTo>
                    <a:cubicBezTo>
                      <a:pt x="32195" y="48657"/>
                      <a:pt x="32671" y="48196"/>
                      <a:pt x="32790" y="48061"/>
                    </a:cubicBezTo>
                    <a:lnTo>
                      <a:pt x="33342" y="47361"/>
                    </a:lnTo>
                    <a:cubicBezTo>
                      <a:pt x="33774" y="46825"/>
                      <a:pt x="34191" y="46289"/>
                      <a:pt x="34593" y="45737"/>
                    </a:cubicBezTo>
                    <a:cubicBezTo>
                      <a:pt x="34802" y="45454"/>
                      <a:pt x="34995" y="45156"/>
                      <a:pt x="35174" y="44859"/>
                    </a:cubicBezTo>
                    <a:cubicBezTo>
                      <a:pt x="35308" y="44635"/>
                      <a:pt x="35383" y="44456"/>
                      <a:pt x="35695" y="44426"/>
                    </a:cubicBezTo>
                    <a:cubicBezTo>
                      <a:pt x="35773" y="44423"/>
                      <a:pt x="35851" y="44421"/>
                      <a:pt x="35930" y="44421"/>
                    </a:cubicBezTo>
                    <a:close/>
                    <a:moveTo>
                      <a:pt x="23907" y="46997"/>
                    </a:moveTo>
                    <a:cubicBezTo>
                      <a:pt x="24027" y="46997"/>
                      <a:pt x="24014" y="47104"/>
                      <a:pt x="24046" y="47317"/>
                    </a:cubicBezTo>
                    <a:cubicBezTo>
                      <a:pt x="24135" y="47868"/>
                      <a:pt x="24239" y="48449"/>
                      <a:pt x="24284" y="49015"/>
                    </a:cubicBezTo>
                    <a:cubicBezTo>
                      <a:pt x="24314" y="49268"/>
                      <a:pt x="24269" y="49343"/>
                      <a:pt x="23986" y="49462"/>
                    </a:cubicBezTo>
                    <a:cubicBezTo>
                      <a:pt x="23850" y="49512"/>
                      <a:pt x="23759" y="49539"/>
                      <a:pt x="23693" y="49539"/>
                    </a:cubicBezTo>
                    <a:cubicBezTo>
                      <a:pt x="23562" y="49539"/>
                      <a:pt x="23529" y="49436"/>
                      <a:pt x="23450" y="49209"/>
                    </a:cubicBezTo>
                    <a:cubicBezTo>
                      <a:pt x="23286" y="48836"/>
                      <a:pt x="23107" y="48464"/>
                      <a:pt x="22898" y="48121"/>
                    </a:cubicBezTo>
                    <a:lnTo>
                      <a:pt x="22913" y="48121"/>
                    </a:lnTo>
                    <a:cubicBezTo>
                      <a:pt x="22839" y="47987"/>
                      <a:pt x="22601" y="47659"/>
                      <a:pt x="22660" y="47540"/>
                    </a:cubicBezTo>
                    <a:cubicBezTo>
                      <a:pt x="22764" y="47346"/>
                      <a:pt x="23479" y="47123"/>
                      <a:pt x="23688" y="47048"/>
                    </a:cubicBezTo>
                    <a:cubicBezTo>
                      <a:pt x="23790" y="47014"/>
                      <a:pt x="23859" y="46997"/>
                      <a:pt x="23907" y="46997"/>
                    </a:cubicBezTo>
                    <a:close/>
                    <a:moveTo>
                      <a:pt x="15271" y="46092"/>
                    </a:moveTo>
                    <a:cubicBezTo>
                      <a:pt x="15669" y="46092"/>
                      <a:pt x="16086" y="46653"/>
                      <a:pt x="16344" y="46870"/>
                    </a:cubicBezTo>
                    <a:lnTo>
                      <a:pt x="17237" y="47615"/>
                    </a:lnTo>
                    <a:cubicBezTo>
                      <a:pt x="17640" y="47957"/>
                      <a:pt x="18236" y="48315"/>
                      <a:pt x="18533" y="48732"/>
                    </a:cubicBezTo>
                    <a:cubicBezTo>
                      <a:pt x="18593" y="48806"/>
                      <a:pt x="17371" y="49730"/>
                      <a:pt x="17208" y="49849"/>
                    </a:cubicBezTo>
                    <a:cubicBezTo>
                      <a:pt x="16999" y="50008"/>
                      <a:pt x="16800" y="50062"/>
                      <a:pt x="16594" y="50062"/>
                    </a:cubicBezTo>
                    <a:cubicBezTo>
                      <a:pt x="16373" y="50062"/>
                      <a:pt x="16143" y="50000"/>
                      <a:pt x="15882" y="49939"/>
                    </a:cubicBezTo>
                    <a:cubicBezTo>
                      <a:pt x="14660" y="49670"/>
                      <a:pt x="13513" y="49179"/>
                      <a:pt x="12664" y="48389"/>
                    </a:cubicBezTo>
                    <a:cubicBezTo>
                      <a:pt x="12440" y="48166"/>
                      <a:pt x="12083" y="47972"/>
                      <a:pt x="12351" y="47704"/>
                    </a:cubicBezTo>
                    <a:cubicBezTo>
                      <a:pt x="12664" y="47436"/>
                      <a:pt x="13021" y="47197"/>
                      <a:pt x="13394" y="47004"/>
                    </a:cubicBezTo>
                    <a:cubicBezTo>
                      <a:pt x="13930" y="46676"/>
                      <a:pt x="14526" y="46304"/>
                      <a:pt x="15152" y="46110"/>
                    </a:cubicBezTo>
                    <a:cubicBezTo>
                      <a:pt x="15191" y="46098"/>
                      <a:pt x="15231" y="46092"/>
                      <a:pt x="15271" y="46092"/>
                    </a:cubicBezTo>
                    <a:close/>
                    <a:moveTo>
                      <a:pt x="26101" y="49849"/>
                    </a:moveTo>
                    <a:cubicBezTo>
                      <a:pt x="26101" y="50002"/>
                      <a:pt x="25904" y="50440"/>
                      <a:pt x="25632" y="50440"/>
                    </a:cubicBezTo>
                    <a:cubicBezTo>
                      <a:pt x="25587" y="50440"/>
                      <a:pt x="25540" y="50428"/>
                      <a:pt x="25491" y="50400"/>
                    </a:cubicBezTo>
                    <a:cubicBezTo>
                      <a:pt x="25431" y="50281"/>
                      <a:pt x="25416" y="50147"/>
                      <a:pt x="25461" y="50013"/>
                    </a:cubicBezTo>
                    <a:cubicBezTo>
                      <a:pt x="25520" y="49939"/>
                      <a:pt x="25654" y="49909"/>
                      <a:pt x="25744" y="49894"/>
                    </a:cubicBezTo>
                    <a:cubicBezTo>
                      <a:pt x="25863" y="49864"/>
                      <a:pt x="25982" y="49849"/>
                      <a:pt x="26101" y="49849"/>
                    </a:cubicBezTo>
                    <a:close/>
                    <a:moveTo>
                      <a:pt x="29728" y="49510"/>
                    </a:moveTo>
                    <a:cubicBezTo>
                      <a:pt x="29796" y="49510"/>
                      <a:pt x="29876" y="49520"/>
                      <a:pt x="29975" y="49536"/>
                    </a:cubicBezTo>
                    <a:lnTo>
                      <a:pt x="30049" y="49566"/>
                    </a:lnTo>
                    <a:cubicBezTo>
                      <a:pt x="29915" y="49745"/>
                      <a:pt x="29751" y="49924"/>
                      <a:pt x="29587" y="50073"/>
                    </a:cubicBezTo>
                    <a:cubicBezTo>
                      <a:pt x="29468" y="50207"/>
                      <a:pt x="29290" y="50475"/>
                      <a:pt x="29096" y="50520"/>
                    </a:cubicBezTo>
                    <a:cubicBezTo>
                      <a:pt x="29021" y="50311"/>
                      <a:pt x="29260" y="49953"/>
                      <a:pt x="29364" y="49760"/>
                    </a:cubicBezTo>
                    <a:cubicBezTo>
                      <a:pt x="29461" y="49576"/>
                      <a:pt x="29550" y="49510"/>
                      <a:pt x="29728" y="49510"/>
                    </a:cubicBezTo>
                    <a:close/>
                    <a:moveTo>
                      <a:pt x="27805" y="49530"/>
                    </a:moveTo>
                    <a:cubicBezTo>
                      <a:pt x="27887" y="49530"/>
                      <a:pt x="27972" y="49542"/>
                      <a:pt x="28053" y="49566"/>
                    </a:cubicBezTo>
                    <a:cubicBezTo>
                      <a:pt x="28083" y="49685"/>
                      <a:pt x="27979" y="49819"/>
                      <a:pt x="27934" y="49924"/>
                    </a:cubicBezTo>
                    <a:cubicBezTo>
                      <a:pt x="27874" y="50088"/>
                      <a:pt x="27815" y="50251"/>
                      <a:pt x="27740" y="50400"/>
                    </a:cubicBezTo>
                    <a:cubicBezTo>
                      <a:pt x="27679" y="50488"/>
                      <a:pt x="27525" y="50550"/>
                      <a:pt x="27379" y="50550"/>
                    </a:cubicBezTo>
                    <a:cubicBezTo>
                      <a:pt x="27276" y="50550"/>
                      <a:pt x="27176" y="50519"/>
                      <a:pt x="27114" y="50445"/>
                    </a:cubicBezTo>
                    <a:cubicBezTo>
                      <a:pt x="26995" y="50311"/>
                      <a:pt x="27204" y="49953"/>
                      <a:pt x="27293" y="49790"/>
                    </a:cubicBezTo>
                    <a:cubicBezTo>
                      <a:pt x="27380" y="49616"/>
                      <a:pt x="27585" y="49530"/>
                      <a:pt x="27805" y="49530"/>
                    </a:cubicBezTo>
                    <a:close/>
                    <a:moveTo>
                      <a:pt x="21574" y="48118"/>
                    </a:moveTo>
                    <a:cubicBezTo>
                      <a:pt x="21769" y="48118"/>
                      <a:pt x="21787" y="48297"/>
                      <a:pt x="21871" y="48464"/>
                    </a:cubicBezTo>
                    <a:cubicBezTo>
                      <a:pt x="22019" y="48762"/>
                      <a:pt x="22168" y="49075"/>
                      <a:pt x="22332" y="49372"/>
                    </a:cubicBezTo>
                    <a:cubicBezTo>
                      <a:pt x="22422" y="49566"/>
                      <a:pt x="22705" y="49909"/>
                      <a:pt x="22660" y="50117"/>
                    </a:cubicBezTo>
                    <a:cubicBezTo>
                      <a:pt x="22630" y="50281"/>
                      <a:pt x="22258" y="50564"/>
                      <a:pt x="22064" y="50609"/>
                    </a:cubicBezTo>
                    <a:cubicBezTo>
                      <a:pt x="21826" y="50520"/>
                      <a:pt x="21662" y="50177"/>
                      <a:pt x="21513" y="50013"/>
                    </a:cubicBezTo>
                    <a:cubicBezTo>
                      <a:pt x="21260" y="49730"/>
                      <a:pt x="20962" y="49477"/>
                      <a:pt x="20694" y="49209"/>
                    </a:cubicBezTo>
                    <a:cubicBezTo>
                      <a:pt x="20619" y="49149"/>
                      <a:pt x="20336" y="48940"/>
                      <a:pt x="20351" y="48836"/>
                    </a:cubicBezTo>
                    <a:cubicBezTo>
                      <a:pt x="20351" y="48747"/>
                      <a:pt x="20425" y="48747"/>
                      <a:pt x="20485" y="48702"/>
                    </a:cubicBezTo>
                    <a:cubicBezTo>
                      <a:pt x="20709" y="48523"/>
                      <a:pt x="21230" y="48166"/>
                      <a:pt x="21528" y="48121"/>
                    </a:cubicBezTo>
                    <a:cubicBezTo>
                      <a:pt x="21544" y="48119"/>
                      <a:pt x="21560" y="48118"/>
                      <a:pt x="21574" y="48118"/>
                    </a:cubicBezTo>
                    <a:close/>
                    <a:moveTo>
                      <a:pt x="24257" y="50363"/>
                    </a:moveTo>
                    <a:cubicBezTo>
                      <a:pt x="24275" y="50363"/>
                      <a:pt x="24294" y="50365"/>
                      <a:pt x="24314" y="50371"/>
                    </a:cubicBezTo>
                    <a:cubicBezTo>
                      <a:pt x="24403" y="50400"/>
                      <a:pt x="24403" y="50549"/>
                      <a:pt x="24269" y="50609"/>
                    </a:cubicBezTo>
                    <a:cubicBezTo>
                      <a:pt x="24218" y="50633"/>
                      <a:pt x="24178" y="50644"/>
                      <a:pt x="24146" y="50644"/>
                    </a:cubicBezTo>
                    <a:cubicBezTo>
                      <a:pt x="23981" y="50644"/>
                      <a:pt x="24067" y="50363"/>
                      <a:pt x="24257" y="50363"/>
                    </a:cubicBezTo>
                    <a:close/>
                    <a:moveTo>
                      <a:pt x="31594" y="49680"/>
                    </a:moveTo>
                    <a:cubicBezTo>
                      <a:pt x="31776" y="49680"/>
                      <a:pt x="31975" y="49743"/>
                      <a:pt x="32135" y="49775"/>
                    </a:cubicBezTo>
                    <a:cubicBezTo>
                      <a:pt x="32373" y="49805"/>
                      <a:pt x="33222" y="49864"/>
                      <a:pt x="33342" y="50058"/>
                    </a:cubicBezTo>
                    <a:cubicBezTo>
                      <a:pt x="33416" y="50192"/>
                      <a:pt x="32984" y="50430"/>
                      <a:pt x="32835" y="50505"/>
                    </a:cubicBezTo>
                    <a:cubicBezTo>
                      <a:pt x="32224" y="50877"/>
                      <a:pt x="31554" y="50996"/>
                      <a:pt x="30824" y="51115"/>
                    </a:cubicBezTo>
                    <a:cubicBezTo>
                      <a:pt x="30737" y="51125"/>
                      <a:pt x="30444" y="51179"/>
                      <a:pt x="30236" y="51179"/>
                    </a:cubicBezTo>
                    <a:cubicBezTo>
                      <a:pt x="30123" y="51179"/>
                      <a:pt x="30035" y="51163"/>
                      <a:pt x="30019" y="51115"/>
                    </a:cubicBezTo>
                    <a:cubicBezTo>
                      <a:pt x="29975" y="50967"/>
                      <a:pt x="30556" y="50564"/>
                      <a:pt x="30645" y="50460"/>
                    </a:cubicBezTo>
                    <a:cubicBezTo>
                      <a:pt x="30869" y="50251"/>
                      <a:pt x="31092" y="49849"/>
                      <a:pt x="31390" y="49715"/>
                    </a:cubicBezTo>
                    <a:cubicBezTo>
                      <a:pt x="31453" y="49690"/>
                      <a:pt x="31523" y="49680"/>
                      <a:pt x="31594" y="49680"/>
                    </a:cubicBezTo>
                    <a:close/>
                    <a:moveTo>
                      <a:pt x="19354" y="49496"/>
                    </a:moveTo>
                    <a:cubicBezTo>
                      <a:pt x="19667" y="49496"/>
                      <a:pt x="19912" y="49857"/>
                      <a:pt x="20128" y="50073"/>
                    </a:cubicBezTo>
                    <a:cubicBezTo>
                      <a:pt x="20381" y="50326"/>
                      <a:pt x="20679" y="50609"/>
                      <a:pt x="20932" y="50892"/>
                    </a:cubicBezTo>
                    <a:cubicBezTo>
                      <a:pt x="21096" y="51071"/>
                      <a:pt x="21573" y="51443"/>
                      <a:pt x="21170" y="51577"/>
                    </a:cubicBezTo>
                    <a:cubicBezTo>
                      <a:pt x="21104" y="51601"/>
                      <a:pt x="21027" y="51610"/>
                      <a:pt x="20945" y="51610"/>
                    </a:cubicBezTo>
                    <a:cubicBezTo>
                      <a:pt x="20711" y="51610"/>
                      <a:pt x="20434" y="51536"/>
                      <a:pt x="20247" y="51503"/>
                    </a:cubicBezTo>
                    <a:cubicBezTo>
                      <a:pt x="19532" y="51339"/>
                      <a:pt x="18861" y="51026"/>
                      <a:pt x="18280" y="50564"/>
                    </a:cubicBezTo>
                    <a:cubicBezTo>
                      <a:pt x="17982" y="50356"/>
                      <a:pt x="18072" y="50341"/>
                      <a:pt x="18370" y="50132"/>
                    </a:cubicBezTo>
                    <a:cubicBezTo>
                      <a:pt x="18623" y="49939"/>
                      <a:pt x="18861" y="49745"/>
                      <a:pt x="19114" y="49566"/>
                    </a:cubicBezTo>
                    <a:cubicBezTo>
                      <a:pt x="19199" y="49517"/>
                      <a:pt x="19278" y="49496"/>
                      <a:pt x="19354" y="49496"/>
                    </a:cubicBezTo>
                    <a:close/>
                    <a:moveTo>
                      <a:pt x="25997" y="51324"/>
                    </a:moveTo>
                    <a:cubicBezTo>
                      <a:pt x="26355" y="51324"/>
                      <a:pt x="26727" y="51369"/>
                      <a:pt x="27085" y="51428"/>
                    </a:cubicBezTo>
                    <a:cubicBezTo>
                      <a:pt x="27383" y="51473"/>
                      <a:pt x="27770" y="51488"/>
                      <a:pt x="28008" y="51652"/>
                    </a:cubicBezTo>
                    <a:lnTo>
                      <a:pt x="28068" y="51696"/>
                    </a:lnTo>
                    <a:cubicBezTo>
                      <a:pt x="27651" y="52024"/>
                      <a:pt x="26742" y="52099"/>
                      <a:pt x="26206" y="52143"/>
                    </a:cubicBezTo>
                    <a:cubicBezTo>
                      <a:pt x="26034" y="52156"/>
                      <a:pt x="25857" y="52163"/>
                      <a:pt x="25678" y="52163"/>
                    </a:cubicBezTo>
                    <a:cubicBezTo>
                      <a:pt x="25018" y="52163"/>
                      <a:pt x="24328" y="52064"/>
                      <a:pt x="23777" y="51771"/>
                    </a:cubicBezTo>
                    <a:cubicBezTo>
                      <a:pt x="24388" y="51458"/>
                      <a:pt x="25297" y="51339"/>
                      <a:pt x="25997" y="51324"/>
                    </a:cubicBezTo>
                    <a:close/>
                    <a:moveTo>
                      <a:pt x="21089" y="1"/>
                    </a:moveTo>
                    <a:cubicBezTo>
                      <a:pt x="19865" y="1"/>
                      <a:pt x="18531" y="388"/>
                      <a:pt x="17193" y="1432"/>
                    </a:cubicBezTo>
                    <a:cubicBezTo>
                      <a:pt x="16954" y="1611"/>
                      <a:pt x="16344" y="2311"/>
                      <a:pt x="16254" y="2654"/>
                    </a:cubicBezTo>
                    <a:cubicBezTo>
                      <a:pt x="16641" y="2371"/>
                      <a:pt x="16925" y="2222"/>
                      <a:pt x="17059" y="2147"/>
                    </a:cubicBezTo>
                    <a:cubicBezTo>
                      <a:pt x="18123" y="1717"/>
                      <a:pt x="19047" y="1538"/>
                      <a:pt x="19851" y="1538"/>
                    </a:cubicBezTo>
                    <a:cubicBezTo>
                      <a:pt x="23198" y="1538"/>
                      <a:pt x="24455" y="4642"/>
                      <a:pt x="25044" y="5663"/>
                    </a:cubicBezTo>
                    <a:cubicBezTo>
                      <a:pt x="26042" y="7391"/>
                      <a:pt x="26623" y="9551"/>
                      <a:pt x="27025" y="11637"/>
                    </a:cubicBezTo>
                    <a:lnTo>
                      <a:pt x="26087" y="11592"/>
                    </a:lnTo>
                    <a:cubicBezTo>
                      <a:pt x="22496" y="11458"/>
                      <a:pt x="18906" y="11309"/>
                      <a:pt x="15316" y="11160"/>
                    </a:cubicBezTo>
                    <a:cubicBezTo>
                      <a:pt x="13930" y="11101"/>
                      <a:pt x="12530" y="11086"/>
                      <a:pt x="11144" y="10982"/>
                    </a:cubicBezTo>
                    <a:cubicBezTo>
                      <a:pt x="11021" y="10973"/>
                      <a:pt x="10877" y="10948"/>
                      <a:pt x="10739" y="10948"/>
                    </a:cubicBezTo>
                    <a:cubicBezTo>
                      <a:pt x="10645" y="10948"/>
                      <a:pt x="10553" y="10960"/>
                      <a:pt x="10474" y="10996"/>
                    </a:cubicBezTo>
                    <a:cubicBezTo>
                      <a:pt x="10236" y="11131"/>
                      <a:pt x="10206" y="11384"/>
                      <a:pt x="10191" y="11592"/>
                    </a:cubicBezTo>
                    <a:cubicBezTo>
                      <a:pt x="10146" y="11950"/>
                      <a:pt x="10101" y="12054"/>
                      <a:pt x="9774" y="12278"/>
                    </a:cubicBezTo>
                    <a:cubicBezTo>
                      <a:pt x="9491" y="12471"/>
                      <a:pt x="9222" y="12710"/>
                      <a:pt x="8999" y="12948"/>
                    </a:cubicBezTo>
                    <a:cubicBezTo>
                      <a:pt x="8582" y="13425"/>
                      <a:pt x="8433" y="14110"/>
                      <a:pt x="7882" y="14468"/>
                    </a:cubicBezTo>
                    <a:cubicBezTo>
                      <a:pt x="7301" y="14825"/>
                      <a:pt x="6779" y="15257"/>
                      <a:pt x="6317" y="15764"/>
                    </a:cubicBezTo>
                    <a:cubicBezTo>
                      <a:pt x="5871" y="16255"/>
                      <a:pt x="5543" y="16851"/>
                      <a:pt x="5349" y="17507"/>
                    </a:cubicBezTo>
                    <a:cubicBezTo>
                      <a:pt x="5260" y="17820"/>
                      <a:pt x="5215" y="18162"/>
                      <a:pt x="5215" y="18490"/>
                    </a:cubicBezTo>
                    <a:cubicBezTo>
                      <a:pt x="5215" y="18743"/>
                      <a:pt x="5290" y="18937"/>
                      <a:pt x="5081" y="19131"/>
                    </a:cubicBezTo>
                    <a:cubicBezTo>
                      <a:pt x="4813" y="19354"/>
                      <a:pt x="4485" y="19503"/>
                      <a:pt x="4247" y="19756"/>
                    </a:cubicBezTo>
                    <a:cubicBezTo>
                      <a:pt x="4038" y="19965"/>
                      <a:pt x="3859" y="20188"/>
                      <a:pt x="3681" y="20412"/>
                    </a:cubicBezTo>
                    <a:cubicBezTo>
                      <a:pt x="3278" y="20918"/>
                      <a:pt x="2995" y="21499"/>
                      <a:pt x="2831" y="22125"/>
                    </a:cubicBezTo>
                    <a:cubicBezTo>
                      <a:pt x="2682" y="22736"/>
                      <a:pt x="2682" y="23361"/>
                      <a:pt x="2846" y="23957"/>
                    </a:cubicBezTo>
                    <a:cubicBezTo>
                      <a:pt x="2906" y="24255"/>
                      <a:pt x="3055" y="24449"/>
                      <a:pt x="2817" y="24702"/>
                    </a:cubicBezTo>
                    <a:cubicBezTo>
                      <a:pt x="2638" y="24911"/>
                      <a:pt x="2340" y="25045"/>
                      <a:pt x="2146" y="25253"/>
                    </a:cubicBezTo>
                    <a:cubicBezTo>
                      <a:pt x="1655" y="25715"/>
                      <a:pt x="1342" y="26326"/>
                      <a:pt x="1223" y="26981"/>
                    </a:cubicBezTo>
                    <a:cubicBezTo>
                      <a:pt x="1163" y="27324"/>
                      <a:pt x="1178" y="27667"/>
                      <a:pt x="1252" y="28009"/>
                    </a:cubicBezTo>
                    <a:cubicBezTo>
                      <a:pt x="1312" y="28278"/>
                      <a:pt x="1416" y="28486"/>
                      <a:pt x="1237" y="28754"/>
                    </a:cubicBezTo>
                    <a:cubicBezTo>
                      <a:pt x="1044" y="29052"/>
                      <a:pt x="790" y="29306"/>
                      <a:pt x="612" y="29618"/>
                    </a:cubicBezTo>
                    <a:cubicBezTo>
                      <a:pt x="463" y="29887"/>
                      <a:pt x="344" y="30170"/>
                      <a:pt x="254" y="30453"/>
                    </a:cubicBezTo>
                    <a:cubicBezTo>
                      <a:pt x="61" y="31063"/>
                      <a:pt x="1" y="31704"/>
                      <a:pt x="90" y="32330"/>
                    </a:cubicBezTo>
                    <a:cubicBezTo>
                      <a:pt x="224" y="33522"/>
                      <a:pt x="910" y="34564"/>
                      <a:pt x="1863" y="35384"/>
                    </a:cubicBezTo>
                    <a:cubicBezTo>
                      <a:pt x="2191" y="35667"/>
                      <a:pt x="2101" y="35697"/>
                      <a:pt x="1908" y="36054"/>
                    </a:cubicBezTo>
                    <a:cubicBezTo>
                      <a:pt x="1744" y="36337"/>
                      <a:pt x="1625" y="36635"/>
                      <a:pt x="1520" y="36933"/>
                    </a:cubicBezTo>
                    <a:cubicBezTo>
                      <a:pt x="1282" y="37589"/>
                      <a:pt x="1193" y="38289"/>
                      <a:pt x="1267" y="38989"/>
                    </a:cubicBezTo>
                    <a:cubicBezTo>
                      <a:pt x="1401" y="40211"/>
                      <a:pt x="2042" y="41328"/>
                      <a:pt x="3010" y="42088"/>
                    </a:cubicBezTo>
                    <a:cubicBezTo>
                      <a:pt x="3547" y="42505"/>
                      <a:pt x="4157" y="42803"/>
                      <a:pt x="4798" y="42967"/>
                    </a:cubicBezTo>
                    <a:cubicBezTo>
                      <a:pt x="5170" y="43071"/>
                      <a:pt x="5066" y="43264"/>
                      <a:pt x="5081" y="43562"/>
                    </a:cubicBezTo>
                    <a:cubicBezTo>
                      <a:pt x="5111" y="43890"/>
                      <a:pt x="5170" y="44218"/>
                      <a:pt x="5260" y="44531"/>
                    </a:cubicBezTo>
                    <a:cubicBezTo>
                      <a:pt x="5573" y="45752"/>
                      <a:pt x="6317" y="46825"/>
                      <a:pt x="7360" y="47540"/>
                    </a:cubicBezTo>
                    <a:cubicBezTo>
                      <a:pt x="7897" y="47927"/>
                      <a:pt x="8493" y="48210"/>
                      <a:pt x="9133" y="48359"/>
                    </a:cubicBezTo>
                    <a:cubicBezTo>
                      <a:pt x="9506" y="48449"/>
                      <a:pt x="9893" y="48479"/>
                      <a:pt x="10265" y="48494"/>
                    </a:cubicBezTo>
                    <a:cubicBezTo>
                      <a:pt x="10325" y="48497"/>
                      <a:pt x="10387" y="48497"/>
                      <a:pt x="10450" y="48497"/>
                    </a:cubicBezTo>
                    <a:lnTo>
                      <a:pt x="10450" y="48497"/>
                    </a:lnTo>
                    <a:cubicBezTo>
                      <a:pt x="10639" y="48497"/>
                      <a:pt x="10831" y="48497"/>
                      <a:pt x="10966" y="48598"/>
                    </a:cubicBezTo>
                    <a:cubicBezTo>
                      <a:pt x="11144" y="48732"/>
                      <a:pt x="11323" y="49030"/>
                      <a:pt x="11487" y="49209"/>
                    </a:cubicBezTo>
                    <a:cubicBezTo>
                      <a:pt x="11666" y="49387"/>
                      <a:pt x="11844" y="49551"/>
                      <a:pt x="12038" y="49715"/>
                    </a:cubicBezTo>
                    <a:cubicBezTo>
                      <a:pt x="12396" y="49998"/>
                      <a:pt x="12783" y="50266"/>
                      <a:pt x="13170" y="50490"/>
                    </a:cubicBezTo>
                    <a:cubicBezTo>
                      <a:pt x="13994" y="50964"/>
                      <a:pt x="15007" y="51355"/>
                      <a:pt x="16032" y="51355"/>
                    </a:cubicBezTo>
                    <a:cubicBezTo>
                      <a:pt x="16230" y="51355"/>
                      <a:pt x="16429" y="51340"/>
                      <a:pt x="16627" y="51309"/>
                    </a:cubicBezTo>
                    <a:cubicBezTo>
                      <a:pt x="16805" y="51279"/>
                      <a:pt x="16939" y="51246"/>
                      <a:pt x="17064" y="51246"/>
                    </a:cubicBezTo>
                    <a:cubicBezTo>
                      <a:pt x="17189" y="51246"/>
                      <a:pt x="17304" y="51279"/>
                      <a:pt x="17446" y="51384"/>
                    </a:cubicBezTo>
                    <a:cubicBezTo>
                      <a:pt x="17744" y="51607"/>
                      <a:pt x="18057" y="51816"/>
                      <a:pt x="18370" y="51994"/>
                    </a:cubicBezTo>
                    <a:cubicBezTo>
                      <a:pt x="19040" y="52352"/>
                      <a:pt x="19770" y="52590"/>
                      <a:pt x="20515" y="52665"/>
                    </a:cubicBezTo>
                    <a:cubicBezTo>
                      <a:pt x="20736" y="52694"/>
                      <a:pt x="20957" y="52710"/>
                      <a:pt x="21179" y="52710"/>
                    </a:cubicBezTo>
                    <a:cubicBezTo>
                      <a:pt x="21300" y="52710"/>
                      <a:pt x="21421" y="52705"/>
                      <a:pt x="21543" y="52695"/>
                    </a:cubicBezTo>
                    <a:cubicBezTo>
                      <a:pt x="21797" y="52660"/>
                      <a:pt x="22070" y="52562"/>
                      <a:pt x="22332" y="52562"/>
                    </a:cubicBezTo>
                    <a:cubicBezTo>
                      <a:pt x="22408" y="52562"/>
                      <a:pt x="22483" y="52570"/>
                      <a:pt x="22556" y="52590"/>
                    </a:cubicBezTo>
                    <a:cubicBezTo>
                      <a:pt x="22898" y="52665"/>
                      <a:pt x="23226" y="52873"/>
                      <a:pt x="23554" y="52978"/>
                    </a:cubicBezTo>
                    <a:cubicBezTo>
                      <a:pt x="23882" y="53112"/>
                      <a:pt x="24239" y="53201"/>
                      <a:pt x="24582" y="53261"/>
                    </a:cubicBezTo>
                    <a:cubicBezTo>
                      <a:pt x="24967" y="53327"/>
                      <a:pt x="25373" y="53361"/>
                      <a:pt x="25786" y="53361"/>
                    </a:cubicBezTo>
                    <a:cubicBezTo>
                      <a:pt x="26941" y="53361"/>
                      <a:pt x="28148" y="53098"/>
                      <a:pt x="29081" y="52561"/>
                    </a:cubicBezTo>
                    <a:cubicBezTo>
                      <a:pt x="29414" y="52366"/>
                      <a:pt x="29618" y="52185"/>
                      <a:pt x="29993" y="52185"/>
                    </a:cubicBezTo>
                    <a:cubicBezTo>
                      <a:pt x="30021" y="52185"/>
                      <a:pt x="30049" y="52186"/>
                      <a:pt x="30079" y="52188"/>
                    </a:cubicBezTo>
                    <a:cubicBezTo>
                      <a:pt x="30235" y="52196"/>
                      <a:pt x="30392" y="52199"/>
                      <a:pt x="30546" y="52199"/>
                    </a:cubicBezTo>
                    <a:cubicBezTo>
                      <a:pt x="30701" y="52199"/>
                      <a:pt x="30854" y="52196"/>
                      <a:pt x="31003" y="52188"/>
                    </a:cubicBezTo>
                    <a:cubicBezTo>
                      <a:pt x="31777" y="52114"/>
                      <a:pt x="32537" y="51890"/>
                      <a:pt x="33222" y="51533"/>
                    </a:cubicBezTo>
                    <a:cubicBezTo>
                      <a:pt x="33565" y="51354"/>
                      <a:pt x="33893" y="51145"/>
                      <a:pt x="34176" y="50892"/>
                    </a:cubicBezTo>
                    <a:cubicBezTo>
                      <a:pt x="34325" y="50743"/>
                      <a:pt x="34489" y="50594"/>
                      <a:pt x="34653" y="50460"/>
                    </a:cubicBezTo>
                    <a:cubicBezTo>
                      <a:pt x="34921" y="50311"/>
                      <a:pt x="35189" y="50222"/>
                      <a:pt x="35487" y="50162"/>
                    </a:cubicBezTo>
                    <a:cubicBezTo>
                      <a:pt x="35815" y="50073"/>
                      <a:pt x="36142" y="49953"/>
                      <a:pt x="36455" y="49819"/>
                    </a:cubicBezTo>
                    <a:cubicBezTo>
                      <a:pt x="37632" y="49253"/>
                      <a:pt x="38600" y="48315"/>
                      <a:pt x="39167" y="47138"/>
                    </a:cubicBezTo>
                    <a:cubicBezTo>
                      <a:pt x="39479" y="46557"/>
                      <a:pt x="39614" y="45916"/>
                      <a:pt x="39569" y="45261"/>
                    </a:cubicBezTo>
                    <a:cubicBezTo>
                      <a:pt x="39539" y="44978"/>
                      <a:pt x="39465" y="44829"/>
                      <a:pt x="39777" y="44665"/>
                    </a:cubicBezTo>
                    <a:cubicBezTo>
                      <a:pt x="40120" y="44516"/>
                      <a:pt x="40448" y="44337"/>
                      <a:pt x="40776" y="44143"/>
                    </a:cubicBezTo>
                    <a:cubicBezTo>
                      <a:pt x="41818" y="43473"/>
                      <a:pt x="42519" y="42356"/>
                      <a:pt x="42668" y="41119"/>
                    </a:cubicBezTo>
                    <a:cubicBezTo>
                      <a:pt x="42682" y="40911"/>
                      <a:pt x="42608" y="40568"/>
                      <a:pt x="42697" y="40359"/>
                    </a:cubicBezTo>
                    <a:cubicBezTo>
                      <a:pt x="42802" y="40151"/>
                      <a:pt x="43174" y="40017"/>
                      <a:pt x="43368" y="39883"/>
                    </a:cubicBezTo>
                    <a:cubicBezTo>
                      <a:pt x="43949" y="39510"/>
                      <a:pt x="44455" y="39034"/>
                      <a:pt x="44857" y="38482"/>
                    </a:cubicBezTo>
                    <a:cubicBezTo>
                      <a:pt x="45647" y="37410"/>
                      <a:pt x="45811" y="36009"/>
                      <a:pt x="45304" y="34773"/>
                    </a:cubicBezTo>
                    <a:cubicBezTo>
                      <a:pt x="45230" y="34594"/>
                      <a:pt x="45141" y="34400"/>
                      <a:pt x="45036" y="34237"/>
                    </a:cubicBezTo>
                    <a:cubicBezTo>
                      <a:pt x="44977" y="34147"/>
                      <a:pt x="44857" y="34028"/>
                      <a:pt x="44843" y="33924"/>
                    </a:cubicBezTo>
                    <a:cubicBezTo>
                      <a:pt x="44828" y="33715"/>
                      <a:pt x="44977" y="33447"/>
                      <a:pt x="45021" y="33238"/>
                    </a:cubicBezTo>
                    <a:cubicBezTo>
                      <a:pt x="45111" y="32583"/>
                      <a:pt x="45066" y="31898"/>
                      <a:pt x="44857" y="31272"/>
                    </a:cubicBezTo>
                    <a:cubicBezTo>
                      <a:pt x="44694" y="30751"/>
                      <a:pt x="44470" y="30259"/>
                      <a:pt x="44172" y="29812"/>
                    </a:cubicBezTo>
                    <a:cubicBezTo>
                      <a:pt x="43815" y="29246"/>
                      <a:pt x="43338" y="28859"/>
                      <a:pt x="42876" y="28382"/>
                    </a:cubicBezTo>
                    <a:cubicBezTo>
                      <a:pt x="42519" y="28009"/>
                      <a:pt x="42474" y="27384"/>
                      <a:pt x="42221" y="26952"/>
                    </a:cubicBezTo>
                    <a:cubicBezTo>
                      <a:pt x="41938" y="26460"/>
                      <a:pt x="41565" y="26013"/>
                      <a:pt x="41133" y="25626"/>
                    </a:cubicBezTo>
                    <a:cubicBezTo>
                      <a:pt x="40656" y="25209"/>
                      <a:pt x="40120" y="24851"/>
                      <a:pt x="39554" y="24583"/>
                    </a:cubicBezTo>
                    <a:cubicBezTo>
                      <a:pt x="39301" y="24449"/>
                      <a:pt x="38973" y="24374"/>
                      <a:pt x="38839" y="24136"/>
                    </a:cubicBezTo>
                    <a:cubicBezTo>
                      <a:pt x="38720" y="23898"/>
                      <a:pt x="38675" y="23659"/>
                      <a:pt x="38556" y="23421"/>
                    </a:cubicBezTo>
                    <a:cubicBezTo>
                      <a:pt x="38213" y="22825"/>
                      <a:pt x="37677" y="22363"/>
                      <a:pt x="37081" y="21931"/>
                    </a:cubicBezTo>
                    <a:cubicBezTo>
                      <a:pt x="36917" y="21842"/>
                      <a:pt x="36768" y="21738"/>
                      <a:pt x="36619" y="21618"/>
                    </a:cubicBezTo>
                    <a:cubicBezTo>
                      <a:pt x="36411" y="21425"/>
                      <a:pt x="36411" y="21157"/>
                      <a:pt x="36336" y="20918"/>
                    </a:cubicBezTo>
                    <a:cubicBezTo>
                      <a:pt x="36127" y="20307"/>
                      <a:pt x="35755" y="19771"/>
                      <a:pt x="35278" y="19354"/>
                    </a:cubicBezTo>
                    <a:cubicBezTo>
                      <a:pt x="34995" y="19116"/>
                      <a:pt x="34653" y="18952"/>
                      <a:pt x="34370" y="18728"/>
                    </a:cubicBezTo>
                    <a:cubicBezTo>
                      <a:pt x="34191" y="18579"/>
                      <a:pt x="34221" y="18415"/>
                      <a:pt x="34191" y="18207"/>
                    </a:cubicBezTo>
                    <a:cubicBezTo>
                      <a:pt x="34101" y="17581"/>
                      <a:pt x="33908" y="16985"/>
                      <a:pt x="33595" y="16449"/>
                    </a:cubicBezTo>
                    <a:cubicBezTo>
                      <a:pt x="33461" y="16196"/>
                      <a:pt x="33282" y="15957"/>
                      <a:pt x="33073" y="15749"/>
                    </a:cubicBezTo>
                    <a:cubicBezTo>
                      <a:pt x="32880" y="15555"/>
                      <a:pt x="32627" y="15436"/>
                      <a:pt x="32597" y="15153"/>
                    </a:cubicBezTo>
                    <a:cubicBezTo>
                      <a:pt x="32507" y="14527"/>
                      <a:pt x="32388" y="13976"/>
                      <a:pt x="31941" y="13469"/>
                    </a:cubicBezTo>
                    <a:cubicBezTo>
                      <a:pt x="31777" y="13306"/>
                      <a:pt x="31599" y="13157"/>
                      <a:pt x="31405" y="13023"/>
                    </a:cubicBezTo>
                    <a:cubicBezTo>
                      <a:pt x="31167" y="12844"/>
                      <a:pt x="31211" y="12739"/>
                      <a:pt x="31211" y="12471"/>
                    </a:cubicBezTo>
                    <a:cubicBezTo>
                      <a:pt x="31211" y="12322"/>
                      <a:pt x="31241" y="12009"/>
                      <a:pt x="31137" y="11890"/>
                    </a:cubicBezTo>
                    <a:cubicBezTo>
                      <a:pt x="31062" y="11801"/>
                      <a:pt x="30884" y="11786"/>
                      <a:pt x="30794" y="11771"/>
                    </a:cubicBezTo>
                    <a:cubicBezTo>
                      <a:pt x="30645" y="11756"/>
                      <a:pt x="30511" y="11741"/>
                      <a:pt x="30362" y="11741"/>
                    </a:cubicBezTo>
                    <a:cubicBezTo>
                      <a:pt x="30005" y="9939"/>
                      <a:pt x="29468" y="8196"/>
                      <a:pt x="28753" y="6497"/>
                    </a:cubicBezTo>
                    <a:cubicBezTo>
                      <a:pt x="28053" y="4874"/>
                      <a:pt x="27174" y="3369"/>
                      <a:pt x="25908" y="2088"/>
                    </a:cubicBezTo>
                    <a:cubicBezTo>
                      <a:pt x="25009" y="1170"/>
                      <a:pt x="23216" y="1"/>
                      <a:pt x="210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65"/>
              <p:cNvSpPr/>
              <p:nvPr/>
            </p:nvSpPr>
            <p:spPr>
              <a:xfrm>
                <a:off x="3244246" y="1169107"/>
                <a:ext cx="949610" cy="1125021"/>
              </a:xfrm>
              <a:custGeom>
                <a:avLst/>
                <a:gdLst/>
                <a:ahLst/>
                <a:cxnLst/>
                <a:rect l="l" t="t" r="r" b="b"/>
                <a:pathLst>
                  <a:path w="30809" h="36500" extrusionOk="0">
                    <a:moveTo>
                      <a:pt x="2936" y="26071"/>
                    </a:moveTo>
                    <a:cubicBezTo>
                      <a:pt x="2891" y="25416"/>
                      <a:pt x="2861" y="24745"/>
                      <a:pt x="2861" y="24075"/>
                    </a:cubicBezTo>
                    <a:cubicBezTo>
                      <a:pt x="2861" y="18622"/>
                      <a:pt x="4738" y="13796"/>
                      <a:pt x="7882" y="9416"/>
                    </a:cubicBezTo>
                    <a:cubicBezTo>
                      <a:pt x="8284" y="8894"/>
                      <a:pt x="8701" y="8388"/>
                      <a:pt x="9148" y="7911"/>
                    </a:cubicBezTo>
                    <a:cubicBezTo>
                      <a:pt x="11368" y="5304"/>
                      <a:pt x="14124" y="3233"/>
                      <a:pt x="17237" y="1833"/>
                    </a:cubicBezTo>
                    <a:cubicBezTo>
                      <a:pt x="20098" y="522"/>
                      <a:pt x="23241" y="0"/>
                      <a:pt x="26369" y="298"/>
                    </a:cubicBezTo>
                    <a:cubicBezTo>
                      <a:pt x="27278" y="388"/>
                      <a:pt x="28142" y="626"/>
                      <a:pt x="28842" y="1222"/>
                    </a:cubicBezTo>
                    <a:cubicBezTo>
                      <a:pt x="30228" y="2399"/>
                      <a:pt x="30809" y="3904"/>
                      <a:pt x="30347" y="5691"/>
                    </a:cubicBezTo>
                    <a:cubicBezTo>
                      <a:pt x="29885" y="7509"/>
                      <a:pt x="28649" y="8567"/>
                      <a:pt x="26802" y="8879"/>
                    </a:cubicBezTo>
                    <a:cubicBezTo>
                      <a:pt x="26146" y="8999"/>
                      <a:pt x="25476" y="9133"/>
                      <a:pt x="24805" y="9282"/>
                    </a:cubicBezTo>
                    <a:cubicBezTo>
                      <a:pt x="19934" y="10399"/>
                      <a:pt x="16567" y="13438"/>
                      <a:pt x="14049" y="17594"/>
                    </a:cubicBezTo>
                    <a:cubicBezTo>
                      <a:pt x="13349" y="18756"/>
                      <a:pt x="12828" y="20038"/>
                      <a:pt x="12515" y="21364"/>
                    </a:cubicBezTo>
                    <a:cubicBezTo>
                      <a:pt x="12202" y="22734"/>
                      <a:pt x="11889" y="24120"/>
                      <a:pt x="11993" y="25505"/>
                    </a:cubicBezTo>
                    <a:cubicBezTo>
                      <a:pt x="12053" y="26324"/>
                      <a:pt x="12783" y="27367"/>
                      <a:pt x="13096" y="28112"/>
                    </a:cubicBezTo>
                    <a:cubicBezTo>
                      <a:pt x="13468" y="29051"/>
                      <a:pt x="13960" y="30511"/>
                      <a:pt x="13394" y="30853"/>
                    </a:cubicBezTo>
                    <a:cubicBezTo>
                      <a:pt x="12932" y="31121"/>
                      <a:pt x="12083" y="30093"/>
                      <a:pt x="11561" y="29438"/>
                    </a:cubicBezTo>
                    <a:cubicBezTo>
                      <a:pt x="10384" y="31434"/>
                      <a:pt x="9252" y="33579"/>
                      <a:pt x="7673" y="35114"/>
                    </a:cubicBezTo>
                    <a:cubicBezTo>
                      <a:pt x="7181" y="35591"/>
                      <a:pt x="6258" y="36499"/>
                      <a:pt x="5811" y="36157"/>
                    </a:cubicBezTo>
                    <a:cubicBezTo>
                      <a:pt x="5006" y="35546"/>
                      <a:pt x="6586" y="33624"/>
                      <a:pt x="6898" y="32417"/>
                    </a:cubicBezTo>
                    <a:cubicBezTo>
                      <a:pt x="5826" y="33162"/>
                      <a:pt x="4276" y="35591"/>
                      <a:pt x="3174" y="34980"/>
                    </a:cubicBezTo>
                    <a:cubicBezTo>
                      <a:pt x="2444" y="34309"/>
                      <a:pt x="3740" y="33222"/>
                      <a:pt x="4113" y="31941"/>
                    </a:cubicBezTo>
                    <a:cubicBezTo>
                      <a:pt x="3651" y="32492"/>
                      <a:pt x="2235" y="34086"/>
                      <a:pt x="1610" y="33594"/>
                    </a:cubicBezTo>
                    <a:cubicBezTo>
                      <a:pt x="1148" y="33237"/>
                      <a:pt x="1833" y="32328"/>
                      <a:pt x="2042" y="31866"/>
                    </a:cubicBezTo>
                    <a:cubicBezTo>
                      <a:pt x="2310" y="31315"/>
                      <a:pt x="2682" y="30749"/>
                      <a:pt x="2876" y="30108"/>
                    </a:cubicBezTo>
                    <a:cubicBezTo>
                      <a:pt x="2399" y="30272"/>
                      <a:pt x="671" y="31017"/>
                      <a:pt x="373" y="30526"/>
                    </a:cubicBezTo>
                    <a:cubicBezTo>
                      <a:pt x="1" y="29930"/>
                      <a:pt x="910" y="29304"/>
                      <a:pt x="1371" y="28902"/>
                    </a:cubicBezTo>
                    <a:cubicBezTo>
                      <a:pt x="1818" y="28514"/>
                      <a:pt x="2548" y="28127"/>
                      <a:pt x="2727" y="27710"/>
                    </a:cubicBezTo>
                    <a:cubicBezTo>
                      <a:pt x="2891" y="27352"/>
                      <a:pt x="2921" y="26727"/>
                      <a:pt x="2936" y="260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65"/>
              <p:cNvSpPr/>
              <p:nvPr/>
            </p:nvSpPr>
            <p:spPr>
              <a:xfrm>
                <a:off x="3453652" y="1503960"/>
                <a:ext cx="74868" cy="111947"/>
              </a:xfrm>
              <a:custGeom>
                <a:avLst/>
                <a:gdLst/>
                <a:ahLst/>
                <a:cxnLst/>
                <a:rect l="l" t="t" r="r" b="b"/>
                <a:pathLst>
                  <a:path w="2429" h="3632" extrusionOk="0">
                    <a:moveTo>
                      <a:pt x="1826" y="0"/>
                    </a:moveTo>
                    <a:cubicBezTo>
                      <a:pt x="1702" y="0"/>
                      <a:pt x="1576" y="45"/>
                      <a:pt x="1475" y="131"/>
                    </a:cubicBezTo>
                    <a:cubicBezTo>
                      <a:pt x="1296" y="235"/>
                      <a:pt x="1147" y="369"/>
                      <a:pt x="1028" y="533"/>
                    </a:cubicBezTo>
                    <a:cubicBezTo>
                      <a:pt x="522" y="1174"/>
                      <a:pt x="179" y="1948"/>
                      <a:pt x="30" y="2768"/>
                    </a:cubicBezTo>
                    <a:cubicBezTo>
                      <a:pt x="15" y="2887"/>
                      <a:pt x="15" y="2991"/>
                      <a:pt x="0" y="3051"/>
                    </a:cubicBezTo>
                    <a:cubicBezTo>
                      <a:pt x="45" y="3334"/>
                      <a:pt x="119" y="3542"/>
                      <a:pt x="373" y="3617"/>
                    </a:cubicBezTo>
                    <a:cubicBezTo>
                      <a:pt x="414" y="3627"/>
                      <a:pt x="453" y="3631"/>
                      <a:pt x="491" y="3631"/>
                    </a:cubicBezTo>
                    <a:cubicBezTo>
                      <a:pt x="683" y="3631"/>
                      <a:pt x="826" y="3511"/>
                      <a:pt x="939" y="3349"/>
                    </a:cubicBezTo>
                    <a:cubicBezTo>
                      <a:pt x="1028" y="3230"/>
                      <a:pt x="1103" y="3081"/>
                      <a:pt x="1162" y="2946"/>
                    </a:cubicBezTo>
                    <a:cubicBezTo>
                      <a:pt x="1415" y="2395"/>
                      <a:pt x="1698" y="1859"/>
                      <a:pt x="2026" y="1367"/>
                    </a:cubicBezTo>
                    <a:cubicBezTo>
                      <a:pt x="2145" y="1174"/>
                      <a:pt x="2235" y="965"/>
                      <a:pt x="2324" y="771"/>
                    </a:cubicBezTo>
                    <a:cubicBezTo>
                      <a:pt x="2428" y="533"/>
                      <a:pt x="2369" y="250"/>
                      <a:pt x="2145" y="116"/>
                    </a:cubicBezTo>
                    <a:cubicBezTo>
                      <a:pt x="2053" y="38"/>
                      <a:pt x="1940" y="0"/>
                      <a:pt x="18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65"/>
              <p:cNvSpPr/>
              <p:nvPr/>
            </p:nvSpPr>
            <p:spPr>
              <a:xfrm>
                <a:off x="3528951" y="1444997"/>
                <a:ext cx="41179" cy="39391"/>
              </a:xfrm>
              <a:custGeom>
                <a:avLst/>
                <a:gdLst/>
                <a:ahLst/>
                <a:cxnLst/>
                <a:rect l="l" t="t" r="r" b="b"/>
                <a:pathLst>
                  <a:path w="1336" h="1278" extrusionOk="0">
                    <a:moveTo>
                      <a:pt x="833" y="1"/>
                    </a:moveTo>
                    <a:cubicBezTo>
                      <a:pt x="819" y="1"/>
                      <a:pt x="804" y="2"/>
                      <a:pt x="790" y="3"/>
                    </a:cubicBezTo>
                    <a:cubicBezTo>
                      <a:pt x="447" y="33"/>
                      <a:pt x="0" y="569"/>
                      <a:pt x="30" y="897"/>
                    </a:cubicBezTo>
                    <a:cubicBezTo>
                      <a:pt x="42" y="1117"/>
                      <a:pt x="216" y="1278"/>
                      <a:pt x="418" y="1278"/>
                    </a:cubicBezTo>
                    <a:cubicBezTo>
                      <a:pt x="462" y="1278"/>
                      <a:pt x="507" y="1270"/>
                      <a:pt x="552" y="1254"/>
                    </a:cubicBezTo>
                    <a:cubicBezTo>
                      <a:pt x="864" y="1150"/>
                      <a:pt x="1118" y="897"/>
                      <a:pt x="1222" y="569"/>
                    </a:cubicBezTo>
                    <a:cubicBezTo>
                      <a:pt x="1336" y="285"/>
                      <a:pt x="1124" y="1"/>
                      <a:pt x="8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65"/>
              <p:cNvSpPr txBox="1"/>
              <p:nvPr/>
            </p:nvSpPr>
            <p:spPr>
              <a:xfrm>
                <a:off x="4907550" y="670000"/>
                <a:ext cx="845400" cy="113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chemeClr val="accent5"/>
                    </a:solidFill>
                    <a:latin typeface="Chewy"/>
                    <a:ea typeface="Chewy"/>
                    <a:cs typeface="Chewy"/>
                    <a:sym typeface="Chewy"/>
                  </a:rPr>
                  <a:t>Use Eco Bag</a:t>
                </a:r>
                <a:endParaRPr sz="2600">
                  <a:solidFill>
                    <a:schemeClr val="accent5"/>
                  </a:solidFill>
                  <a:latin typeface="Chewy"/>
                  <a:ea typeface="Chewy"/>
                  <a:cs typeface="Chewy"/>
                  <a:sym typeface="Chewy"/>
                </a:endParaRPr>
              </a:p>
            </p:txBody>
          </p:sp>
        </p:grpSp>
        <p:sp>
          <p:nvSpPr>
            <p:cNvPr id="2622" name="Google Shape;2622;p65"/>
            <p:cNvSpPr/>
            <p:nvPr/>
          </p:nvSpPr>
          <p:spPr>
            <a:xfrm rot="1729030" flipH="1">
              <a:off x="4156698" y="767732"/>
              <a:ext cx="97566" cy="76643"/>
            </a:xfrm>
            <a:custGeom>
              <a:avLst/>
              <a:gdLst/>
              <a:ahLst/>
              <a:cxnLst/>
              <a:rect l="l" t="t" r="r" b="b"/>
              <a:pathLst>
                <a:path w="3419" h="2686" extrusionOk="0">
                  <a:moveTo>
                    <a:pt x="739" y="1"/>
                  </a:moveTo>
                  <a:cubicBezTo>
                    <a:pt x="627" y="1"/>
                    <a:pt x="516" y="59"/>
                    <a:pt x="462" y="198"/>
                  </a:cubicBezTo>
                  <a:cubicBezTo>
                    <a:pt x="0" y="1300"/>
                    <a:pt x="462" y="2075"/>
                    <a:pt x="1043" y="2433"/>
                  </a:cubicBezTo>
                  <a:cubicBezTo>
                    <a:pt x="1311" y="2597"/>
                    <a:pt x="1639" y="2686"/>
                    <a:pt x="1967" y="2686"/>
                  </a:cubicBezTo>
                  <a:cubicBezTo>
                    <a:pt x="2444" y="2686"/>
                    <a:pt x="2905" y="2477"/>
                    <a:pt x="3218" y="2120"/>
                  </a:cubicBezTo>
                  <a:cubicBezTo>
                    <a:pt x="3419" y="1886"/>
                    <a:pt x="3203" y="1611"/>
                    <a:pt x="2976" y="1611"/>
                  </a:cubicBezTo>
                  <a:cubicBezTo>
                    <a:pt x="2899" y="1611"/>
                    <a:pt x="2821" y="1642"/>
                    <a:pt x="2756" y="1718"/>
                  </a:cubicBezTo>
                  <a:cubicBezTo>
                    <a:pt x="2551" y="1965"/>
                    <a:pt x="2253" y="2071"/>
                    <a:pt x="1960" y="2071"/>
                  </a:cubicBezTo>
                  <a:cubicBezTo>
                    <a:pt x="1742" y="2071"/>
                    <a:pt x="1528" y="2013"/>
                    <a:pt x="1356" y="1911"/>
                  </a:cubicBezTo>
                  <a:cubicBezTo>
                    <a:pt x="1133" y="1777"/>
                    <a:pt x="641" y="1345"/>
                    <a:pt x="1028" y="436"/>
                  </a:cubicBezTo>
                  <a:cubicBezTo>
                    <a:pt x="1143" y="188"/>
                    <a:pt x="939" y="1"/>
                    <a:pt x="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84"/>
        <p:cNvGrpSpPr/>
        <p:nvPr/>
      </p:nvGrpSpPr>
      <p:grpSpPr>
        <a:xfrm>
          <a:off x="0" y="0"/>
          <a:ext cx="0" cy="0"/>
          <a:chOff x="0" y="0"/>
          <a:chExt cx="0" cy="0"/>
        </a:xfrm>
      </p:grpSpPr>
      <p:sp>
        <p:nvSpPr>
          <p:cNvPr id="2685" name="Google Shape;2685;p67"/>
          <p:cNvSpPr txBox="1">
            <a:spLocks noGrp="1"/>
          </p:cNvSpPr>
          <p:nvPr>
            <p:ph type="title"/>
          </p:nvPr>
        </p:nvSpPr>
        <p:spPr>
          <a:xfrm>
            <a:off x="2133430" y="556550"/>
            <a:ext cx="4877100" cy="94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9,000,000</a:t>
            </a:r>
            <a:endParaRPr/>
          </a:p>
        </p:txBody>
      </p:sp>
      <p:sp>
        <p:nvSpPr>
          <p:cNvPr id="2686" name="Google Shape;2686;p67"/>
          <p:cNvSpPr txBox="1">
            <a:spLocks noGrp="1"/>
          </p:cNvSpPr>
          <p:nvPr>
            <p:ph type="subTitle" idx="1"/>
          </p:nvPr>
        </p:nvSpPr>
        <p:spPr>
          <a:xfrm>
            <a:off x="1004833" y="1407050"/>
            <a:ext cx="71343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Where the cars that in 2010 were suitable for using biofuel</a:t>
            </a:r>
            <a:endParaRPr/>
          </a:p>
        </p:txBody>
      </p:sp>
      <p:sp>
        <p:nvSpPr>
          <p:cNvPr id="2687" name="Google Shape;2687;p67"/>
          <p:cNvSpPr txBox="1">
            <a:spLocks noGrp="1"/>
          </p:cNvSpPr>
          <p:nvPr>
            <p:ph type="title" idx="2"/>
          </p:nvPr>
        </p:nvSpPr>
        <p:spPr>
          <a:xfrm>
            <a:off x="2133430" y="1905750"/>
            <a:ext cx="4877100" cy="94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5,000</a:t>
            </a:r>
            <a:endParaRPr/>
          </a:p>
        </p:txBody>
      </p:sp>
      <p:sp>
        <p:nvSpPr>
          <p:cNvPr id="2688" name="Google Shape;2688;p67"/>
          <p:cNvSpPr txBox="1">
            <a:spLocks noGrp="1"/>
          </p:cNvSpPr>
          <p:nvPr>
            <p:ph type="subTitle" idx="3"/>
          </p:nvPr>
        </p:nvSpPr>
        <p:spPr>
          <a:xfrm>
            <a:off x="1004823" y="2756397"/>
            <a:ext cx="71343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Are the tons of emissions that a wind turbine can prevent</a:t>
            </a:r>
            <a:endParaRPr/>
          </a:p>
        </p:txBody>
      </p:sp>
      <p:sp>
        <p:nvSpPr>
          <p:cNvPr id="2689" name="Google Shape;2689;p67"/>
          <p:cNvSpPr txBox="1">
            <a:spLocks noGrp="1"/>
          </p:cNvSpPr>
          <p:nvPr>
            <p:ph type="title" idx="4"/>
          </p:nvPr>
        </p:nvSpPr>
        <p:spPr>
          <a:xfrm>
            <a:off x="2133470" y="3255100"/>
            <a:ext cx="4877100" cy="94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150</a:t>
            </a:r>
            <a:endParaRPr/>
          </a:p>
        </p:txBody>
      </p:sp>
      <p:sp>
        <p:nvSpPr>
          <p:cNvPr id="2690" name="Google Shape;2690;p67"/>
          <p:cNvSpPr txBox="1">
            <a:spLocks noGrp="1"/>
          </p:cNvSpPr>
          <p:nvPr>
            <p:ph type="subTitle" idx="5"/>
          </p:nvPr>
        </p:nvSpPr>
        <p:spPr>
          <a:xfrm>
            <a:off x="1004877" y="4105750"/>
            <a:ext cx="71343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Are the countries that use this day to create environmental awareness</a:t>
            </a:r>
            <a:endParaRPr/>
          </a:p>
        </p:txBody>
      </p:sp>
      <p:sp>
        <p:nvSpPr>
          <p:cNvPr id="2691" name="Google Shape;2691;p67"/>
          <p:cNvSpPr/>
          <p:nvPr/>
        </p:nvSpPr>
        <p:spPr>
          <a:xfrm>
            <a:off x="1230705" y="686928"/>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67"/>
          <p:cNvSpPr/>
          <p:nvPr/>
        </p:nvSpPr>
        <p:spPr>
          <a:xfrm>
            <a:off x="6685423" y="2345142"/>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67"/>
          <p:cNvSpPr/>
          <p:nvPr/>
        </p:nvSpPr>
        <p:spPr>
          <a:xfrm>
            <a:off x="1623170" y="231604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67"/>
          <p:cNvSpPr/>
          <p:nvPr/>
        </p:nvSpPr>
        <p:spPr>
          <a:xfrm>
            <a:off x="2332928" y="3686803"/>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67"/>
          <p:cNvSpPr/>
          <p:nvPr/>
        </p:nvSpPr>
        <p:spPr>
          <a:xfrm>
            <a:off x="6950878" y="370153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9"/>
        <p:cNvGrpSpPr/>
        <p:nvPr/>
      </p:nvGrpSpPr>
      <p:grpSpPr>
        <a:xfrm>
          <a:off x="0" y="0"/>
          <a:ext cx="0" cy="0"/>
          <a:chOff x="0" y="0"/>
          <a:chExt cx="0" cy="0"/>
        </a:xfrm>
      </p:grpSpPr>
      <p:sp>
        <p:nvSpPr>
          <p:cNvPr id="2700" name="Google Shape;2700;p68"/>
          <p:cNvSpPr txBox="1">
            <a:spLocks noGrp="1"/>
          </p:cNvSpPr>
          <p:nvPr>
            <p:ph type="subTitle" idx="9"/>
          </p:nvPr>
        </p:nvSpPr>
        <p:spPr>
          <a:xfrm>
            <a:off x="5915125" y="3755836"/>
            <a:ext cx="2514300" cy="76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Of the rivers in the United States are too polluted for fishing or swimming</a:t>
            </a:r>
            <a:endParaRPr/>
          </a:p>
        </p:txBody>
      </p:sp>
      <p:sp>
        <p:nvSpPr>
          <p:cNvPr id="2701" name="Google Shape;2701;p68"/>
          <p:cNvSpPr txBox="1">
            <a:spLocks noGrp="1"/>
          </p:cNvSpPr>
          <p:nvPr>
            <p:ph type="title" idx="7"/>
          </p:nvPr>
        </p:nvSpPr>
        <p:spPr>
          <a:xfrm>
            <a:off x="5915146" y="2988586"/>
            <a:ext cx="2514300" cy="81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40%</a:t>
            </a:r>
            <a:endParaRPr/>
          </a:p>
        </p:txBody>
      </p:sp>
      <p:sp>
        <p:nvSpPr>
          <p:cNvPr id="2702" name="Google Shape;2702;p68"/>
          <p:cNvSpPr txBox="1">
            <a:spLocks noGrp="1"/>
          </p:cNvSpPr>
          <p:nvPr>
            <p:ph type="subTitle" idx="6"/>
          </p:nvPr>
        </p:nvSpPr>
        <p:spPr>
          <a:xfrm>
            <a:off x="3314856" y="3755836"/>
            <a:ext cx="2514300" cy="76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Of the electricity generated in the United States came from burning fossils</a:t>
            </a:r>
            <a:endParaRPr/>
          </a:p>
        </p:txBody>
      </p:sp>
      <p:sp>
        <p:nvSpPr>
          <p:cNvPr id="2703" name="Google Shape;2703;p68"/>
          <p:cNvSpPr txBox="1">
            <a:spLocks noGrp="1"/>
          </p:cNvSpPr>
          <p:nvPr>
            <p:ph type="subTitle" idx="3"/>
          </p:nvPr>
        </p:nvSpPr>
        <p:spPr>
          <a:xfrm>
            <a:off x="714600" y="3755836"/>
            <a:ext cx="2514300" cy="76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Of electricity generated in the United States comes from nuclear power plants</a:t>
            </a:r>
            <a:endParaRPr/>
          </a:p>
        </p:txBody>
      </p:sp>
      <p:sp>
        <p:nvSpPr>
          <p:cNvPr id="2704" name="Google Shape;2704;p68"/>
          <p:cNvSpPr txBox="1">
            <a:spLocks noGrp="1"/>
          </p:cNvSpPr>
          <p:nvPr>
            <p:ph type="subTitle" idx="1"/>
          </p:nvPr>
        </p:nvSpPr>
        <p:spPr>
          <a:xfrm>
            <a:off x="714575" y="2488648"/>
            <a:ext cx="2514300" cy="64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Nuclear energy</a:t>
            </a:r>
            <a:endParaRPr/>
          </a:p>
        </p:txBody>
      </p:sp>
      <p:sp>
        <p:nvSpPr>
          <p:cNvPr id="2705" name="Google Shape;2705;p68"/>
          <p:cNvSpPr txBox="1">
            <a:spLocks noGrp="1"/>
          </p:cNvSpPr>
          <p:nvPr>
            <p:ph type="subTitle" idx="5"/>
          </p:nvPr>
        </p:nvSpPr>
        <p:spPr>
          <a:xfrm>
            <a:off x="3314832" y="2488648"/>
            <a:ext cx="2514300" cy="64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Electricity</a:t>
            </a:r>
            <a:endParaRPr/>
          </a:p>
        </p:txBody>
      </p:sp>
      <p:sp>
        <p:nvSpPr>
          <p:cNvPr id="2706" name="Google Shape;2706;p68"/>
          <p:cNvSpPr txBox="1">
            <a:spLocks noGrp="1"/>
          </p:cNvSpPr>
          <p:nvPr>
            <p:ph type="subTitle" idx="8"/>
          </p:nvPr>
        </p:nvSpPr>
        <p:spPr>
          <a:xfrm>
            <a:off x="5915101" y="2488648"/>
            <a:ext cx="2514300" cy="64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Pollution</a:t>
            </a:r>
            <a:endParaRPr/>
          </a:p>
        </p:txBody>
      </p:sp>
      <p:sp>
        <p:nvSpPr>
          <p:cNvPr id="2707" name="Google Shape;2707;p68"/>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IMPORTANT PERCENTAGES</a:t>
            </a:r>
            <a:endParaRPr/>
          </a:p>
        </p:txBody>
      </p:sp>
      <p:grpSp>
        <p:nvGrpSpPr>
          <p:cNvPr id="2708" name="Google Shape;2708;p68"/>
          <p:cNvGrpSpPr/>
          <p:nvPr/>
        </p:nvGrpSpPr>
        <p:grpSpPr>
          <a:xfrm flipH="1">
            <a:off x="1447471" y="1447051"/>
            <a:ext cx="1048507" cy="1048507"/>
            <a:chOff x="5681300" y="2527788"/>
            <a:chExt cx="805800" cy="805800"/>
          </a:xfrm>
        </p:grpSpPr>
        <p:sp>
          <p:nvSpPr>
            <p:cNvPr id="2709" name="Google Shape;2709;p68"/>
            <p:cNvSpPr/>
            <p:nvPr/>
          </p:nvSpPr>
          <p:spPr>
            <a:xfrm>
              <a:off x="5681300" y="2527788"/>
              <a:ext cx="805800" cy="80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68"/>
            <p:cNvSpPr/>
            <p:nvPr/>
          </p:nvSpPr>
          <p:spPr>
            <a:xfrm>
              <a:off x="5681300" y="2527788"/>
              <a:ext cx="805800" cy="805800"/>
            </a:xfrm>
            <a:prstGeom prst="pie">
              <a:avLst>
                <a:gd name="adj1" fmla="val 11480198"/>
                <a:gd name="adj2" fmla="val 162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1" name="Google Shape;2711;p68"/>
          <p:cNvSpPr txBox="1">
            <a:spLocks noGrp="1"/>
          </p:cNvSpPr>
          <p:nvPr>
            <p:ph type="title" idx="2"/>
          </p:nvPr>
        </p:nvSpPr>
        <p:spPr>
          <a:xfrm>
            <a:off x="714600" y="2988586"/>
            <a:ext cx="2514300" cy="81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20%</a:t>
            </a:r>
            <a:endParaRPr/>
          </a:p>
        </p:txBody>
      </p:sp>
      <p:sp>
        <p:nvSpPr>
          <p:cNvPr id="2712" name="Google Shape;2712;p68"/>
          <p:cNvSpPr/>
          <p:nvPr/>
        </p:nvSpPr>
        <p:spPr>
          <a:xfrm>
            <a:off x="1538088" y="1537651"/>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68"/>
          <p:cNvSpPr txBox="1">
            <a:spLocks noGrp="1"/>
          </p:cNvSpPr>
          <p:nvPr>
            <p:ph type="title" idx="4"/>
          </p:nvPr>
        </p:nvSpPr>
        <p:spPr>
          <a:xfrm>
            <a:off x="3314867" y="2988586"/>
            <a:ext cx="2514300" cy="81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67%</a:t>
            </a:r>
            <a:endParaRPr/>
          </a:p>
        </p:txBody>
      </p:sp>
      <p:grpSp>
        <p:nvGrpSpPr>
          <p:cNvPr id="2714" name="Google Shape;2714;p68"/>
          <p:cNvGrpSpPr/>
          <p:nvPr/>
        </p:nvGrpSpPr>
        <p:grpSpPr>
          <a:xfrm flipH="1">
            <a:off x="4047721" y="1447051"/>
            <a:ext cx="1048507" cy="1048507"/>
            <a:chOff x="5681300" y="2527788"/>
            <a:chExt cx="805800" cy="805800"/>
          </a:xfrm>
        </p:grpSpPr>
        <p:sp>
          <p:nvSpPr>
            <p:cNvPr id="2715" name="Google Shape;2715;p68"/>
            <p:cNvSpPr/>
            <p:nvPr/>
          </p:nvSpPr>
          <p:spPr>
            <a:xfrm>
              <a:off x="5681300" y="2527788"/>
              <a:ext cx="805800" cy="80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68"/>
            <p:cNvSpPr/>
            <p:nvPr/>
          </p:nvSpPr>
          <p:spPr>
            <a:xfrm>
              <a:off x="5681300" y="2527788"/>
              <a:ext cx="805800" cy="805800"/>
            </a:xfrm>
            <a:prstGeom prst="pie">
              <a:avLst>
                <a:gd name="adj1" fmla="val 2562741"/>
                <a:gd name="adj2" fmla="val 162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7" name="Google Shape;2717;p68"/>
          <p:cNvSpPr/>
          <p:nvPr/>
        </p:nvSpPr>
        <p:spPr>
          <a:xfrm>
            <a:off x="4138313" y="1540626"/>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8" name="Google Shape;2718;p68"/>
          <p:cNvGrpSpPr/>
          <p:nvPr/>
        </p:nvGrpSpPr>
        <p:grpSpPr>
          <a:xfrm flipH="1">
            <a:off x="6647971" y="1447051"/>
            <a:ext cx="1048507" cy="1048507"/>
            <a:chOff x="5681300" y="2527788"/>
            <a:chExt cx="805800" cy="805800"/>
          </a:xfrm>
        </p:grpSpPr>
        <p:sp>
          <p:nvSpPr>
            <p:cNvPr id="2719" name="Google Shape;2719;p68"/>
            <p:cNvSpPr/>
            <p:nvPr/>
          </p:nvSpPr>
          <p:spPr>
            <a:xfrm>
              <a:off x="5681300" y="2527788"/>
              <a:ext cx="805800" cy="80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68"/>
            <p:cNvSpPr/>
            <p:nvPr/>
          </p:nvSpPr>
          <p:spPr>
            <a:xfrm>
              <a:off x="5681300" y="2527788"/>
              <a:ext cx="805800" cy="805800"/>
            </a:xfrm>
            <a:prstGeom prst="pie">
              <a:avLst>
                <a:gd name="adj1" fmla="val 7094692"/>
                <a:gd name="adj2" fmla="val 162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1" name="Google Shape;2721;p68"/>
          <p:cNvSpPr/>
          <p:nvPr/>
        </p:nvSpPr>
        <p:spPr>
          <a:xfrm>
            <a:off x="6738588" y="1537651"/>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68"/>
          <p:cNvSpPr/>
          <p:nvPr/>
        </p:nvSpPr>
        <p:spPr>
          <a:xfrm rot="10800000" flipH="1">
            <a:off x="6738592" y="102619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68"/>
          <p:cNvSpPr/>
          <p:nvPr/>
        </p:nvSpPr>
        <p:spPr>
          <a:xfrm rot="10800000" flipH="1">
            <a:off x="5673703" y="209421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4" name="Google Shape;2724;p68"/>
          <p:cNvGrpSpPr/>
          <p:nvPr/>
        </p:nvGrpSpPr>
        <p:grpSpPr>
          <a:xfrm>
            <a:off x="6989118" y="1730863"/>
            <a:ext cx="366367" cy="480872"/>
            <a:chOff x="7828825" y="2476538"/>
            <a:chExt cx="262647" cy="344785"/>
          </a:xfrm>
        </p:grpSpPr>
        <p:sp>
          <p:nvSpPr>
            <p:cNvPr id="2725" name="Google Shape;2725;p68"/>
            <p:cNvSpPr/>
            <p:nvPr/>
          </p:nvSpPr>
          <p:spPr>
            <a:xfrm>
              <a:off x="7828825" y="2554025"/>
              <a:ext cx="262647" cy="266518"/>
            </a:xfrm>
            <a:custGeom>
              <a:avLst/>
              <a:gdLst/>
              <a:ahLst/>
              <a:cxnLst/>
              <a:rect l="l" t="t" r="r" b="b"/>
              <a:pathLst>
                <a:path w="8074" h="8193" extrusionOk="0">
                  <a:moveTo>
                    <a:pt x="1215" y="0"/>
                  </a:moveTo>
                  <a:lnTo>
                    <a:pt x="1215" y="714"/>
                  </a:lnTo>
                  <a:lnTo>
                    <a:pt x="1120" y="714"/>
                  </a:lnTo>
                  <a:cubicBezTo>
                    <a:pt x="501" y="714"/>
                    <a:pt x="1" y="1238"/>
                    <a:pt x="1" y="1858"/>
                  </a:cubicBezTo>
                  <a:lnTo>
                    <a:pt x="1" y="7073"/>
                  </a:lnTo>
                  <a:cubicBezTo>
                    <a:pt x="1" y="7692"/>
                    <a:pt x="501" y="8192"/>
                    <a:pt x="1120" y="8192"/>
                  </a:cubicBezTo>
                  <a:lnTo>
                    <a:pt x="6931" y="8192"/>
                  </a:lnTo>
                  <a:cubicBezTo>
                    <a:pt x="7550" y="8192"/>
                    <a:pt x="8074" y="7692"/>
                    <a:pt x="8074" y="7073"/>
                  </a:cubicBezTo>
                  <a:lnTo>
                    <a:pt x="8074" y="1858"/>
                  </a:lnTo>
                  <a:cubicBezTo>
                    <a:pt x="8026" y="1238"/>
                    <a:pt x="7526" y="714"/>
                    <a:pt x="6907" y="714"/>
                  </a:cubicBezTo>
                  <a:lnTo>
                    <a:pt x="6812" y="714"/>
                  </a:lnTo>
                  <a:lnTo>
                    <a:pt x="68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68"/>
            <p:cNvSpPr/>
            <p:nvPr/>
          </p:nvSpPr>
          <p:spPr>
            <a:xfrm>
              <a:off x="7958197" y="2554025"/>
              <a:ext cx="131746" cy="267299"/>
            </a:xfrm>
            <a:custGeom>
              <a:avLst/>
              <a:gdLst/>
              <a:ahLst/>
              <a:cxnLst/>
              <a:rect l="l" t="t" r="r" b="b"/>
              <a:pathLst>
                <a:path w="4050" h="8217" extrusionOk="0">
                  <a:moveTo>
                    <a:pt x="1" y="0"/>
                  </a:moveTo>
                  <a:lnTo>
                    <a:pt x="1" y="8216"/>
                  </a:lnTo>
                  <a:lnTo>
                    <a:pt x="2930" y="8216"/>
                  </a:lnTo>
                  <a:cubicBezTo>
                    <a:pt x="3549" y="8216"/>
                    <a:pt x="4049" y="7716"/>
                    <a:pt x="4049" y="7097"/>
                  </a:cubicBezTo>
                  <a:lnTo>
                    <a:pt x="4049" y="1881"/>
                  </a:lnTo>
                  <a:cubicBezTo>
                    <a:pt x="4049" y="1238"/>
                    <a:pt x="3549" y="714"/>
                    <a:pt x="2930" y="714"/>
                  </a:cubicBezTo>
                  <a:lnTo>
                    <a:pt x="2835" y="714"/>
                  </a:lnTo>
                  <a:lnTo>
                    <a:pt x="2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68"/>
            <p:cNvSpPr/>
            <p:nvPr/>
          </p:nvSpPr>
          <p:spPr>
            <a:xfrm>
              <a:off x="7848213" y="2476538"/>
              <a:ext cx="222343" cy="80609"/>
            </a:xfrm>
            <a:custGeom>
              <a:avLst/>
              <a:gdLst/>
              <a:ahLst/>
              <a:cxnLst/>
              <a:rect l="l" t="t" r="r" b="b"/>
              <a:pathLst>
                <a:path w="6835" h="2478" extrusionOk="0">
                  <a:moveTo>
                    <a:pt x="286" y="1"/>
                  </a:moveTo>
                  <a:cubicBezTo>
                    <a:pt x="143" y="1"/>
                    <a:pt x="0" y="120"/>
                    <a:pt x="0" y="310"/>
                  </a:cubicBezTo>
                  <a:lnTo>
                    <a:pt x="0" y="2192"/>
                  </a:lnTo>
                  <a:cubicBezTo>
                    <a:pt x="0" y="2334"/>
                    <a:pt x="119" y="2477"/>
                    <a:pt x="286" y="2477"/>
                  </a:cubicBezTo>
                  <a:lnTo>
                    <a:pt x="6525" y="2477"/>
                  </a:lnTo>
                  <a:cubicBezTo>
                    <a:pt x="6692" y="2477"/>
                    <a:pt x="6835" y="2358"/>
                    <a:pt x="6811" y="2192"/>
                  </a:cubicBezTo>
                  <a:lnTo>
                    <a:pt x="6811" y="310"/>
                  </a:lnTo>
                  <a:cubicBezTo>
                    <a:pt x="6811" y="144"/>
                    <a:pt x="6692" y="1"/>
                    <a:pt x="65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8"/>
            <p:cNvSpPr/>
            <p:nvPr/>
          </p:nvSpPr>
          <p:spPr>
            <a:xfrm>
              <a:off x="7958197" y="2476538"/>
              <a:ext cx="112359" cy="80609"/>
            </a:xfrm>
            <a:custGeom>
              <a:avLst/>
              <a:gdLst/>
              <a:ahLst/>
              <a:cxnLst/>
              <a:rect l="l" t="t" r="r" b="b"/>
              <a:pathLst>
                <a:path w="3454" h="2478" extrusionOk="0">
                  <a:moveTo>
                    <a:pt x="1" y="1"/>
                  </a:moveTo>
                  <a:lnTo>
                    <a:pt x="1" y="2477"/>
                  </a:lnTo>
                  <a:lnTo>
                    <a:pt x="3144" y="2477"/>
                  </a:lnTo>
                  <a:cubicBezTo>
                    <a:pt x="3311" y="2477"/>
                    <a:pt x="3430" y="2334"/>
                    <a:pt x="3430" y="2192"/>
                  </a:cubicBezTo>
                  <a:lnTo>
                    <a:pt x="3430" y="310"/>
                  </a:lnTo>
                  <a:cubicBezTo>
                    <a:pt x="3454" y="144"/>
                    <a:pt x="3311" y="1"/>
                    <a:pt x="3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68"/>
            <p:cNvSpPr/>
            <p:nvPr/>
          </p:nvSpPr>
          <p:spPr>
            <a:xfrm>
              <a:off x="7888485" y="2618304"/>
              <a:ext cx="141798" cy="161934"/>
            </a:xfrm>
            <a:custGeom>
              <a:avLst/>
              <a:gdLst/>
              <a:ahLst/>
              <a:cxnLst/>
              <a:rect l="l" t="t" r="r" b="b"/>
              <a:pathLst>
                <a:path w="4359" h="4978" extrusionOk="0">
                  <a:moveTo>
                    <a:pt x="1549" y="1882"/>
                  </a:moveTo>
                  <a:cubicBezTo>
                    <a:pt x="1739" y="1882"/>
                    <a:pt x="1858" y="2025"/>
                    <a:pt x="1858" y="2168"/>
                  </a:cubicBezTo>
                  <a:cubicBezTo>
                    <a:pt x="1858" y="2311"/>
                    <a:pt x="1739" y="2477"/>
                    <a:pt x="1549" y="2477"/>
                  </a:cubicBezTo>
                  <a:cubicBezTo>
                    <a:pt x="1382" y="2477"/>
                    <a:pt x="1263" y="2311"/>
                    <a:pt x="1263" y="2168"/>
                  </a:cubicBezTo>
                  <a:cubicBezTo>
                    <a:pt x="1263" y="2025"/>
                    <a:pt x="1406" y="1882"/>
                    <a:pt x="1549" y="1882"/>
                  </a:cubicBezTo>
                  <a:close/>
                  <a:moveTo>
                    <a:pt x="2811" y="1882"/>
                  </a:moveTo>
                  <a:cubicBezTo>
                    <a:pt x="2977" y="1882"/>
                    <a:pt x="3096" y="2025"/>
                    <a:pt x="3096" y="2168"/>
                  </a:cubicBezTo>
                  <a:cubicBezTo>
                    <a:pt x="3096" y="2311"/>
                    <a:pt x="2977" y="2477"/>
                    <a:pt x="2811" y="2477"/>
                  </a:cubicBezTo>
                  <a:cubicBezTo>
                    <a:pt x="2620" y="2477"/>
                    <a:pt x="2501" y="2311"/>
                    <a:pt x="2501" y="2168"/>
                  </a:cubicBezTo>
                  <a:cubicBezTo>
                    <a:pt x="2501" y="2025"/>
                    <a:pt x="2668" y="1882"/>
                    <a:pt x="2811" y="1882"/>
                  </a:cubicBezTo>
                  <a:close/>
                  <a:moveTo>
                    <a:pt x="2192" y="3120"/>
                  </a:moveTo>
                  <a:cubicBezTo>
                    <a:pt x="2358" y="3120"/>
                    <a:pt x="2477" y="3263"/>
                    <a:pt x="2477" y="3430"/>
                  </a:cubicBezTo>
                  <a:cubicBezTo>
                    <a:pt x="2477" y="3573"/>
                    <a:pt x="2358" y="3716"/>
                    <a:pt x="2192" y="3716"/>
                  </a:cubicBezTo>
                  <a:cubicBezTo>
                    <a:pt x="2001" y="3716"/>
                    <a:pt x="1882" y="3573"/>
                    <a:pt x="1882" y="3430"/>
                  </a:cubicBezTo>
                  <a:cubicBezTo>
                    <a:pt x="1882" y="3263"/>
                    <a:pt x="2025" y="3120"/>
                    <a:pt x="2192" y="3120"/>
                  </a:cubicBezTo>
                  <a:close/>
                  <a:moveTo>
                    <a:pt x="2144" y="1"/>
                  </a:moveTo>
                  <a:cubicBezTo>
                    <a:pt x="953" y="1"/>
                    <a:pt x="1" y="977"/>
                    <a:pt x="1" y="2192"/>
                  </a:cubicBezTo>
                  <a:lnTo>
                    <a:pt x="1" y="2787"/>
                  </a:lnTo>
                  <a:cubicBezTo>
                    <a:pt x="1" y="3216"/>
                    <a:pt x="263" y="3525"/>
                    <a:pt x="644" y="3692"/>
                  </a:cubicBezTo>
                  <a:lnTo>
                    <a:pt x="644" y="4049"/>
                  </a:lnTo>
                  <a:cubicBezTo>
                    <a:pt x="644" y="4549"/>
                    <a:pt x="1048" y="4978"/>
                    <a:pt x="1549" y="4978"/>
                  </a:cubicBezTo>
                  <a:lnTo>
                    <a:pt x="2811" y="4978"/>
                  </a:lnTo>
                  <a:cubicBezTo>
                    <a:pt x="3311" y="4978"/>
                    <a:pt x="3739" y="4549"/>
                    <a:pt x="3739" y="4049"/>
                  </a:cubicBezTo>
                  <a:lnTo>
                    <a:pt x="3739" y="3692"/>
                  </a:lnTo>
                  <a:cubicBezTo>
                    <a:pt x="4097" y="3573"/>
                    <a:pt x="4359" y="3216"/>
                    <a:pt x="4359" y="2787"/>
                  </a:cubicBezTo>
                  <a:lnTo>
                    <a:pt x="4359" y="2168"/>
                  </a:lnTo>
                  <a:cubicBezTo>
                    <a:pt x="4359" y="953"/>
                    <a:pt x="3382" y="1"/>
                    <a:pt x="21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68"/>
            <p:cNvSpPr/>
            <p:nvPr/>
          </p:nvSpPr>
          <p:spPr>
            <a:xfrm>
              <a:off x="7958197" y="2618304"/>
              <a:ext cx="72086" cy="160405"/>
            </a:xfrm>
            <a:custGeom>
              <a:avLst/>
              <a:gdLst/>
              <a:ahLst/>
              <a:cxnLst/>
              <a:rect l="l" t="t" r="r" b="b"/>
              <a:pathLst>
                <a:path w="2216" h="4931" extrusionOk="0">
                  <a:moveTo>
                    <a:pt x="668" y="1882"/>
                  </a:moveTo>
                  <a:cubicBezTo>
                    <a:pt x="811" y="1882"/>
                    <a:pt x="953" y="2025"/>
                    <a:pt x="953" y="2168"/>
                  </a:cubicBezTo>
                  <a:cubicBezTo>
                    <a:pt x="953" y="2334"/>
                    <a:pt x="811" y="2477"/>
                    <a:pt x="668" y="2477"/>
                  </a:cubicBezTo>
                  <a:cubicBezTo>
                    <a:pt x="477" y="2477"/>
                    <a:pt x="358" y="2311"/>
                    <a:pt x="358" y="2168"/>
                  </a:cubicBezTo>
                  <a:cubicBezTo>
                    <a:pt x="358" y="2001"/>
                    <a:pt x="525" y="1882"/>
                    <a:pt x="668" y="1882"/>
                  </a:cubicBezTo>
                  <a:close/>
                  <a:moveTo>
                    <a:pt x="1" y="1"/>
                  </a:moveTo>
                  <a:lnTo>
                    <a:pt x="1" y="3097"/>
                  </a:lnTo>
                  <a:cubicBezTo>
                    <a:pt x="191" y="3097"/>
                    <a:pt x="334" y="3239"/>
                    <a:pt x="334" y="3382"/>
                  </a:cubicBezTo>
                  <a:cubicBezTo>
                    <a:pt x="334" y="3559"/>
                    <a:pt x="212" y="3694"/>
                    <a:pt x="42" y="3694"/>
                  </a:cubicBezTo>
                  <a:cubicBezTo>
                    <a:pt x="29" y="3694"/>
                    <a:pt x="15" y="3694"/>
                    <a:pt x="1" y="3692"/>
                  </a:cubicBezTo>
                  <a:lnTo>
                    <a:pt x="1" y="4930"/>
                  </a:lnTo>
                  <a:lnTo>
                    <a:pt x="668" y="4930"/>
                  </a:lnTo>
                  <a:cubicBezTo>
                    <a:pt x="1168" y="4930"/>
                    <a:pt x="1596" y="4525"/>
                    <a:pt x="1596" y="4001"/>
                  </a:cubicBezTo>
                  <a:lnTo>
                    <a:pt x="1596" y="3644"/>
                  </a:lnTo>
                  <a:cubicBezTo>
                    <a:pt x="1954" y="3525"/>
                    <a:pt x="2216" y="3168"/>
                    <a:pt x="2216" y="2763"/>
                  </a:cubicBezTo>
                  <a:lnTo>
                    <a:pt x="2216" y="2144"/>
                  </a:lnTo>
                  <a:cubicBezTo>
                    <a:pt x="2216" y="953"/>
                    <a:pt x="1239" y="1"/>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1" name="Google Shape;2731;p68"/>
          <p:cNvGrpSpPr/>
          <p:nvPr/>
        </p:nvGrpSpPr>
        <p:grpSpPr>
          <a:xfrm>
            <a:off x="4356559" y="1721905"/>
            <a:ext cx="476374" cy="453269"/>
            <a:chOff x="2650597" y="3381777"/>
            <a:chExt cx="341511" cy="324994"/>
          </a:xfrm>
        </p:grpSpPr>
        <p:sp>
          <p:nvSpPr>
            <p:cNvPr id="2732" name="Google Shape;2732;p68"/>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68"/>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68"/>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68"/>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68"/>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68"/>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68"/>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8"/>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8"/>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8"/>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8"/>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8"/>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8"/>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8"/>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8"/>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8"/>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68"/>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68"/>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68"/>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8"/>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68"/>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68"/>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68"/>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8"/>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8"/>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8"/>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8"/>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68"/>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68"/>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68"/>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68"/>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68"/>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68"/>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68"/>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68"/>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7" name="Google Shape;2767;p68"/>
          <p:cNvGrpSpPr/>
          <p:nvPr/>
        </p:nvGrpSpPr>
        <p:grpSpPr>
          <a:xfrm>
            <a:off x="1731296" y="1730868"/>
            <a:ext cx="480896" cy="480872"/>
            <a:chOff x="4765735" y="2476538"/>
            <a:chExt cx="344753" cy="344785"/>
          </a:xfrm>
        </p:grpSpPr>
        <p:sp>
          <p:nvSpPr>
            <p:cNvPr id="2768" name="Google Shape;2768;p68"/>
            <p:cNvSpPr/>
            <p:nvPr/>
          </p:nvSpPr>
          <p:spPr>
            <a:xfrm>
              <a:off x="4765735" y="2476538"/>
              <a:ext cx="344753" cy="344785"/>
            </a:xfrm>
            <a:custGeom>
              <a:avLst/>
              <a:gdLst/>
              <a:ahLst/>
              <a:cxnLst/>
              <a:rect l="l" t="t" r="r" b="b"/>
              <a:pathLst>
                <a:path w="10598" h="10599" extrusionOk="0">
                  <a:moveTo>
                    <a:pt x="5311" y="1"/>
                  </a:moveTo>
                  <a:cubicBezTo>
                    <a:pt x="2382" y="1"/>
                    <a:pt x="0" y="2382"/>
                    <a:pt x="0" y="5311"/>
                  </a:cubicBezTo>
                  <a:cubicBezTo>
                    <a:pt x="0" y="8217"/>
                    <a:pt x="2382" y="10598"/>
                    <a:pt x="5311" y="10598"/>
                  </a:cubicBezTo>
                  <a:cubicBezTo>
                    <a:pt x="8216" y="10598"/>
                    <a:pt x="10598" y="8217"/>
                    <a:pt x="10598" y="5311"/>
                  </a:cubicBezTo>
                  <a:cubicBezTo>
                    <a:pt x="10598" y="2382"/>
                    <a:pt x="8216" y="1"/>
                    <a:pt x="53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68"/>
            <p:cNvSpPr/>
            <p:nvPr/>
          </p:nvSpPr>
          <p:spPr>
            <a:xfrm>
              <a:off x="4936941" y="2476538"/>
              <a:ext cx="172799" cy="344785"/>
            </a:xfrm>
            <a:custGeom>
              <a:avLst/>
              <a:gdLst/>
              <a:ahLst/>
              <a:cxnLst/>
              <a:rect l="l" t="t" r="r" b="b"/>
              <a:pathLst>
                <a:path w="5312" h="10599" extrusionOk="0">
                  <a:moveTo>
                    <a:pt x="0" y="1"/>
                  </a:moveTo>
                  <a:lnTo>
                    <a:pt x="0" y="10598"/>
                  </a:lnTo>
                  <a:cubicBezTo>
                    <a:pt x="2930" y="10598"/>
                    <a:pt x="5311" y="8217"/>
                    <a:pt x="5311" y="5311"/>
                  </a:cubicBezTo>
                  <a:cubicBezTo>
                    <a:pt x="5311" y="2382"/>
                    <a:pt x="2953"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68"/>
            <p:cNvSpPr/>
            <p:nvPr/>
          </p:nvSpPr>
          <p:spPr>
            <a:xfrm>
              <a:off x="4785871" y="2497455"/>
              <a:ext cx="304481" cy="303700"/>
            </a:xfrm>
            <a:custGeom>
              <a:avLst/>
              <a:gdLst/>
              <a:ahLst/>
              <a:cxnLst/>
              <a:rect l="l" t="t" r="r" b="b"/>
              <a:pathLst>
                <a:path w="9360" h="9336" extrusionOk="0">
                  <a:moveTo>
                    <a:pt x="4692" y="1"/>
                  </a:moveTo>
                  <a:cubicBezTo>
                    <a:pt x="2096" y="1"/>
                    <a:pt x="1" y="2072"/>
                    <a:pt x="1" y="4668"/>
                  </a:cubicBezTo>
                  <a:cubicBezTo>
                    <a:pt x="1" y="7240"/>
                    <a:pt x="2096" y="9336"/>
                    <a:pt x="4692" y="9336"/>
                  </a:cubicBezTo>
                  <a:cubicBezTo>
                    <a:pt x="7240" y="9336"/>
                    <a:pt x="9360" y="7240"/>
                    <a:pt x="9360" y="4668"/>
                  </a:cubicBezTo>
                  <a:cubicBezTo>
                    <a:pt x="9360" y="2072"/>
                    <a:pt x="7264" y="1"/>
                    <a:pt x="4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68"/>
            <p:cNvSpPr/>
            <p:nvPr/>
          </p:nvSpPr>
          <p:spPr>
            <a:xfrm>
              <a:off x="4936941" y="2497455"/>
              <a:ext cx="152631" cy="303700"/>
            </a:xfrm>
            <a:custGeom>
              <a:avLst/>
              <a:gdLst/>
              <a:ahLst/>
              <a:cxnLst/>
              <a:rect l="l" t="t" r="r" b="b"/>
              <a:pathLst>
                <a:path w="4692" h="9336" extrusionOk="0">
                  <a:moveTo>
                    <a:pt x="0" y="1"/>
                  </a:moveTo>
                  <a:lnTo>
                    <a:pt x="0" y="9336"/>
                  </a:lnTo>
                  <a:cubicBezTo>
                    <a:pt x="2596" y="9336"/>
                    <a:pt x="4692" y="7240"/>
                    <a:pt x="4692" y="4668"/>
                  </a:cubicBezTo>
                  <a:cubicBezTo>
                    <a:pt x="4692" y="2072"/>
                    <a:pt x="2596"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68"/>
            <p:cNvSpPr/>
            <p:nvPr/>
          </p:nvSpPr>
          <p:spPr>
            <a:xfrm>
              <a:off x="4915243" y="2626046"/>
              <a:ext cx="46518" cy="46518"/>
            </a:xfrm>
            <a:custGeom>
              <a:avLst/>
              <a:gdLst/>
              <a:ahLst/>
              <a:cxnLst/>
              <a:rect l="l" t="t" r="r" b="b"/>
              <a:pathLst>
                <a:path w="1430" h="1430" extrusionOk="0">
                  <a:moveTo>
                    <a:pt x="715" y="1"/>
                  </a:moveTo>
                  <a:cubicBezTo>
                    <a:pt x="310" y="1"/>
                    <a:pt x="1" y="334"/>
                    <a:pt x="1" y="715"/>
                  </a:cubicBezTo>
                  <a:cubicBezTo>
                    <a:pt x="1" y="1096"/>
                    <a:pt x="310" y="1430"/>
                    <a:pt x="715" y="1430"/>
                  </a:cubicBezTo>
                  <a:cubicBezTo>
                    <a:pt x="1096" y="1430"/>
                    <a:pt x="1429" y="1096"/>
                    <a:pt x="1429" y="715"/>
                  </a:cubicBezTo>
                  <a:cubicBezTo>
                    <a:pt x="1429" y="334"/>
                    <a:pt x="1096" y="1"/>
                    <a:pt x="71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68"/>
            <p:cNvSpPr/>
            <p:nvPr/>
          </p:nvSpPr>
          <p:spPr>
            <a:xfrm>
              <a:off x="4936941" y="2626046"/>
              <a:ext cx="23259" cy="46518"/>
            </a:xfrm>
            <a:custGeom>
              <a:avLst/>
              <a:gdLst/>
              <a:ahLst/>
              <a:cxnLst/>
              <a:rect l="l" t="t" r="r" b="b"/>
              <a:pathLst>
                <a:path w="715" h="1430" extrusionOk="0">
                  <a:moveTo>
                    <a:pt x="0" y="1"/>
                  </a:moveTo>
                  <a:lnTo>
                    <a:pt x="0" y="1430"/>
                  </a:lnTo>
                  <a:cubicBezTo>
                    <a:pt x="381" y="1430"/>
                    <a:pt x="715" y="1096"/>
                    <a:pt x="715" y="715"/>
                  </a:cubicBezTo>
                  <a:cubicBezTo>
                    <a:pt x="715" y="310"/>
                    <a:pt x="405"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68"/>
            <p:cNvSpPr/>
            <p:nvPr/>
          </p:nvSpPr>
          <p:spPr>
            <a:xfrm>
              <a:off x="4806788" y="2639221"/>
              <a:ext cx="119320" cy="124622"/>
            </a:xfrm>
            <a:custGeom>
              <a:avLst/>
              <a:gdLst/>
              <a:ahLst/>
              <a:cxnLst/>
              <a:rect l="l" t="t" r="r" b="b"/>
              <a:pathLst>
                <a:path w="3668" h="3831" extrusionOk="0">
                  <a:moveTo>
                    <a:pt x="286" y="1"/>
                  </a:moveTo>
                  <a:cubicBezTo>
                    <a:pt x="96" y="1"/>
                    <a:pt x="1" y="167"/>
                    <a:pt x="1" y="310"/>
                  </a:cubicBezTo>
                  <a:cubicBezTo>
                    <a:pt x="1" y="1787"/>
                    <a:pt x="786" y="3097"/>
                    <a:pt x="2025" y="3787"/>
                  </a:cubicBezTo>
                  <a:cubicBezTo>
                    <a:pt x="2070" y="3817"/>
                    <a:pt x="2117" y="3831"/>
                    <a:pt x="2163" y="3831"/>
                  </a:cubicBezTo>
                  <a:cubicBezTo>
                    <a:pt x="2265" y="3831"/>
                    <a:pt x="2364" y="3766"/>
                    <a:pt x="2430" y="3668"/>
                  </a:cubicBezTo>
                  <a:lnTo>
                    <a:pt x="3668" y="1501"/>
                  </a:lnTo>
                  <a:cubicBezTo>
                    <a:pt x="3049" y="1310"/>
                    <a:pt x="2644" y="667"/>
                    <a:pt x="28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68"/>
            <p:cNvSpPr/>
            <p:nvPr/>
          </p:nvSpPr>
          <p:spPr>
            <a:xfrm>
              <a:off x="4864887" y="2518762"/>
              <a:ext cx="144889" cy="101136"/>
            </a:xfrm>
            <a:custGeom>
              <a:avLst/>
              <a:gdLst/>
              <a:ahLst/>
              <a:cxnLst/>
              <a:rect l="l" t="t" r="r" b="b"/>
              <a:pathLst>
                <a:path w="4454" h="3109" extrusionOk="0">
                  <a:moveTo>
                    <a:pt x="2224" y="1"/>
                  </a:moveTo>
                  <a:cubicBezTo>
                    <a:pt x="1525" y="1"/>
                    <a:pt x="822" y="179"/>
                    <a:pt x="191" y="536"/>
                  </a:cubicBezTo>
                  <a:cubicBezTo>
                    <a:pt x="48" y="608"/>
                    <a:pt x="1" y="798"/>
                    <a:pt x="72" y="941"/>
                  </a:cubicBezTo>
                  <a:lnTo>
                    <a:pt x="1334" y="3108"/>
                  </a:lnTo>
                  <a:cubicBezTo>
                    <a:pt x="1572" y="2870"/>
                    <a:pt x="1882" y="2751"/>
                    <a:pt x="2192" y="2751"/>
                  </a:cubicBezTo>
                  <a:cubicBezTo>
                    <a:pt x="2501" y="2751"/>
                    <a:pt x="2811" y="2870"/>
                    <a:pt x="3049" y="3108"/>
                  </a:cubicBezTo>
                  <a:lnTo>
                    <a:pt x="4311" y="941"/>
                  </a:lnTo>
                  <a:cubicBezTo>
                    <a:pt x="4454" y="798"/>
                    <a:pt x="4406" y="584"/>
                    <a:pt x="4240" y="536"/>
                  </a:cubicBezTo>
                  <a:cubicBezTo>
                    <a:pt x="3620" y="179"/>
                    <a:pt x="2924" y="1"/>
                    <a:pt x="222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68"/>
            <p:cNvSpPr/>
            <p:nvPr/>
          </p:nvSpPr>
          <p:spPr>
            <a:xfrm>
              <a:off x="4936941" y="2518372"/>
              <a:ext cx="72835" cy="102307"/>
            </a:xfrm>
            <a:custGeom>
              <a:avLst/>
              <a:gdLst/>
              <a:ahLst/>
              <a:cxnLst/>
              <a:rect l="l" t="t" r="r" b="b"/>
              <a:pathLst>
                <a:path w="2239" h="3145" extrusionOk="0">
                  <a:moveTo>
                    <a:pt x="0" y="1"/>
                  </a:moveTo>
                  <a:lnTo>
                    <a:pt x="0" y="2787"/>
                  </a:lnTo>
                  <a:cubicBezTo>
                    <a:pt x="334" y="2787"/>
                    <a:pt x="643" y="2906"/>
                    <a:pt x="882" y="3144"/>
                  </a:cubicBezTo>
                  <a:lnTo>
                    <a:pt x="2120" y="977"/>
                  </a:lnTo>
                  <a:cubicBezTo>
                    <a:pt x="2239" y="810"/>
                    <a:pt x="2191" y="596"/>
                    <a:pt x="2025" y="548"/>
                  </a:cubicBezTo>
                  <a:cubicBezTo>
                    <a:pt x="1405" y="191"/>
                    <a:pt x="715"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68"/>
            <p:cNvSpPr/>
            <p:nvPr/>
          </p:nvSpPr>
          <p:spPr>
            <a:xfrm>
              <a:off x="4948554" y="2639221"/>
              <a:ext cx="120101" cy="125566"/>
            </a:xfrm>
            <a:custGeom>
              <a:avLst/>
              <a:gdLst/>
              <a:ahLst/>
              <a:cxnLst/>
              <a:rect l="l" t="t" r="r" b="b"/>
              <a:pathLst>
                <a:path w="3692" h="3860" extrusionOk="0">
                  <a:moveTo>
                    <a:pt x="882" y="1"/>
                  </a:moveTo>
                  <a:cubicBezTo>
                    <a:pt x="1048" y="667"/>
                    <a:pt x="644" y="1358"/>
                    <a:pt x="1" y="1525"/>
                  </a:cubicBezTo>
                  <a:lnTo>
                    <a:pt x="1263" y="3692"/>
                  </a:lnTo>
                  <a:cubicBezTo>
                    <a:pt x="1325" y="3801"/>
                    <a:pt x="1419" y="3859"/>
                    <a:pt x="1516" y="3859"/>
                  </a:cubicBezTo>
                  <a:cubicBezTo>
                    <a:pt x="1567" y="3859"/>
                    <a:pt x="1619" y="3844"/>
                    <a:pt x="1668" y="3811"/>
                  </a:cubicBezTo>
                  <a:cubicBezTo>
                    <a:pt x="2930" y="3097"/>
                    <a:pt x="3692" y="1763"/>
                    <a:pt x="3692" y="334"/>
                  </a:cubicBezTo>
                  <a:cubicBezTo>
                    <a:pt x="3692" y="120"/>
                    <a:pt x="3549" y="1"/>
                    <a:pt x="34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81"/>
        <p:cNvGrpSpPr/>
        <p:nvPr/>
      </p:nvGrpSpPr>
      <p:grpSpPr>
        <a:xfrm>
          <a:off x="0" y="0"/>
          <a:ext cx="0" cy="0"/>
          <a:chOff x="0" y="0"/>
          <a:chExt cx="0" cy="0"/>
        </a:xfrm>
      </p:grpSpPr>
      <p:sp>
        <p:nvSpPr>
          <p:cNvPr id="2782" name="Google Shape;2782;p69"/>
          <p:cNvSpPr txBox="1">
            <a:spLocks noGrp="1"/>
          </p:cNvSpPr>
          <p:nvPr>
            <p:ph type="title"/>
          </p:nvPr>
        </p:nvSpPr>
        <p:spPr>
          <a:xfrm>
            <a:off x="1095575" y="1427650"/>
            <a:ext cx="3028800" cy="138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COMPUTER MOCKUP</a:t>
            </a:r>
            <a:endParaRPr/>
          </a:p>
        </p:txBody>
      </p:sp>
      <p:sp>
        <p:nvSpPr>
          <p:cNvPr id="2783" name="Google Shape;2783;p69"/>
          <p:cNvSpPr txBox="1">
            <a:spLocks noGrp="1"/>
          </p:cNvSpPr>
          <p:nvPr>
            <p:ph type="subTitle" idx="1"/>
          </p:nvPr>
        </p:nvSpPr>
        <p:spPr>
          <a:xfrm>
            <a:off x="1095575" y="2809875"/>
            <a:ext cx="3028800" cy="100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grpSp>
        <p:nvGrpSpPr>
          <p:cNvPr id="2784" name="Google Shape;2784;p69"/>
          <p:cNvGrpSpPr/>
          <p:nvPr/>
        </p:nvGrpSpPr>
        <p:grpSpPr>
          <a:xfrm>
            <a:off x="4477271" y="1584678"/>
            <a:ext cx="3637985" cy="2235007"/>
            <a:chOff x="598300" y="834425"/>
            <a:chExt cx="6416200" cy="3962075"/>
          </a:xfrm>
        </p:grpSpPr>
        <p:sp>
          <p:nvSpPr>
            <p:cNvPr id="2785" name="Google Shape;2785;p69"/>
            <p:cNvSpPr/>
            <p:nvPr/>
          </p:nvSpPr>
          <p:spPr>
            <a:xfrm>
              <a:off x="751975" y="834425"/>
              <a:ext cx="6070425" cy="3892450"/>
            </a:xfrm>
            <a:custGeom>
              <a:avLst/>
              <a:gdLst/>
              <a:ahLst/>
              <a:cxnLst/>
              <a:rect l="l" t="t" r="r" b="b"/>
              <a:pathLst>
                <a:path w="242817" h="155698" extrusionOk="0">
                  <a:moveTo>
                    <a:pt x="10278" y="0"/>
                  </a:moveTo>
                  <a:cubicBezTo>
                    <a:pt x="4611" y="0"/>
                    <a:pt x="1" y="4611"/>
                    <a:pt x="1" y="10278"/>
                  </a:cubicBezTo>
                  <a:lnTo>
                    <a:pt x="1" y="145516"/>
                  </a:lnTo>
                  <a:cubicBezTo>
                    <a:pt x="1" y="151183"/>
                    <a:pt x="4611" y="155697"/>
                    <a:pt x="10278" y="155697"/>
                  </a:cubicBezTo>
                  <a:lnTo>
                    <a:pt x="232539" y="155697"/>
                  </a:lnTo>
                  <a:cubicBezTo>
                    <a:pt x="238206" y="155697"/>
                    <a:pt x="242816" y="151183"/>
                    <a:pt x="242816" y="145516"/>
                  </a:cubicBezTo>
                  <a:lnTo>
                    <a:pt x="242816" y="10278"/>
                  </a:lnTo>
                  <a:cubicBezTo>
                    <a:pt x="242816" y="4611"/>
                    <a:pt x="238206" y="0"/>
                    <a:pt x="2325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69"/>
            <p:cNvSpPr/>
            <p:nvPr/>
          </p:nvSpPr>
          <p:spPr>
            <a:xfrm>
              <a:off x="598300" y="4508325"/>
              <a:ext cx="6416200" cy="288175"/>
            </a:xfrm>
            <a:custGeom>
              <a:avLst/>
              <a:gdLst/>
              <a:ahLst/>
              <a:cxnLst/>
              <a:rect l="l" t="t" r="r" b="b"/>
              <a:pathLst>
                <a:path w="256648" h="11527" extrusionOk="0">
                  <a:moveTo>
                    <a:pt x="1" y="1"/>
                  </a:moveTo>
                  <a:lnTo>
                    <a:pt x="1" y="5188"/>
                  </a:lnTo>
                  <a:cubicBezTo>
                    <a:pt x="1" y="8741"/>
                    <a:pt x="2786" y="11527"/>
                    <a:pt x="6340" y="11527"/>
                  </a:cubicBezTo>
                  <a:lnTo>
                    <a:pt x="250404" y="11527"/>
                  </a:lnTo>
                  <a:cubicBezTo>
                    <a:pt x="253862" y="11527"/>
                    <a:pt x="256647" y="8741"/>
                    <a:pt x="256647" y="5188"/>
                  </a:cubicBezTo>
                  <a:lnTo>
                    <a:pt x="2566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787" name="Google Shape;2787;p69"/>
          <p:cNvPicPr preferRelativeResize="0"/>
          <p:nvPr/>
        </p:nvPicPr>
        <p:blipFill rotWithShape="1">
          <a:blip r:embed="rId3">
            <a:alphaModFix/>
          </a:blip>
          <a:srcRect l="3279" r="3279"/>
          <a:stretch/>
        </p:blipFill>
        <p:spPr>
          <a:xfrm>
            <a:off x="4686434" y="1730297"/>
            <a:ext cx="3200892" cy="1926871"/>
          </a:xfrm>
          <a:prstGeom prst="rect">
            <a:avLst/>
          </a:prstGeom>
          <a:noFill/>
          <a:ln>
            <a:noFill/>
          </a:ln>
        </p:spPr>
      </p:pic>
      <p:sp>
        <p:nvSpPr>
          <p:cNvPr id="2788" name="Google Shape;2788;p69"/>
          <p:cNvSpPr/>
          <p:nvPr/>
        </p:nvSpPr>
        <p:spPr>
          <a:xfrm flipH="1">
            <a:off x="1839069" y="4464249"/>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69"/>
          <p:cNvSpPr/>
          <p:nvPr/>
        </p:nvSpPr>
        <p:spPr>
          <a:xfrm flipH="1">
            <a:off x="6529567" y="94795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69"/>
          <p:cNvSpPr/>
          <p:nvPr/>
        </p:nvSpPr>
        <p:spPr>
          <a:xfrm rot="-899960" flipH="1">
            <a:off x="2386682" y="995309"/>
            <a:ext cx="103221" cy="85380"/>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69"/>
          <p:cNvSpPr/>
          <p:nvPr/>
        </p:nvSpPr>
        <p:spPr>
          <a:xfrm flipH="1">
            <a:off x="7027753" y="4168271"/>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69"/>
          <p:cNvSpPr/>
          <p:nvPr/>
        </p:nvSpPr>
        <p:spPr>
          <a:xfrm flipH="1">
            <a:off x="525495" y="269499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3" name="Google Shape;2793;p69"/>
          <p:cNvGrpSpPr/>
          <p:nvPr/>
        </p:nvGrpSpPr>
        <p:grpSpPr>
          <a:xfrm flipH="1">
            <a:off x="3597898" y="347579"/>
            <a:ext cx="763146" cy="697824"/>
            <a:chOff x="3681125" y="1846650"/>
            <a:chExt cx="515500" cy="471375"/>
          </a:xfrm>
        </p:grpSpPr>
        <p:sp>
          <p:nvSpPr>
            <p:cNvPr id="2794" name="Google Shape;2794;p69"/>
            <p:cNvSpPr/>
            <p:nvPr/>
          </p:nvSpPr>
          <p:spPr>
            <a:xfrm>
              <a:off x="3681125" y="1846650"/>
              <a:ext cx="515500" cy="471375"/>
            </a:xfrm>
            <a:custGeom>
              <a:avLst/>
              <a:gdLst/>
              <a:ahLst/>
              <a:cxnLst/>
              <a:rect l="l" t="t" r="r" b="b"/>
              <a:pathLst>
                <a:path w="20620" h="18855" extrusionOk="0">
                  <a:moveTo>
                    <a:pt x="9854" y="228"/>
                  </a:moveTo>
                  <a:cubicBezTo>
                    <a:pt x="11621" y="228"/>
                    <a:pt x="13416" y="541"/>
                    <a:pt x="14988" y="1401"/>
                  </a:cubicBezTo>
                  <a:cubicBezTo>
                    <a:pt x="16984" y="2533"/>
                    <a:pt x="18415" y="4559"/>
                    <a:pt x="19219" y="6674"/>
                  </a:cubicBezTo>
                  <a:cubicBezTo>
                    <a:pt x="20024" y="8611"/>
                    <a:pt x="20173" y="10786"/>
                    <a:pt x="19666" y="12842"/>
                  </a:cubicBezTo>
                  <a:cubicBezTo>
                    <a:pt x="18542" y="17002"/>
                    <a:pt x="14415" y="18633"/>
                    <a:pt x="10396" y="18633"/>
                  </a:cubicBezTo>
                  <a:cubicBezTo>
                    <a:pt x="9089" y="18633"/>
                    <a:pt x="7793" y="18461"/>
                    <a:pt x="6615" y="18146"/>
                  </a:cubicBezTo>
                  <a:cubicBezTo>
                    <a:pt x="5423" y="17818"/>
                    <a:pt x="4261" y="17371"/>
                    <a:pt x="3188" y="16746"/>
                  </a:cubicBezTo>
                  <a:cubicBezTo>
                    <a:pt x="2414" y="16329"/>
                    <a:pt x="1728" y="15733"/>
                    <a:pt x="1222" y="15047"/>
                  </a:cubicBezTo>
                  <a:cubicBezTo>
                    <a:pt x="983" y="14630"/>
                    <a:pt x="834" y="14153"/>
                    <a:pt x="775" y="13647"/>
                  </a:cubicBezTo>
                  <a:cubicBezTo>
                    <a:pt x="656" y="12991"/>
                    <a:pt x="566" y="12306"/>
                    <a:pt x="507" y="11621"/>
                  </a:cubicBezTo>
                  <a:cubicBezTo>
                    <a:pt x="209" y="7986"/>
                    <a:pt x="864" y="3665"/>
                    <a:pt x="4172" y="1520"/>
                  </a:cubicBezTo>
                  <a:cubicBezTo>
                    <a:pt x="4621" y="1239"/>
                    <a:pt x="5096" y="1011"/>
                    <a:pt x="5573" y="812"/>
                  </a:cubicBezTo>
                  <a:lnTo>
                    <a:pt x="5573" y="812"/>
                  </a:lnTo>
                  <a:cubicBezTo>
                    <a:pt x="5582" y="810"/>
                    <a:pt x="5592" y="807"/>
                    <a:pt x="5602" y="805"/>
                  </a:cubicBezTo>
                  <a:cubicBezTo>
                    <a:pt x="6615" y="507"/>
                    <a:pt x="7688" y="328"/>
                    <a:pt x="8731" y="268"/>
                  </a:cubicBezTo>
                  <a:cubicBezTo>
                    <a:pt x="9102" y="242"/>
                    <a:pt x="9478" y="228"/>
                    <a:pt x="9854" y="228"/>
                  </a:cubicBezTo>
                  <a:close/>
                  <a:moveTo>
                    <a:pt x="10006" y="1"/>
                  </a:moveTo>
                  <a:cubicBezTo>
                    <a:pt x="8568" y="1"/>
                    <a:pt x="7129" y="215"/>
                    <a:pt x="5811" y="566"/>
                  </a:cubicBezTo>
                  <a:lnTo>
                    <a:pt x="5615" y="610"/>
                  </a:lnTo>
                  <a:lnTo>
                    <a:pt x="5615" y="610"/>
                  </a:lnTo>
                  <a:cubicBezTo>
                    <a:pt x="5614" y="610"/>
                    <a:pt x="5613" y="610"/>
                    <a:pt x="5613" y="610"/>
                  </a:cubicBezTo>
                  <a:cubicBezTo>
                    <a:pt x="5581" y="610"/>
                    <a:pt x="5546" y="615"/>
                    <a:pt x="5513" y="626"/>
                  </a:cubicBezTo>
                  <a:cubicBezTo>
                    <a:pt x="3546" y="1371"/>
                    <a:pt x="1937" y="2861"/>
                    <a:pt x="1073" y="4797"/>
                  </a:cubicBezTo>
                  <a:cubicBezTo>
                    <a:pt x="328" y="6585"/>
                    <a:pt x="0" y="8522"/>
                    <a:pt x="90" y="10488"/>
                  </a:cubicBezTo>
                  <a:cubicBezTo>
                    <a:pt x="90" y="11859"/>
                    <a:pt x="268" y="13230"/>
                    <a:pt x="596" y="14571"/>
                  </a:cubicBezTo>
                  <a:cubicBezTo>
                    <a:pt x="834" y="15226"/>
                    <a:pt x="1281" y="15822"/>
                    <a:pt x="1848" y="16209"/>
                  </a:cubicBezTo>
                  <a:cubicBezTo>
                    <a:pt x="2771" y="16895"/>
                    <a:pt x="3784" y="17461"/>
                    <a:pt x="4857" y="17848"/>
                  </a:cubicBezTo>
                  <a:cubicBezTo>
                    <a:pt x="6586" y="18515"/>
                    <a:pt x="8402" y="18854"/>
                    <a:pt x="10220" y="18854"/>
                  </a:cubicBezTo>
                  <a:cubicBezTo>
                    <a:pt x="11410" y="18854"/>
                    <a:pt x="12600" y="18709"/>
                    <a:pt x="13766" y="18414"/>
                  </a:cubicBezTo>
                  <a:cubicBezTo>
                    <a:pt x="16120" y="17818"/>
                    <a:pt x="18266" y="16537"/>
                    <a:pt x="19428" y="14392"/>
                  </a:cubicBezTo>
                  <a:cubicBezTo>
                    <a:pt x="20381" y="12455"/>
                    <a:pt x="20619" y="10280"/>
                    <a:pt x="20113" y="8194"/>
                  </a:cubicBezTo>
                  <a:cubicBezTo>
                    <a:pt x="19636" y="5930"/>
                    <a:pt x="18444" y="3874"/>
                    <a:pt x="16746" y="2265"/>
                  </a:cubicBezTo>
                  <a:cubicBezTo>
                    <a:pt x="14921" y="628"/>
                    <a:pt x="12467" y="1"/>
                    <a:pt x="100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69"/>
            <p:cNvSpPr/>
            <p:nvPr/>
          </p:nvSpPr>
          <p:spPr>
            <a:xfrm>
              <a:off x="3748900" y="1895900"/>
              <a:ext cx="391850" cy="374500"/>
            </a:xfrm>
            <a:custGeom>
              <a:avLst/>
              <a:gdLst/>
              <a:ahLst/>
              <a:cxnLst/>
              <a:rect l="l" t="t" r="r" b="b"/>
              <a:pathLst>
                <a:path w="15674" h="14980" extrusionOk="0">
                  <a:moveTo>
                    <a:pt x="6437" y="198"/>
                  </a:moveTo>
                  <a:cubicBezTo>
                    <a:pt x="8838" y="198"/>
                    <a:pt x="11362" y="1635"/>
                    <a:pt x="12992" y="3304"/>
                  </a:cubicBezTo>
                  <a:cubicBezTo>
                    <a:pt x="13946" y="4287"/>
                    <a:pt x="14869" y="5509"/>
                    <a:pt x="15227" y="6880"/>
                  </a:cubicBezTo>
                  <a:cubicBezTo>
                    <a:pt x="15316" y="7237"/>
                    <a:pt x="15316" y="7625"/>
                    <a:pt x="15227" y="8012"/>
                  </a:cubicBezTo>
                  <a:cubicBezTo>
                    <a:pt x="15078" y="8429"/>
                    <a:pt x="14929" y="8846"/>
                    <a:pt x="14750" y="9234"/>
                  </a:cubicBezTo>
                  <a:cubicBezTo>
                    <a:pt x="13618" y="11796"/>
                    <a:pt x="11502" y="14657"/>
                    <a:pt x="8463" y="14776"/>
                  </a:cubicBezTo>
                  <a:cubicBezTo>
                    <a:pt x="8351" y="14783"/>
                    <a:pt x="8239" y="14787"/>
                    <a:pt x="8128" y="14787"/>
                  </a:cubicBezTo>
                  <a:cubicBezTo>
                    <a:pt x="7813" y="14787"/>
                    <a:pt x="7499" y="14757"/>
                    <a:pt x="7185" y="14699"/>
                  </a:cubicBezTo>
                  <a:lnTo>
                    <a:pt x="7185" y="14699"/>
                  </a:lnTo>
                  <a:cubicBezTo>
                    <a:pt x="7176" y="14694"/>
                    <a:pt x="7165" y="14690"/>
                    <a:pt x="7152" y="14686"/>
                  </a:cubicBezTo>
                  <a:cubicBezTo>
                    <a:pt x="6437" y="14478"/>
                    <a:pt x="5781" y="14210"/>
                    <a:pt x="5156" y="13882"/>
                  </a:cubicBezTo>
                  <a:cubicBezTo>
                    <a:pt x="3785" y="13256"/>
                    <a:pt x="2623" y="12332"/>
                    <a:pt x="1729" y="11141"/>
                  </a:cubicBezTo>
                  <a:cubicBezTo>
                    <a:pt x="686" y="9681"/>
                    <a:pt x="448" y="7833"/>
                    <a:pt x="686" y="6105"/>
                  </a:cubicBezTo>
                  <a:cubicBezTo>
                    <a:pt x="865" y="4347"/>
                    <a:pt x="1669" y="2708"/>
                    <a:pt x="2951" y="1516"/>
                  </a:cubicBezTo>
                  <a:cubicBezTo>
                    <a:pt x="3986" y="582"/>
                    <a:pt x="5195" y="198"/>
                    <a:pt x="6437" y="198"/>
                  </a:cubicBezTo>
                  <a:close/>
                  <a:moveTo>
                    <a:pt x="6457" y="0"/>
                  </a:moveTo>
                  <a:cubicBezTo>
                    <a:pt x="5636" y="0"/>
                    <a:pt x="4821" y="151"/>
                    <a:pt x="4053" y="503"/>
                  </a:cubicBezTo>
                  <a:cubicBezTo>
                    <a:pt x="2474" y="1278"/>
                    <a:pt x="1282" y="2678"/>
                    <a:pt x="716" y="4317"/>
                  </a:cubicBezTo>
                  <a:cubicBezTo>
                    <a:pt x="60" y="6105"/>
                    <a:pt x="1" y="8042"/>
                    <a:pt x="597" y="9859"/>
                  </a:cubicBezTo>
                  <a:cubicBezTo>
                    <a:pt x="1550" y="12422"/>
                    <a:pt x="4172" y="14090"/>
                    <a:pt x="6705" y="14835"/>
                  </a:cubicBezTo>
                  <a:lnTo>
                    <a:pt x="6871" y="14863"/>
                  </a:lnTo>
                  <a:lnTo>
                    <a:pt x="6871" y="14863"/>
                  </a:lnTo>
                  <a:cubicBezTo>
                    <a:pt x="6875" y="14864"/>
                    <a:pt x="6879" y="14864"/>
                    <a:pt x="6884" y="14865"/>
                  </a:cubicBezTo>
                  <a:cubicBezTo>
                    <a:pt x="6884" y="14865"/>
                    <a:pt x="6884" y="14865"/>
                    <a:pt x="6884" y="14865"/>
                  </a:cubicBezTo>
                  <a:lnTo>
                    <a:pt x="6884" y="14865"/>
                  </a:lnTo>
                  <a:cubicBezTo>
                    <a:pt x="6884" y="14865"/>
                    <a:pt x="6884" y="14865"/>
                    <a:pt x="6885" y="14865"/>
                  </a:cubicBezTo>
                  <a:lnTo>
                    <a:pt x="6885" y="14865"/>
                  </a:lnTo>
                  <a:cubicBezTo>
                    <a:pt x="7274" y="14942"/>
                    <a:pt x="7666" y="14979"/>
                    <a:pt x="8054" y="14979"/>
                  </a:cubicBezTo>
                  <a:cubicBezTo>
                    <a:pt x="9328" y="14979"/>
                    <a:pt x="10571" y="14576"/>
                    <a:pt x="11621" y="13822"/>
                  </a:cubicBezTo>
                  <a:cubicBezTo>
                    <a:pt x="12843" y="12869"/>
                    <a:pt x="13856" y="11677"/>
                    <a:pt x="14571" y="10306"/>
                  </a:cubicBezTo>
                  <a:cubicBezTo>
                    <a:pt x="14869" y="9770"/>
                    <a:pt x="15137" y="9204"/>
                    <a:pt x="15346" y="8638"/>
                  </a:cubicBezTo>
                  <a:cubicBezTo>
                    <a:pt x="15525" y="8310"/>
                    <a:pt x="15614" y="7923"/>
                    <a:pt x="15674" y="7535"/>
                  </a:cubicBezTo>
                  <a:cubicBezTo>
                    <a:pt x="15674" y="7029"/>
                    <a:pt x="15555" y="6492"/>
                    <a:pt x="15316" y="6045"/>
                  </a:cubicBezTo>
                  <a:cubicBezTo>
                    <a:pt x="15018" y="5360"/>
                    <a:pt x="14631" y="4734"/>
                    <a:pt x="14184" y="4168"/>
                  </a:cubicBezTo>
                  <a:cubicBezTo>
                    <a:pt x="13022" y="2649"/>
                    <a:pt x="11502" y="1457"/>
                    <a:pt x="9744" y="712"/>
                  </a:cubicBezTo>
                  <a:cubicBezTo>
                    <a:pt x="8712" y="282"/>
                    <a:pt x="7580" y="0"/>
                    <a:pt x="6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69"/>
            <p:cNvSpPr/>
            <p:nvPr/>
          </p:nvSpPr>
          <p:spPr>
            <a:xfrm>
              <a:off x="3786900" y="1956875"/>
              <a:ext cx="286075" cy="248100"/>
            </a:xfrm>
            <a:custGeom>
              <a:avLst/>
              <a:gdLst/>
              <a:ahLst/>
              <a:cxnLst/>
              <a:rect l="l" t="t" r="r" b="b"/>
              <a:pathLst>
                <a:path w="11443" h="9924" extrusionOk="0">
                  <a:moveTo>
                    <a:pt x="6972" y="217"/>
                  </a:moveTo>
                  <a:cubicBezTo>
                    <a:pt x="7693" y="217"/>
                    <a:pt x="8417" y="390"/>
                    <a:pt x="9058" y="686"/>
                  </a:cubicBezTo>
                  <a:cubicBezTo>
                    <a:pt x="9565" y="954"/>
                    <a:pt x="9803" y="1580"/>
                    <a:pt x="10072" y="2087"/>
                  </a:cubicBezTo>
                  <a:cubicBezTo>
                    <a:pt x="11055" y="4113"/>
                    <a:pt x="11442" y="6765"/>
                    <a:pt x="9535" y="8404"/>
                  </a:cubicBezTo>
                  <a:cubicBezTo>
                    <a:pt x="9058" y="8731"/>
                    <a:pt x="8552" y="9000"/>
                    <a:pt x="8016" y="9238"/>
                  </a:cubicBezTo>
                  <a:cubicBezTo>
                    <a:pt x="7333" y="9560"/>
                    <a:pt x="6591" y="9713"/>
                    <a:pt x="5849" y="9713"/>
                  </a:cubicBezTo>
                  <a:cubicBezTo>
                    <a:pt x="5425" y="9713"/>
                    <a:pt x="5001" y="9663"/>
                    <a:pt x="4589" y="9566"/>
                  </a:cubicBezTo>
                  <a:cubicBezTo>
                    <a:pt x="2503" y="8910"/>
                    <a:pt x="715" y="6526"/>
                    <a:pt x="954" y="4292"/>
                  </a:cubicBezTo>
                  <a:cubicBezTo>
                    <a:pt x="1252" y="1699"/>
                    <a:pt x="4172" y="329"/>
                    <a:pt x="6526" y="239"/>
                  </a:cubicBezTo>
                  <a:cubicBezTo>
                    <a:pt x="6674" y="224"/>
                    <a:pt x="6823" y="217"/>
                    <a:pt x="6972" y="217"/>
                  </a:cubicBezTo>
                  <a:close/>
                  <a:moveTo>
                    <a:pt x="7062" y="1"/>
                  </a:moveTo>
                  <a:cubicBezTo>
                    <a:pt x="5781" y="1"/>
                    <a:pt x="4500" y="269"/>
                    <a:pt x="3338" y="865"/>
                  </a:cubicBezTo>
                  <a:cubicBezTo>
                    <a:pt x="2205" y="1461"/>
                    <a:pt x="1133" y="2355"/>
                    <a:pt x="745" y="3606"/>
                  </a:cubicBezTo>
                  <a:cubicBezTo>
                    <a:pt x="0" y="5930"/>
                    <a:pt x="1639" y="8463"/>
                    <a:pt x="3695" y="9476"/>
                  </a:cubicBezTo>
                  <a:cubicBezTo>
                    <a:pt x="4309" y="9788"/>
                    <a:pt x="4984" y="9923"/>
                    <a:pt x="5671" y="9923"/>
                  </a:cubicBezTo>
                  <a:cubicBezTo>
                    <a:pt x="7139" y="9923"/>
                    <a:pt x="8669" y="9308"/>
                    <a:pt x="9805" y="8484"/>
                  </a:cubicBezTo>
                  <a:lnTo>
                    <a:pt x="9805" y="8484"/>
                  </a:lnTo>
                  <a:cubicBezTo>
                    <a:pt x="9816" y="8477"/>
                    <a:pt x="9826" y="8471"/>
                    <a:pt x="9833" y="8463"/>
                  </a:cubicBezTo>
                  <a:lnTo>
                    <a:pt x="9833" y="8463"/>
                  </a:lnTo>
                  <a:cubicBezTo>
                    <a:pt x="9833" y="8463"/>
                    <a:pt x="9833" y="8463"/>
                    <a:pt x="9833" y="8463"/>
                  </a:cubicBezTo>
                  <a:cubicBezTo>
                    <a:pt x="9865" y="8447"/>
                    <a:pt x="9879" y="8434"/>
                    <a:pt x="9880" y="8424"/>
                  </a:cubicBezTo>
                  <a:lnTo>
                    <a:pt x="9880" y="8424"/>
                  </a:lnTo>
                  <a:cubicBezTo>
                    <a:pt x="10774" y="7650"/>
                    <a:pt x="11264" y="6536"/>
                    <a:pt x="11293" y="5364"/>
                  </a:cubicBezTo>
                  <a:cubicBezTo>
                    <a:pt x="11263" y="4292"/>
                    <a:pt x="11025" y="3249"/>
                    <a:pt x="10578" y="2295"/>
                  </a:cubicBezTo>
                  <a:cubicBezTo>
                    <a:pt x="10429" y="1938"/>
                    <a:pt x="10250" y="1580"/>
                    <a:pt x="10042" y="1252"/>
                  </a:cubicBezTo>
                  <a:cubicBezTo>
                    <a:pt x="9923" y="1014"/>
                    <a:pt x="9774" y="805"/>
                    <a:pt x="9565" y="627"/>
                  </a:cubicBezTo>
                  <a:cubicBezTo>
                    <a:pt x="8880" y="120"/>
                    <a:pt x="7896" y="31"/>
                    <a:pt x="70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00"/>
        <p:cNvGrpSpPr/>
        <p:nvPr/>
      </p:nvGrpSpPr>
      <p:grpSpPr>
        <a:xfrm>
          <a:off x="0" y="0"/>
          <a:ext cx="0" cy="0"/>
          <a:chOff x="0" y="0"/>
          <a:chExt cx="0" cy="0"/>
        </a:xfrm>
      </p:grpSpPr>
      <p:sp>
        <p:nvSpPr>
          <p:cNvPr id="2801" name="Google Shape;2801;p70"/>
          <p:cNvSpPr/>
          <p:nvPr/>
        </p:nvSpPr>
        <p:spPr>
          <a:xfrm rot="10800000">
            <a:off x="910119" y="3048900"/>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70"/>
          <p:cNvSpPr/>
          <p:nvPr/>
        </p:nvSpPr>
        <p:spPr>
          <a:xfrm rot="10800000">
            <a:off x="3132055" y="4563316"/>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70"/>
          <p:cNvSpPr/>
          <p:nvPr/>
        </p:nvSpPr>
        <p:spPr>
          <a:xfrm rot="10800000">
            <a:off x="5355124" y="102619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70"/>
          <p:cNvSpPr/>
          <p:nvPr/>
        </p:nvSpPr>
        <p:spPr>
          <a:xfrm rot="10800000">
            <a:off x="4385977" y="2114424"/>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5" name="Google Shape;2805;p70"/>
          <p:cNvGrpSpPr/>
          <p:nvPr/>
        </p:nvGrpSpPr>
        <p:grpSpPr>
          <a:xfrm rot="-7803555">
            <a:off x="4543936" y="4193230"/>
            <a:ext cx="740371" cy="757532"/>
            <a:chOff x="4391775" y="4244400"/>
            <a:chExt cx="715125" cy="731700"/>
          </a:xfrm>
        </p:grpSpPr>
        <p:sp>
          <p:nvSpPr>
            <p:cNvPr id="2806" name="Google Shape;2806;p70"/>
            <p:cNvSpPr/>
            <p:nvPr/>
          </p:nvSpPr>
          <p:spPr>
            <a:xfrm>
              <a:off x="4391775" y="4244400"/>
              <a:ext cx="715125" cy="731700"/>
            </a:xfrm>
            <a:custGeom>
              <a:avLst/>
              <a:gdLst/>
              <a:ahLst/>
              <a:cxnLst/>
              <a:rect l="l" t="t" r="r" b="b"/>
              <a:pathLst>
                <a:path w="28605" h="29268" extrusionOk="0">
                  <a:moveTo>
                    <a:pt x="15770" y="550"/>
                  </a:moveTo>
                  <a:cubicBezTo>
                    <a:pt x="16901" y="550"/>
                    <a:pt x="18030" y="688"/>
                    <a:pt x="19130" y="988"/>
                  </a:cubicBezTo>
                  <a:cubicBezTo>
                    <a:pt x="27056" y="3134"/>
                    <a:pt x="28605" y="12907"/>
                    <a:pt x="26758" y="19820"/>
                  </a:cubicBezTo>
                  <a:cubicBezTo>
                    <a:pt x="26311" y="21548"/>
                    <a:pt x="25625" y="23217"/>
                    <a:pt x="24731" y="24766"/>
                  </a:cubicBezTo>
                  <a:cubicBezTo>
                    <a:pt x="24106" y="25809"/>
                    <a:pt x="23331" y="26912"/>
                    <a:pt x="22288" y="27597"/>
                  </a:cubicBezTo>
                  <a:cubicBezTo>
                    <a:pt x="21692" y="27954"/>
                    <a:pt x="21007" y="28163"/>
                    <a:pt x="20292" y="28252"/>
                  </a:cubicBezTo>
                  <a:cubicBezTo>
                    <a:pt x="19308" y="28431"/>
                    <a:pt x="18355" y="28550"/>
                    <a:pt x="17372" y="28640"/>
                  </a:cubicBezTo>
                  <a:cubicBezTo>
                    <a:pt x="16627" y="28703"/>
                    <a:pt x="15862" y="28738"/>
                    <a:pt x="15089" y="28738"/>
                  </a:cubicBezTo>
                  <a:cubicBezTo>
                    <a:pt x="10415" y="28738"/>
                    <a:pt x="5434" y="27452"/>
                    <a:pt x="2801" y="23336"/>
                  </a:cubicBezTo>
                  <a:cubicBezTo>
                    <a:pt x="2364" y="22665"/>
                    <a:pt x="2012" y="21966"/>
                    <a:pt x="1746" y="21239"/>
                  </a:cubicBezTo>
                  <a:lnTo>
                    <a:pt x="1746" y="21239"/>
                  </a:lnTo>
                  <a:cubicBezTo>
                    <a:pt x="1307" y="19763"/>
                    <a:pt x="1072" y="18286"/>
                    <a:pt x="983" y="16751"/>
                  </a:cubicBezTo>
                  <a:cubicBezTo>
                    <a:pt x="745" y="13682"/>
                    <a:pt x="1103" y="10464"/>
                    <a:pt x="2622" y="7752"/>
                  </a:cubicBezTo>
                  <a:cubicBezTo>
                    <a:pt x="4231" y="4832"/>
                    <a:pt x="7151" y="2806"/>
                    <a:pt x="10191" y="1614"/>
                  </a:cubicBezTo>
                  <a:cubicBezTo>
                    <a:pt x="11966" y="942"/>
                    <a:pt x="13870" y="550"/>
                    <a:pt x="15770" y="550"/>
                  </a:cubicBezTo>
                  <a:close/>
                  <a:moveTo>
                    <a:pt x="15687" y="0"/>
                  </a:moveTo>
                  <a:cubicBezTo>
                    <a:pt x="14592" y="0"/>
                    <a:pt x="13493" y="128"/>
                    <a:pt x="12425" y="363"/>
                  </a:cubicBezTo>
                  <a:cubicBezTo>
                    <a:pt x="9267" y="1078"/>
                    <a:pt x="6049" y="2746"/>
                    <a:pt x="3874" y="5190"/>
                  </a:cubicBezTo>
                  <a:cubicBezTo>
                    <a:pt x="119" y="9391"/>
                    <a:pt x="0" y="15827"/>
                    <a:pt x="1401" y="20982"/>
                  </a:cubicBezTo>
                  <a:cubicBezTo>
                    <a:pt x="1430" y="21101"/>
                    <a:pt x="1460" y="21220"/>
                    <a:pt x="1490" y="21340"/>
                  </a:cubicBezTo>
                  <a:cubicBezTo>
                    <a:pt x="1505" y="21394"/>
                    <a:pt x="1525" y="21439"/>
                    <a:pt x="1548" y="21472"/>
                  </a:cubicBezTo>
                  <a:lnTo>
                    <a:pt x="1548" y="21472"/>
                  </a:lnTo>
                  <a:cubicBezTo>
                    <a:pt x="2629" y="24299"/>
                    <a:pt x="4762" y="26594"/>
                    <a:pt x="7509" y="27805"/>
                  </a:cubicBezTo>
                  <a:cubicBezTo>
                    <a:pt x="9968" y="28920"/>
                    <a:pt x="12700" y="29267"/>
                    <a:pt x="15365" y="29267"/>
                  </a:cubicBezTo>
                  <a:cubicBezTo>
                    <a:pt x="15478" y="29267"/>
                    <a:pt x="15591" y="29267"/>
                    <a:pt x="15703" y="29265"/>
                  </a:cubicBezTo>
                  <a:cubicBezTo>
                    <a:pt x="17699" y="29265"/>
                    <a:pt x="19696" y="28997"/>
                    <a:pt x="21603" y="28521"/>
                  </a:cubicBezTo>
                  <a:cubicBezTo>
                    <a:pt x="22586" y="28252"/>
                    <a:pt x="23361" y="27478"/>
                    <a:pt x="23957" y="26703"/>
                  </a:cubicBezTo>
                  <a:cubicBezTo>
                    <a:pt x="24970" y="25392"/>
                    <a:pt x="25774" y="23932"/>
                    <a:pt x="26340" y="22353"/>
                  </a:cubicBezTo>
                  <a:cubicBezTo>
                    <a:pt x="27920" y="18270"/>
                    <a:pt x="28218" y="13771"/>
                    <a:pt x="27145" y="9510"/>
                  </a:cubicBezTo>
                  <a:cubicBezTo>
                    <a:pt x="26281" y="6143"/>
                    <a:pt x="24463" y="3015"/>
                    <a:pt x="21335" y="1346"/>
                  </a:cubicBezTo>
                  <a:cubicBezTo>
                    <a:pt x="19595" y="409"/>
                    <a:pt x="17647" y="0"/>
                    <a:pt x="156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70"/>
            <p:cNvSpPr/>
            <p:nvPr/>
          </p:nvSpPr>
          <p:spPr>
            <a:xfrm>
              <a:off x="4434225" y="4314550"/>
              <a:ext cx="592225" cy="558725"/>
            </a:xfrm>
            <a:custGeom>
              <a:avLst/>
              <a:gdLst/>
              <a:ahLst/>
              <a:cxnLst/>
              <a:rect l="l" t="t" r="r" b="b"/>
              <a:pathLst>
                <a:path w="23689" h="22349" extrusionOk="0">
                  <a:moveTo>
                    <a:pt x="12524" y="547"/>
                  </a:moveTo>
                  <a:cubicBezTo>
                    <a:pt x="12794" y="547"/>
                    <a:pt x="13064" y="585"/>
                    <a:pt x="13320" y="656"/>
                  </a:cubicBezTo>
                  <a:cubicBezTo>
                    <a:pt x="13916" y="864"/>
                    <a:pt x="14512" y="1073"/>
                    <a:pt x="15108" y="1341"/>
                  </a:cubicBezTo>
                  <a:cubicBezTo>
                    <a:pt x="18773" y="2980"/>
                    <a:pt x="22914" y="6019"/>
                    <a:pt x="23093" y="10429"/>
                  </a:cubicBezTo>
                  <a:cubicBezTo>
                    <a:pt x="23122" y="11027"/>
                    <a:pt x="23068" y="11653"/>
                    <a:pt x="22959" y="12253"/>
                  </a:cubicBezTo>
                  <a:lnTo>
                    <a:pt x="22959" y="12253"/>
                  </a:lnTo>
                  <a:cubicBezTo>
                    <a:pt x="22942" y="12268"/>
                    <a:pt x="22927" y="12294"/>
                    <a:pt x="22914" y="12336"/>
                  </a:cubicBezTo>
                  <a:cubicBezTo>
                    <a:pt x="22646" y="13349"/>
                    <a:pt x="22259" y="14302"/>
                    <a:pt x="21782" y="15226"/>
                  </a:cubicBezTo>
                  <a:cubicBezTo>
                    <a:pt x="20888" y="17193"/>
                    <a:pt x="19517" y="18861"/>
                    <a:pt x="17789" y="20172"/>
                  </a:cubicBezTo>
                  <a:cubicBezTo>
                    <a:pt x="16182" y="21320"/>
                    <a:pt x="14240" y="21778"/>
                    <a:pt x="12274" y="21778"/>
                  </a:cubicBezTo>
                  <a:cubicBezTo>
                    <a:pt x="11688" y="21778"/>
                    <a:pt x="11100" y="21737"/>
                    <a:pt x="10519" y="21662"/>
                  </a:cubicBezTo>
                  <a:cubicBezTo>
                    <a:pt x="8016" y="21305"/>
                    <a:pt x="5602" y="20262"/>
                    <a:pt x="3934" y="18385"/>
                  </a:cubicBezTo>
                  <a:cubicBezTo>
                    <a:pt x="1" y="14004"/>
                    <a:pt x="2861" y="7449"/>
                    <a:pt x="6526" y="3874"/>
                  </a:cubicBezTo>
                  <a:cubicBezTo>
                    <a:pt x="7956" y="2503"/>
                    <a:pt x="9714" y="1192"/>
                    <a:pt x="11651" y="685"/>
                  </a:cubicBezTo>
                  <a:cubicBezTo>
                    <a:pt x="11931" y="592"/>
                    <a:pt x="12228" y="547"/>
                    <a:pt x="12524" y="547"/>
                  </a:cubicBezTo>
                  <a:close/>
                  <a:moveTo>
                    <a:pt x="12634" y="0"/>
                  </a:moveTo>
                  <a:cubicBezTo>
                    <a:pt x="11889" y="0"/>
                    <a:pt x="11145" y="179"/>
                    <a:pt x="10459" y="536"/>
                  </a:cubicBezTo>
                  <a:cubicBezTo>
                    <a:pt x="9506" y="954"/>
                    <a:pt x="8612" y="1490"/>
                    <a:pt x="7778" y="2145"/>
                  </a:cubicBezTo>
                  <a:cubicBezTo>
                    <a:pt x="5573" y="3814"/>
                    <a:pt x="3844" y="6019"/>
                    <a:pt x="2772" y="8552"/>
                  </a:cubicBezTo>
                  <a:cubicBezTo>
                    <a:pt x="1699" y="11144"/>
                    <a:pt x="1282" y="14124"/>
                    <a:pt x="2474" y="16776"/>
                  </a:cubicBezTo>
                  <a:cubicBezTo>
                    <a:pt x="3546" y="19070"/>
                    <a:pt x="5662" y="20709"/>
                    <a:pt x="8016" y="21543"/>
                  </a:cubicBezTo>
                  <a:cubicBezTo>
                    <a:pt x="9374" y="22056"/>
                    <a:pt x="10907" y="22349"/>
                    <a:pt x="12430" y="22349"/>
                  </a:cubicBezTo>
                  <a:cubicBezTo>
                    <a:pt x="13648" y="22349"/>
                    <a:pt x="14860" y="22162"/>
                    <a:pt x="15972" y="21752"/>
                  </a:cubicBezTo>
                  <a:cubicBezTo>
                    <a:pt x="19696" y="20381"/>
                    <a:pt x="22080" y="16567"/>
                    <a:pt x="23153" y="12932"/>
                  </a:cubicBezTo>
                  <a:cubicBezTo>
                    <a:pt x="23182" y="12842"/>
                    <a:pt x="23212" y="12753"/>
                    <a:pt x="23212" y="12664"/>
                  </a:cubicBezTo>
                  <a:cubicBezTo>
                    <a:pt x="23689" y="10280"/>
                    <a:pt x="23123" y="7807"/>
                    <a:pt x="21693" y="5840"/>
                  </a:cubicBezTo>
                  <a:cubicBezTo>
                    <a:pt x="20352" y="4082"/>
                    <a:pt x="18624" y="2622"/>
                    <a:pt x="16627" y="1609"/>
                  </a:cubicBezTo>
                  <a:cubicBezTo>
                    <a:pt x="15852" y="1162"/>
                    <a:pt x="15048" y="805"/>
                    <a:pt x="14214" y="477"/>
                  </a:cubicBezTo>
                  <a:cubicBezTo>
                    <a:pt x="13737" y="238"/>
                    <a:pt x="13201" y="89"/>
                    <a:pt x="126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70"/>
            <p:cNvSpPr/>
            <p:nvPr/>
          </p:nvSpPr>
          <p:spPr>
            <a:xfrm>
              <a:off x="4566075" y="4418825"/>
              <a:ext cx="377700" cy="387475"/>
            </a:xfrm>
            <a:custGeom>
              <a:avLst/>
              <a:gdLst/>
              <a:ahLst/>
              <a:cxnLst/>
              <a:rect l="l" t="t" r="r" b="b"/>
              <a:pathLst>
                <a:path w="15108" h="15499" extrusionOk="0">
                  <a:moveTo>
                    <a:pt x="7661" y="581"/>
                  </a:moveTo>
                  <a:cubicBezTo>
                    <a:pt x="9320" y="581"/>
                    <a:pt x="10910" y="1118"/>
                    <a:pt x="12128" y="2533"/>
                  </a:cubicBezTo>
                  <a:cubicBezTo>
                    <a:pt x="12575" y="3219"/>
                    <a:pt x="12992" y="3934"/>
                    <a:pt x="13290" y="4708"/>
                  </a:cubicBezTo>
                  <a:cubicBezTo>
                    <a:pt x="13945" y="6258"/>
                    <a:pt x="14273" y="8016"/>
                    <a:pt x="13767" y="9655"/>
                  </a:cubicBezTo>
                  <a:cubicBezTo>
                    <a:pt x="12900" y="12505"/>
                    <a:pt x="9807" y="14962"/>
                    <a:pt x="6796" y="14962"/>
                  </a:cubicBezTo>
                  <a:cubicBezTo>
                    <a:pt x="6596" y="14962"/>
                    <a:pt x="6397" y="14951"/>
                    <a:pt x="6198" y="14929"/>
                  </a:cubicBezTo>
                  <a:cubicBezTo>
                    <a:pt x="2414" y="14512"/>
                    <a:pt x="448" y="10251"/>
                    <a:pt x="328" y="6884"/>
                  </a:cubicBezTo>
                  <a:cubicBezTo>
                    <a:pt x="269" y="5662"/>
                    <a:pt x="388" y="4262"/>
                    <a:pt x="984" y="3189"/>
                  </a:cubicBezTo>
                  <a:cubicBezTo>
                    <a:pt x="1371" y="2474"/>
                    <a:pt x="2265" y="2116"/>
                    <a:pt x="2980" y="1759"/>
                  </a:cubicBezTo>
                  <a:cubicBezTo>
                    <a:pt x="4423" y="1073"/>
                    <a:pt x="6073" y="581"/>
                    <a:pt x="7661" y="581"/>
                  </a:cubicBezTo>
                  <a:close/>
                  <a:moveTo>
                    <a:pt x="7748" y="1"/>
                  </a:moveTo>
                  <a:cubicBezTo>
                    <a:pt x="6198" y="30"/>
                    <a:pt x="4708" y="358"/>
                    <a:pt x="3338" y="1014"/>
                  </a:cubicBezTo>
                  <a:cubicBezTo>
                    <a:pt x="2802" y="1222"/>
                    <a:pt x="2295" y="1490"/>
                    <a:pt x="1788" y="1788"/>
                  </a:cubicBezTo>
                  <a:cubicBezTo>
                    <a:pt x="1461" y="1937"/>
                    <a:pt x="1163" y="2176"/>
                    <a:pt x="924" y="2474"/>
                  </a:cubicBezTo>
                  <a:cubicBezTo>
                    <a:pt x="179" y="3457"/>
                    <a:pt x="60" y="4917"/>
                    <a:pt x="30" y="6079"/>
                  </a:cubicBezTo>
                  <a:cubicBezTo>
                    <a:pt x="1" y="7956"/>
                    <a:pt x="418" y="9774"/>
                    <a:pt x="1252" y="11442"/>
                  </a:cubicBezTo>
                  <a:cubicBezTo>
                    <a:pt x="2116" y="13111"/>
                    <a:pt x="3397" y="14631"/>
                    <a:pt x="5215" y="15227"/>
                  </a:cubicBezTo>
                  <a:cubicBezTo>
                    <a:pt x="5779" y="15413"/>
                    <a:pt x="6351" y="15499"/>
                    <a:pt x="6921" y="15499"/>
                  </a:cubicBezTo>
                  <a:cubicBezTo>
                    <a:pt x="9727" y="15499"/>
                    <a:pt x="12464" y="13417"/>
                    <a:pt x="13677" y="10966"/>
                  </a:cubicBezTo>
                  <a:cubicBezTo>
                    <a:pt x="15107" y="8135"/>
                    <a:pt x="14005" y="4531"/>
                    <a:pt x="12218" y="2117"/>
                  </a:cubicBezTo>
                  <a:lnTo>
                    <a:pt x="12218" y="2117"/>
                  </a:lnTo>
                  <a:cubicBezTo>
                    <a:pt x="12218" y="2117"/>
                    <a:pt x="12218" y="2117"/>
                    <a:pt x="12217" y="2116"/>
                  </a:cubicBezTo>
                  <a:lnTo>
                    <a:pt x="12217" y="2116"/>
                  </a:lnTo>
                  <a:cubicBezTo>
                    <a:pt x="12217" y="2116"/>
                    <a:pt x="12217" y="2116"/>
                    <a:pt x="12217" y="2116"/>
                  </a:cubicBezTo>
                  <a:cubicBezTo>
                    <a:pt x="12208" y="2104"/>
                    <a:pt x="12199" y="2094"/>
                    <a:pt x="12191" y="2085"/>
                  </a:cubicBezTo>
                  <a:lnTo>
                    <a:pt x="12191" y="2085"/>
                  </a:lnTo>
                  <a:cubicBezTo>
                    <a:pt x="11060" y="764"/>
                    <a:pt x="9433" y="30"/>
                    <a:pt x="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09" name="Google Shape;2809;p70"/>
          <p:cNvSpPr txBox="1">
            <a:spLocks noGrp="1"/>
          </p:cNvSpPr>
          <p:nvPr>
            <p:ph type="title"/>
          </p:nvPr>
        </p:nvSpPr>
        <p:spPr>
          <a:xfrm>
            <a:off x="4943675" y="1427650"/>
            <a:ext cx="3028800" cy="138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TABLET MOCKUP</a:t>
            </a:r>
            <a:endParaRPr/>
          </a:p>
        </p:txBody>
      </p:sp>
      <p:sp>
        <p:nvSpPr>
          <p:cNvPr id="2810" name="Google Shape;2810;p70"/>
          <p:cNvSpPr txBox="1">
            <a:spLocks noGrp="1"/>
          </p:cNvSpPr>
          <p:nvPr>
            <p:ph type="subTitle" idx="1"/>
          </p:nvPr>
        </p:nvSpPr>
        <p:spPr>
          <a:xfrm>
            <a:off x="4943675" y="2809875"/>
            <a:ext cx="3028800" cy="100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grpSp>
        <p:nvGrpSpPr>
          <p:cNvPr id="2811" name="Google Shape;2811;p70"/>
          <p:cNvGrpSpPr/>
          <p:nvPr/>
        </p:nvGrpSpPr>
        <p:grpSpPr>
          <a:xfrm>
            <a:off x="1629728" y="939626"/>
            <a:ext cx="2505976" cy="3415992"/>
            <a:chOff x="5223678" y="787756"/>
            <a:chExt cx="2617481" cy="3567988"/>
          </a:xfrm>
        </p:grpSpPr>
        <p:sp>
          <p:nvSpPr>
            <p:cNvPr id="2812" name="Google Shape;2812;p70"/>
            <p:cNvSpPr/>
            <p:nvPr/>
          </p:nvSpPr>
          <p:spPr>
            <a:xfrm>
              <a:off x="6393000" y="4017700"/>
              <a:ext cx="267000" cy="267000"/>
            </a:xfrm>
            <a:prstGeom prst="ellipse">
              <a:avLst/>
            </a:prstGeom>
            <a:solidFill>
              <a:srgbClr val="FFFFFF"/>
            </a:solidFill>
            <a:ln w="1524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3" name="Google Shape;2813;p70"/>
            <p:cNvGrpSpPr/>
            <p:nvPr/>
          </p:nvGrpSpPr>
          <p:grpSpPr>
            <a:xfrm>
              <a:off x="5223678" y="787756"/>
              <a:ext cx="2617481" cy="3567988"/>
              <a:chOff x="5223678" y="787756"/>
              <a:chExt cx="2617481" cy="3567988"/>
            </a:xfrm>
          </p:grpSpPr>
          <p:sp>
            <p:nvSpPr>
              <p:cNvPr id="2814" name="Google Shape;2814;p70"/>
              <p:cNvSpPr/>
              <p:nvPr/>
            </p:nvSpPr>
            <p:spPr>
              <a:xfrm>
                <a:off x="6393000" y="4017700"/>
                <a:ext cx="267000" cy="267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70"/>
              <p:cNvSpPr/>
              <p:nvPr/>
            </p:nvSpPr>
            <p:spPr>
              <a:xfrm>
                <a:off x="5223678" y="787756"/>
                <a:ext cx="2617481" cy="3567988"/>
              </a:xfrm>
              <a:custGeom>
                <a:avLst/>
                <a:gdLst/>
                <a:ahLst/>
                <a:cxnLst/>
                <a:rect l="l" t="t" r="r" b="b"/>
                <a:pathLst>
                  <a:path w="53101" h="72384" extrusionOk="0">
                    <a:moveTo>
                      <a:pt x="26551" y="66082"/>
                    </a:moveTo>
                    <a:cubicBezTo>
                      <a:pt x="27601" y="66082"/>
                      <a:pt x="28483" y="66964"/>
                      <a:pt x="28483" y="68015"/>
                    </a:cubicBezTo>
                    <a:cubicBezTo>
                      <a:pt x="28483" y="69107"/>
                      <a:pt x="27601" y="69947"/>
                      <a:pt x="26551" y="69947"/>
                    </a:cubicBezTo>
                    <a:cubicBezTo>
                      <a:pt x="25459" y="69947"/>
                      <a:pt x="24618" y="69107"/>
                      <a:pt x="24618" y="68015"/>
                    </a:cubicBezTo>
                    <a:cubicBezTo>
                      <a:pt x="24618" y="66964"/>
                      <a:pt x="25459" y="66082"/>
                      <a:pt x="26551" y="66082"/>
                    </a:cubicBezTo>
                    <a:close/>
                    <a:moveTo>
                      <a:pt x="3992" y="1"/>
                    </a:moveTo>
                    <a:cubicBezTo>
                      <a:pt x="1765" y="1"/>
                      <a:pt x="1" y="1765"/>
                      <a:pt x="1" y="3992"/>
                    </a:cubicBezTo>
                    <a:lnTo>
                      <a:pt x="1" y="68393"/>
                    </a:lnTo>
                    <a:cubicBezTo>
                      <a:pt x="1" y="70619"/>
                      <a:pt x="1765" y="72384"/>
                      <a:pt x="3992" y="72384"/>
                    </a:cubicBezTo>
                    <a:lnTo>
                      <a:pt x="49110" y="72384"/>
                    </a:lnTo>
                    <a:cubicBezTo>
                      <a:pt x="51295" y="72384"/>
                      <a:pt x="53101" y="70619"/>
                      <a:pt x="53101" y="68393"/>
                    </a:cubicBezTo>
                    <a:lnTo>
                      <a:pt x="53101" y="3992"/>
                    </a:lnTo>
                    <a:cubicBezTo>
                      <a:pt x="53101" y="1765"/>
                      <a:pt x="51295" y="1"/>
                      <a:pt x="491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0"/>
        <p:cNvGrpSpPr/>
        <p:nvPr/>
      </p:nvGrpSpPr>
      <p:grpSpPr>
        <a:xfrm>
          <a:off x="0" y="0"/>
          <a:ext cx="0" cy="0"/>
          <a:chOff x="0" y="0"/>
          <a:chExt cx="0" cy="0"/>
        </a:xfrm>
      </p:grpSpPr>
      <p:sp>
        <p:nvSpPr>
          <p:cNvPr id="2821" name="Google Shape;2821;p71"/>
          <p:cNvSpPr txBox="1">
            <a:spLocks noGrp="1"/>
          </p:cNvSpPr>
          <p:nvPr>
            <p:ph type="title"/>
          </p:nvPr>
        </p:nvSpPr>
        <p:spPr>
          <a:xfrm>
            <a:off x="1095575" y="1427650"/>
            <a:ext cx="3028800" cy="138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PHONE MOCKUP</a:t>
            </a:r>
            <a:endParaRPr/>
          </a:p>
        </p:txBody>
      </p:sp>
      <p:sp>
        <p:nvSpPr>
          <p:cNvPr id="2822" name="Google Shape;2822;p71"/>
          <p:cNvSpPr txBox="1">
            <a:spLocks noGrp="1"/>
          </p:cNvSpPr>
          <p:nvPr>
            <p:ph type="subTitle" idx="1"/>
          </p:nvPr>
        </p:nvSpPr>
        <p:spPr>
          <a:xfrm>
            <a:off x="1095575" y="2809875"/>
            <a:ext cx="3028800" cy="100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grpSp>
        <p:nvGrpSpPr>
          <p:cNvPr id="2823" name="Google Shape;2823;p71"/>
          <p:cNvGrpSpPr/>
          <p:nvPr/>
        </p:nvGrpSpPr>
        <p:grpSpPr>
          <a:xfrm>
            <a:off x="5295911" y="877009"/>
            <a:ext cx="1823021" cy="3389853"/>
            <a:chOff x="1723980" y="699524"/>
            <a:chExt cx="2013720" cy="3744453"/>
          </a:xfrm>
        </p:grpSpPr>
        <p:sp>
          <p:nvSpPr>
            <p:cNvPr id="2824" name="Google Shape;2824;p71"/>
            <p:cNvSpPr/>
            <p:nvPr/>
          </p:nvSpPr>
          <p:spPr>
            <a:xfrm>
              <a:off x="2559088" y="4016950"/>
              <a:ext cx="343500" cy="343500"/>
            </a:xfrm>
            <a:prstGeom prst="ellipse">
              <a:avLst/>
            </a:prstGeom>
            <a:solidFill>
              <a:srgbClr val="FFFFFF"/>
            </a:solidFill>
            <a:ln w="1524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25" name="Google Shape;2825;p71"/>
            <p:cNvGrpSpPr/>
            <p:nvPr/>
          </p:nvGrpSpPr>
          <p:grpSpPr>
            <a:xfrm>
              <a:off x="1723980" y="699524"/>
              <a:ext cx="2013720" cy="3744453"/>
              <a:chOff x="1723980" y="699524"/>
              <a:chExt cx="2013720" cy="3744453"/>
            </a:xfrm>
          </p:grpSpPr>
          <p:sp>
            <p:nvSpPr>
              <p:cNvPr id="2826" name="Google Shape;2826;p71"/>
              <p:cNvSpPr/>
              <p:nvPr/>
            </p:nvSpPr>
            <p:spPr>
              <a:xfrm>
                <a:off x="2559088" y="4017375"/>
                <a:ext cx="343500" cy="343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71"/>
              <p:cNvSpPr/>
              <p:nvPr/>
            </p:nvSpPr>
            <p:spPr>
              <a:xfrm>
                <a:off x="1723980" y="699524"/>
                <a:ext cx="2013720" cy="3744453"/>
              </a:xfrm>
              <a:custGeom>
                <a:avLst/>
                <a:gdLst/>
                <a:ahLst/>
                <a:cxnLst/>
                <a:rect l="l" t="t" r="r" b="b"/>
                <a:pathLst>
                  <a:path w="43817" h="78727" extrusionOk="0">
                    <a:moveTo>
                      <a:pt x="21887" y="70619"/>
                    </a:moveTo>
                    <a:cubicBezTo>
                      <a:pt x="23442" y="70619"/>
                      <a:pt x="24660" y="71879"/>
                      <a:pt x="24660" y="73391"/>
                    </a:cubicBezTo>
                    <a:cubicBezTo>
                      <a:pt x="24660" y="74946"/>
                      <a:pt x="23442" y="76164"/>
                      <a:pt x="21887" y="76164"/>
                    </a:cubicBezTo>
                    <a:cubicBezTo>
                      <a:pt x="20375" y="76164"/>
                      <a:pt x="19115" y="74946"/>
                      <a:pt x="19115" y="73391"/>
                    </a:cubicBezTo>
                    <a:cubicBezTo>
                      <a:pt x="19115" y="71879"/>
                      <a:pt x="20375" y="70619"/>
                      <a:pt x="21887" y="70619"/>
                    </a:cubicBezTo>
                    <a:close/>
                    <a:moveTo>
                      <a:pt x="5756" y="0"/>
                    </a:moveTo>
                    <a:cubicBezTo>
                      <a:pt x="2563" y="0"/>
                      <a:pt x="0" y="2563"/>
                      <a:pt x="0" y="5756"/>
                    </a:cubicBezTo>
                    <a:lnTo>
                      <a:pt x="0" y="72971"/>
                    </a:lnTo>
                    <a:cubicBezTo>
                      <a:pt x="0" y="76122"/>
                      <a:pt x="2563" y="78727"/>
                      <a:pt x="5756" y="78727"/>
                    </a:cubicBezTo>
                    <a:lnTo>
                      <a:pt x="38061" y="78727"/>
                    </a:lnTo>
                    <a:cubicBezTo>
                      <a:pt x="41254" y="78727"/>
                      <a:pt x="43816" y="76164"/>
                      <a:pt x="43816" y="72971"/>
                    </a:cubicBezTo>
                    <a:lnTo>
                      <a:pt x="43816" y="5756"/>
                    </a:lnTo>
                    <a:cubicBezTo>
                      <a:pt x="43816" y="2563"/>
                      <a:pt x="41254" y="0"/>
                      <a:pt x="380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828" name="Google Shape;2828;p71"/>
          <p:cNvPicPr preferRelativeResize="0"/>
          <p:nvPr/>
        </p:nvPicPr>
        <p:blipFill rotWithShape="1">
          <a:blip r:embed="rId3">
            <a:alphaModFix/>
          </a:blip>
          <a:srcRect l="55016" r="7434"/>
          <a:stretch/>
        </p:blipFill>
        <p:spPr>
          <a:xfrm>
            <a:off x="5387383" y="1354528"/>
            <a:ext cx="1640095" cy="2456911"/>
          </a:xfrm>
          <a:prstGeom prst="rect">
            <a:avLst/>
          </a:prstGeom>
          <a:noFill/>
          <a:ln>
            <a:noFill/>
          </a:ln>
        </p:spPr>
      </p:pic>
      <p:sp>
        <p:nvSpPr>
          <p:cNvPr id="2829" name="Google Shape;2829;p71"/>
          <p:cNvSpPr/>
          <p:nvPr/>
        </p:nvSpPr>
        <p:spPr>
          <a:xfrm rot="10800000" flipH="1">
            <a:off x="6611617" y="1133941"/>
            <a:ext cx="81355" cy="69471"/>
          </a:xfrm>
          <a:custGeom>
            <a:avLst/>
            <a:gdLst/>
            <a:ahLst/>
            <a:cxnLst/>
            <a:rect l="l" t="t" r="r" b="b"/>
            <a:pathLst>
              <a:path w="2444" h="2087" extrusionOk="0">
                <a:moveTo>
                  <a:pt x="936" y="0"/>
                </a:moveTo>
                <a:cubicBezTo>
                  <a:pt x="562" y="0"/>
                  <a:pt x="220" y="138"/>
                  <a:pt x="120" y="496"/>
                </a:cubicBezTo>
                <a:cubicBezTo>
                  <a:pt x="1" y="764"/>
                  <a:pt x="1" y="1062"/>
                  <a:pt x="90" y="1331"/>
                </a:cubicBezTo>
                <a:cubicBezTo>
                  <a:pt x="150" y="1569"/>
                  <a:pt x="328" y="1778"/>
                  <a:pt x="537" y="1897"/>
                </a:cubicBezTo>
                <a:cubicBezTo>
                  <a:pt x="656" y="1956"/>
                  <a:pt x="746" y="2016"/>
                  <a:pt x="865" y="2046"/>
                </a:cubicBezTo>
                <a:cubicBezTo>
                  <a:pt x="966" y="2073"/>
                  <a:pt x="1071" y="2087"/>
                  <a:pt x="1175" y="2087"/>
                </a:cubicBezTo>
                <a:cubicBezTo>
                  <a:pt x="1408" y="2087"/>
                  <a:pt x="1642" y="2020"/>
                  <a:pt x="1848" y="1897"/>
                </a:cubicBezTo>
                <a:cubicBezTo>
                  <a:pt x="2265" y="1539"/>
                  <a:pt x="2444" y="764"/>
                  <a:pt x="1997" y="377"/>
                </a:cubicBezTo>
                <a:cubicBezTo>
                  <a:pt x="1781" y="161"/>
                  <a:pt x="1339" y="0"/>
                  <a:pt x="9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71"/>
          <p:cNvSpPr/>
          <p:nvPr/>
        </p:nvSpPr>
        <p:spPr>
          <a:xfrm rot="10800000" flipH="1">
            <a:off x="3986998" y="4311244"/>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71"/>
          <p:cNvSpPr/>
          <p:nvPr/>
        </p:nvSpPr>
        <p:spPr>
          <a:xfrm rot="10800000" flipH="1">
            <a:off x="4574020" y="2666285"/>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71"/>
          <p:cNvSpPr/>
          <p:nvPr/>
        </p:nvSpPr>
        <p:spPr>
          <a:xfrm rot="10800000" flipH="1">
            <a:off x="4090228" y="102708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71"/>
          <p:cNvSpPr/>
          <p:nvPr/>
        </p:nvSpPr>
        <p:spPr>
          <a:xfrm rot="10800000" flipH="1">
            <a:off x="7027478" y="4701260"/>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37"/>
        <p:cNvGrpSpPr/>
        <p:nvPr/>
      </p:nvGrpSpPr>
      <p:grpSpPr>
        <a:xfrm>
          <a:off x="0" y="0"/>
          <a:ext cx="0" cy="0"/>
          <a:chOff x="0" y="0"/>
          <a:chExt cx="0" cy="0"/>
        </a:xfrm>
      </p:grpSpPr>
      <p:sp>
        <p:nvSpPr>
          <p:cNvPr id="2838" name="Google Shape;2838;p72"/>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 POLLUTION LEVELS</a:t>
            </a:r>
            <a:endParaRPr/>
          </a:p>
        </p:txBody>
      </p:sp>
      <p:grpSp>
        <p:nvGrpSpPr>
          <p:cNvPr id="2839" name="Google Shape;2839;p72"/>
          <p:cNvGrpSpPr/>
          <p:nvPr/>
        </p:nvGrpSpPr>
        <p:grpSpPr>
          <a:xfrm>
            <a:off x="1090614" y="1714542"/>
            <a:ext cx="4794838" cy="2554385"/>
            <a:chOff x="233350" y="949250"/>
            <a:chExt cx="7137300" cy="3802300"/>
          </a:xfrm>
        </p:grpSpPr>
        <p:sp>
          <p:nvSpPr>
            <p:cNvPr id="2840" name="Google Shape;2840;p72"/>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72"/>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72"/>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72"/>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72"/>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72"/>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72"/>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72"/>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72"/>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72"/>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72"/>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72"/>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72"/>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72"/>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72"/>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72"/>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72"/>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72"/>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72"/>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72"/>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72"/>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72"/>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72"/>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72"/>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72"/>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72"/>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72"/>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72"/>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72"/>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72"/>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72"/>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72"/>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72"/>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72"/>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72"/>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72"/>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72"/>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72"/>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72"/>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72"/>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72"/>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72"/>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72"/>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72"/>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72"/>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72"/>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72"/>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72"/>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72"/>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72"/>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72"/>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1" name="Google Shape;2891;p72"/>
          <p:cNvSpPr txBox="1"/>
          <p:nvPr/>
        </p:nvSpPr>
        <p:spPr>
          <a:xfrm flipH="1">
            <a:off x="5982962" y="1538375"/>
            <a:ext cx="2143200" cy="384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700">
                <a:solidFill>
                  <a:schemeClr val="accent1"/>
                </a:solidFill>
                <a:latin typeface="Chewy"/>
                <a:ea typeface="Chewy"/>
                <a:cs typeface="Chewy"/>
                <a:sym typeface="Chewy"/>
              </a:rPr>
              <a:t>Dangerous</a:t>
            </a:r>
            <a:endParaRPr sz="2800">
              <a:solidFill>
                <a:schemeClr val="accent1"/>
              </a:solidFill>
              <a:latin typeface="Caveat Brush"/>
              <a:ea typeface="Caveat Brush"/>
              <a:cs typeface="Caveat Brush"/>
              <a:sym typeface="Caveat Brush"/>
            </a:endParaRPr>
          </a:p>
        </p:txBody>
      </p:sp>
      <p:sp>
        <p:nvSpPr>
          <p:cNvPr id="2892" name="Google Shape;2892;p72"/>
          <p:cNvSpPr txBox="1"/>
          <p:nvPr/>
        </p:nvSpPr>
        <p:spPr>
          <a:xfrm flipH="1">
            <a:off x="5984089" y="1770865"/>
            <a:ext cx="2143200" cy="571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BeeZee"/>
                <a:ea typeface="ABeeZee"/>
                <a:cs typeface="ABeeZee"/>
                <a:sym typeface="ABeeZee"/>
              </a:rPr>
              <a:t>Mercury is the closest planet to the Sun</a:t>
            </a:r>
            <a:endParaRPr>
              <a:solidFill>
                <a:schemeClr val="dk1"/>
              </a:solidFill>
              <a:latin typeface="ABeeZee"/>
              <a:ea typeface="ABeeZee"/>
              <a:cs typeface="ABeeZee"/>
              <a:sym typeface="ABeeZee"/>
            </a:endParaRPr>
          </a:p>
        </p:txBody>
      </p:sp>
      <p:sp>
        <p:nvSpPr>
          <p:cNvPr id="2893" name="Google Shape;2893;p72"/>
          <p:cNvSpPr txBox="1"/>
          <p:nvPr/>
        </p:nvSpPr>
        <p:spPr>
          <a:xfrm flipH="1">
            <a:off x="5985250" y="3712575"/>
            <a:ext cx="2143200" cy="384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700">
                <a:solidFill>
                  <a:schemeClr val="accent1"/>
                </a:solidFill>
                <a:latin typeface="Chewy"/>
                <a:ea typeface="Chewy"/>
                <a:cs typeface="Chewy"/>
                <a:sym typeface="Chewy"/>
              </a:rPr>
              <a:t>Mild</a:t>
            </a:r>
            <a:endParaRPr sz="2800">
              <a:solidFill>
                <a:schemeClr val="accent1"/>
              </a:solidFill>
              <a:latin typeface="Caveat Brush"/>
              <a:ea typeface="Caveat Brush"/>
              <a:cs typeface="Caveat Brush"/>
              <a:sym typeface="Caveat Brush"/>
            </a:endParaRPr>
          </a:p>
        </p:txBody>
      </p:sp>
      <p:sp>
        <p:nvSpPr>
          <p:cNvPr id="2894" name="Google Shape;2894;p72"/>
          <p:cNvSpPr txBox="1"/>
          <p:nvPr/>
        </p:nvSpPr>
        <p:spPr>
          <a:xfrm flipH="1">
            <a:off x="5982952" y="3945079"/>
            <a:ext cx="2143200" cy="571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BeeZee"/>
                <a:ea typeface="ABeeZee"/>
                <a:cs typeface="ABeeZee"/>
                <a:sym typeface="ABeeZee"/>
              </a:rPr>
              <a:t>Despite being red, Mars is very cold</a:t>
            </a:r>
            <a:endParaRPr>
              <a:solidFill>
                <a:schemeClr val="dk1"/>
              </a:solidFill>
              <a:latin typeface="ABeeZee"/>
              <a:ea typeface="ABeeZee"/>
              <a:cs typeface="ABeeZee"/>
              <a:sym typeface="ABeeZee"/>
            </a:endParaRPr>
          </a:p>
        </p:txBody>
      </p:sp>
      <p:sp>
        <p:nvSpPr>
          <p:cNvPr id="2895" name="Google Shape;2895;p72"/>
          <p:cNvSpPr txBox="1"/>
          <p:nvPr/>
        </p:nvSpPr>
        <p:spPr>
          <a:xfrm flipH="1">
            <a:off x="5985250" y="2625475"/>
            <a:ext cx="2143200" cy="384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700">
                <a:solidFill>
                  <a:schemeClr val="accent1"/>
                </a:solidFill>
                <a:latin typeface="Chewy"/>
                <a:ea typeface="Chewy"/>
                <a:cs typeface="Chewy"/>
                <a:sym typeface="Chewy"/>
              </a:rPr>
              <a:t>Moderate</a:t>
            </a:r>
            <a:endParaRPr sz="2800">
              <a:solidFill>
                <a:schemeClr val="accent1"/>
              </a:solidFill>
              <a:latin typeface="Caveat Brush"/>
              <a:ea typeface="Caveat Brush"/>
              <a:cs typeface="Caveat Brush"/>
              <a:sym typeface="Caveat Brush"/>
            </a:endParaRPr>
          </a:p>
        </p:txBody>
      </p:sp>
      <p:sp>
        <p:nvSpPr>
          <p:cNvPr id="2896" name="Google Shape;2896;p72"/>
          <p:cNvSpPr txBox="1"/>
          <p:nvPr/>
        </p:nvSpPr>
        <p:spPr>
          <a:xfrm flipH="1">
            <a:off x="5984102" y="2857972"/>
            <a:ext cx="2143200" cy="571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BeeZee"/>
                <a:ea typeface="ABeeZee"/>
                <a:cs typeface="ABeeZee"/>
                <a:sym typeface="ABeeZee"/>
              </a:rPr>
              <a:t>Jupiter is the biggest planet of them all</a:t>
            </a:r>
            <a:endParaRPr>
              <a:solidFill>
                <a:schemeClr val="dk1"/>
              </a:solidFill>
              <a:latin typeface="ABeeZee"/>
              <a:ea typeface="ABeeZee"/>
              <a:cs typeface="ABeeZee"/>
              <a:sym typeface="ABeeZee"/>
            </a:endParaRPr>
          </a:p>
        </p:txBody>
      </p:sp>
      <p:grpSp>
        <p:nvGrpSpPr>
          <p:cNvPr id="2897" name="Google Shape;2897;p72"/>
          <p:cNvGrpSpPr/>
          <p:nvPr/>
        </p:nvGrpSpPr>
        <p:grpSpPr>
          <a:xfrm rot="-10066319">
            <a:off x="5730500" y="-886653"/>
            <a:ext cx="4444100" cy="2179220"/>
            <a:chOff x="-1013962" y="3673802"/>
            <a:chExt cx="4444157" cy="2179248"/>
          </a:xfrm>
        </p:grpSpPr>
        <p:grpSp>
          <p:nvGrpSpPr>
            <p:cNvPr id="2898" name="Google Shape;2898;p72"/>
            <p:cNvGrpSpPr/>
            <p:nvPr/>
          </p:nvGrpSpPr>
          <p:grpSpPr>
            <a:xfrm>
              <a:off x="-1013962" y="3673802"/>
              <a:ext cx="4444157" cy="2179248"/>
              <a:chOff x="-830187" y="4024390"/>
              <a:chExt cx="4444157" cy="2179248"/>
            </a:xfrm>
          </p:grpSpPr>
          <p:sp>
            <p:nvSpPr>
              <p:cNvPr id="2899" name="Google Shape;2899;p72"/>
              <p:cNvSpPr/>
              <p:nvPr/>
            </p:nvSpPr>
            <p:spPr>
              <a:xfrm>
                <a:off x="-830187" y="4024390"/>
                <a:ext cx="4341985" cy="2043992"/>
              </a:xfrm>
              <a:custGeom>
                <a:avLst/>
                <a:gdLst/>
                <a:ahLst/>
                <a:cxnLst/>
                <a:rect l="l" t="t" r="r" b="b"/>
                <a:pathLst>
                  <a:path w="107775" h="50732" extrusionOk="0">
                    <a:moveTo>
                      <a:pt x="19280" y="1"/>
                    </a:moveTo>
                    <a:cubicBezTo>
                      <a:pt x="14384" y="1"/>
                      <a:pt x="9338" y="2218"/>
                      <a:pt x="8075" y="7268"/>
                    </a:cubicBezTo>
                    <a:cubicBezTo>
                      <a:pt x="7241" y="10724"/>
                      <a:pt x="7598" y="14449"/>
                      <a:pt x="6615" y="17905"/>
                    </a:cubicBezTo>
                    <a:cubicBezTo>
                      <a:pt x="5721" y="21034"/>
                      <a:pt x="3755" y="23716"/>
                      <a:pt x="2414" y="26695"/>
                    </a:cubicBezTo>
                    <a:cubicBezTo>
                      <a:pt x="596" y="30777"/>
                      <a:pt x="0" y="35426"/>
                      <a:pt x="1162" y="39716"/>
                    </a:cubicBezTo>
                    <a:cubicBezTo>
                      <a:pt x="2324" y="44007"/>
                      <a:pt x="5364" y="47821"/>
                      <a:pt x="9476" y="49519"/>
                    </a:cubicBezTo>
                    <a:cubicBezTo>
                      <a:pt x="11357" y="50293"/>
                      <a:pt x="13318" y="50601"/>
                      <a:pt x="15314" y="50601"/>
                    </a:cubicBezTo>
                    <a:cubicBezTo>
                      <a:pt x="19547" y="50601"/>
                      <a:pt x="23938" y="49216"/>
                      <a:pt x="28069" y="47940"/>
                    </a:cubicBezTo>
                    <a:cubicBezTo>
                      <a:pt x="34622" y="45928"/>
                      <a:pt x="41399" y="44206"/>
                      <a:pt x="48226" y="44206"/>
                    </a:cubicBezTo>
                    <a:cubicBezTo>
                      <a:pt x="49283" y="44206"/>
                      <a:pt x="50341" y="44247"/>
                      <a:pt x="51399" y="44335"/>
                    </a:cubicBezTo>
                    <a:cubicBezTo>
                      <a:pt x="58282" y="44901"/>
                      <a:pt x="64868" y="47434"/>
                      <a:pt x="71602" y="49132"/>
                    </a:cubicBezTo>
                    <a:cubicBezTo>
                      <a:pt x="75244" y="50055"/>
                      <a:pt x="79063" y="50731"/>
                      <a:pt x="82819" y="50731"/>
                    </a:cubicBezTo>
                    <a:cubicBezTo>
                      <a:pt x="85975" y="50731"/>
                      <a:pt x="89087" y="50254"/>
                      <a:pt x="92012" y="49043"/>
                    </a:cubicBezTo>
                    <a:cubicBezTo>
                      <a:pt x="94426" y="48059"/>
                      <a:pt x="96661" y="46570"/>
                      <a:pt x="98150" y="44424"/>
                    </a:cubicBezTo>
                    <a:cubicBezTo>
                      <a:pt x="107775" y="30581"/>
                      <a:pt x="86591" y="19064"/>
                      <a:pt x="74895" y="19064"/>
                    </a:cubicBezTo>
                    <a:cubicBezTo>
                      <a:pt x="74533" y="19064"/>
                      <a:pt x="74179" y="19075"/>
                      <a:pt x="73836" y="19097"/>
                    </a:cubicBezTo>
                    <a:cubicBezTo>
                      <a:pt x="67567" y="19499"/>
                      <a:pt x="61181" y="22039"/>
                      <a:pt x="55078" y="22039"/>
                    </a:cubicBezTo>
                    <a:cubicBezTo>
                      <a:pt x="53030" y="22039"/>
                      <a:pt x="51014" y="21753"/>
                      <a:pt x="49046" y="21004"/>
                    </a:cubicBezTo>
                    <a:cubicBezTo>
                      <a:pt x="42043" y="18352"/>
                      <a:pt x="38319" y="10933"/>
                      <a:pt x="32836" y="5868"/>
                    </a:cubicBezTo>
                    <a:cubicBezTo>
                      <a:pt x="30959" y="4110"/>
                      <a:pt x="28843" y="2709"/>
                      <a:pt x="26549" y="1636"/>
                    </a:cubicBezTo>
                    <a:cubicBezTo>
                      <a:pt x="24851" y="862"/>
                      <a:pt x="23033" y="355"/>
                      <a:pt x="21215" y="117"/>
                    </a:cubicBezTo>
                    <a:cubicBezTo>
                      <a:pt x="20579" y="40"/>
                      <a:pt x="19931" y="1"/>
                      <a:pt x="19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72"/>
              <p:cNvSpPr/>
              <p:nvPr/>
            </p:nvSpPr>
            <p:spPr>
              <a:xfrm rot="-207900">
                <a:off x="-238709" y="4137361"/>
                <a:ext cx="3797125" cy="1953315"/>
              </a:xfrm>
              <a:custGeom>
                <a:avLst/>
                <a:gdLst/>
                <a:ahLst/>
                <a:cxnLst/>
                <a:rect l="l" t="t" r="r" b="b"/>
                <a:pathLst>
                  <a:path w="94248" h="48480" fill="none" extrusionOk="0">
                    <a:moveTo>
                      <a:pt x="15196" y="1252"/>
                    </a:moveTo>
                    <a:cubicBezTo>
                      <a:pt x="20828" y="1"/>
                      <a:pt x="26698" y="1639"/>
                      <a:pt x="30899" y="5573"/>
                    </a:cubicBezTo>
                    <a:cubicBezTo>
                      <a:pt x="36173" y="10638"/>
                      <a:pt x="38051" y="18832"/>
                      <a:pt x="44129" y="22914"/>
                    </a:cubicBezTo>
                    <a:cubicBezTo>
                      <a:pt x="48450" y="25804"/>
                      <a:pt x="54081" y="25953"/>
                      <a:pt x="59206" y="25089"/>
                    </a:cubicBezTo>
                    <a:cubicBezTo>
                      <a:pt x="64331" y="24225"/>
                      <a:pt x="69307" y="22437"/>
                      <a:pt x="74492" y="21812"/>
                    </a:cubicBezTo>
                    <a:cubicBezTo>
                      <a:pt x="79647" y="21156"/>
                      <a:pt x="85308" y="21812"/>
                      <a:pt x="89241" y="25208"/>
                    </a:cubicBezTo>
                    <a:cubicBezTo>
                      <a:pt x="91625" y="27354"/>
                      <a:pt x="93234" y="30244"/>
                      <a:pt x="93830" y="33403"/>
                    </a:cubicBezTo>
                    <a:cubicBezTo>
                      <a:pt x="94187" y="35339"/>
                      <a:pt x="94247" y="37425"/>
                      <a:pt x="93472" y="39243"/>
                    </a:cubicBezTo>
                    <a:cubicBezTo>
                      <a:pt x="92549" y="41418"/>
                      <a:pt x="90642" y="42967"/>
                      <a:pt x="88586" y="44129"/>
                    </a:cubicBezTo>
                    <a:cubicBezTo>
                      <a:pt x="81017" y="48480"/>
                      <a:pt x="71333" y="48420"/>
                      <a:pt x="63318" y="44964"/>
                    </a:cubicBezTo>
                    <a:cubicBezTo>
                      <a:pt x="59623" y="43384"/>
                      <a:pt x="56226" y="41120"/>
                      <a:pt x="52383" y="40017"/>
                    </a:cubicBezTo>
                    <a:cubicBezTo>
                      <a:pt x="39868" y="36412"/>
                      <a:pt x="26668" y="45470"/>
                      <a:pt x="13826" y="43206"/>
                    </a:cubicBezTo>
                    <a:cubicBezTo>
                      <a:pt x="11085" y="42699"/>
                      <a:pt x="8373" y="41656"/>
                      <a:pt x="6377" y="39690"/>
                    </a:cubicBezTo>
                    <a:cubicBezTo>
                      <a:pt x="4202" y="37514"/>
                      <a:pt x="3129" y="34445"/>
                      <a:pt x="2473" y="31406"/>
                    </a:cubicBezTo>
                    <a:cubicBezTo>
                      <a:pt x="0" y="19964"/>
                      <a:pt x="1490" y="4381"/>
                      <a:pt x="15196" y="1252"/>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1" name="Google Shape;2901;p72"/>
              <p:cNvGrpSpPr/>
              <p:nvPr/>
            </p:nvGrpSpPr>
            <p:grpSpPr>
              <a:xfrm>
                <a:off x="174564" y="4842646"/>
                <a:ext cx="824338" cy="865398"/>
                <a:chOff x="126952" y="4637346"/>
                <a:chExt cx="824338" cy="865398"/>
              </a:xfrm>
            </p:grpSpPr>
            <p:sp>
              <p:nvSpPr>
                <p:cNvPr id="2902" name="Google Shape;2902;p72"/>
                <p:cNvSpPr/>
                <p:nvPr/>
              </p:nvSpPr>
              <p:spPr>
                <a:xfrm>
                  <a:off x="787480" y="5298317"/>
                  <a:ext cx="94716" cy="65028"/>
                </a:xfrm>
                <a:custGeom>
                  <a:avLst/>
                  <a:gdLst/>
                  <a:ahLst/>
                  <a:cxnLst/>
                  <a:rect l="l" t="t" r="r" b="b"/>
                  <a:pathLst>
                    <a:path w="2351" h="1614" extrusionOk="0">
                      <a:moveTo>
                        <a:pt x="1259" y="0"/>
                      </a:moveTo>
                      <a:cubicBezTo>
                        <a:pt x="928" y="0"/>
                        <a:pt x="550" y="221"/>
                        <a:pt x="233" y="825"/>
                      </a:cubicBezTo>
                      <a:cubicBezTo>
                        <a:pt x="1" y="1270"/>
                        <a:pt x="471" y="1614"/>
                        <a:pt x="1025" y="1614"/>
                      </a:cubicBezTo>
                      <a:cubicBezTo>
                        <a:pt x="1325" y="1614"/>
                        <a:pt x="1650" y="1513"/>
                        <a:pt x="1901" y="1272"/>
                      </a:cubicBezTo>
                      <a:cubicBezTo>
                        <a:pt x="2351" y="803"/>
                        <a:pt x="1890" y="0"/>
                        <a:pt x="1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72"/>
                <p:cNvSpPr/>
                <p:nvPr/>
              </p:nvSpPr>
              <p:spPr>
                <a:xfrm>
                  <a:off x="857984" y="5042204"/>
                  <a:ext cx="93306" cy="87671"/>
                </a:xfrm>
                <a:custGeom>
                  <a:avLst/>
                  <a:gdLst/>
                  <a:ahLst/>
                  <a:cxnLst/>
                  <a:rect l="l" t="t" r="r" b="b"/>
                  <a:pathLst>
                    <a:path w="2316" h="2176" extrusionOk="0">
                      <a:moveTo>
                        <a:pt x="1092" y="1"/>
                      </a:moveTo>
                      <a:cubicBezTo>
                        <a:pt x="596" y="1"/>
                        <a:pt x="99" y="387"/>
                        <a:pt x="32" y="1402"/>
                      </a:cubicBezTo>
                      <a:cubicBezTo>
                        <a:pt x="0" y="1860"/>
                        <a:pt x="488" y="2176"/>
                        <a:pt x="1007" y="2176"/>
                      </a:cubicBezTo>
                      <a:cubicBezTo>
                        <a:pt x="1466" y="2176"/>
                        <a:pt x="1950" y="1928"/>
                        <a:pt x="2118" y="1312"/>
                      </a:cubicBezTo>
                      <a:cubicBezTo>
                        <a:pt x="2315" y="588"/>
                        <a:pt x="1704" y="1"/>
                        <a:pt x="1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72"/>
                <p:cNvSpPr/>
                <p:nvPr/>
              </p:nvSpPr>
              <p:spPr>
                <a:xfrm>
                  <a:off x="403088" y="5404356"/>
                  <a:ext cx="149346" cy="98388"/>
                </a:xfrm>
                <a:custGeom>
                  <a:avLst/>
                  <a:gdLst/>
                  <a:ahLst/>
                  <a:cxnLst/>
                  <a:rect l="l" t="t" r="r" b="b"/>
                  <a:pathLst>
                    <a:path w="3707" h="2442" extrusionOk="0">
                      <a:moveTo>
                        <a:pt x="1594" y="1"/>
                      </a:moveTo>
                      <a:cubicBezTo>
                        <a:pt x="1549" y="1"/>
                        <a:pt x="1504" y="4"/>
                        <a:pt x="1460" y="11"/>
                      </a:cubicBezTo>
                      <a:cubicBezTo>
                        <a:pt x="477" y="160"/>
                        <a:pt x="0" y="1143"/>
                        <a:pt x="268" y="1709"/>
                      </a:cubicBezTo>
                      <a:cubicBezTo>
                        <a:pt x="521" y="2230"/>
                        <a:pt x="890" y="2441"/>
                        <a:pt x="1336" y="2441"/>
                      </a:cubicBezTo>
                      <a:cubicBezTo>
                        <a:pt x="1733" y="2441"/>
                        <a:pt x="2191" y="2274"/>
                        <a:pt x="2682" y="2007"/>
                      </a:cubicBezTo>
                      <a:cubicBezTo>
                        <a:pt x="3707" y="1466"/>
                        <a:pt x="2556" y="1"/>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72"/>
                <p:cNvSpPr/>
                <p:nvPr/>
              </p:nvSpPr>
              <p:spPr>
                <a:xfrm>
                  <a:off x="126952" y="5265602"/>
                  <a:ext cx="176540" cy="128847"/>
                </a:xfrm>
                <a:custGeom>
                  <a:avLst/>
                  <a:gdLst/>
                  <a:ahLst/>
                  <a:cxnLst/>
                  <a:rect l="l" t="t" r="r" b="b"/>
                  <a:pathLst>
                    <a:path w="4382" h="3198" extrusionOk="0">
                      <a:moveTo>
                        <a:pt x="2558" y="0"/>
                      </a:moveTo>
                      <a:cubicBezTo>
                        <a:pt x="1385" y="0"/>
                        <a:pt x="0" y="1673"/>
                        <a:pt x="329" y="2531"/>
                      </a:cubicBezTo>
                      <a:cubicBezTo>
                        <a:pt x="510" y="3028"/>
                        <a:pt x="888" y="3198"/>
                        <a:pt x="1296" y="3198"/>
                      </a:cubicBezTo>
                      <a:cubicBezTo>
                        <a:pt x="1694" y="3198"/>
                        <a:pt x="2120" y="3036"/>
                        <a:pt x="2415" y="2859"/>
                      </a:cubicBezTo>
                      <a:cubicBezTo>
                        <a:pt x="3130" y="2442"/>
                        <a:pt x="4381" y="1012"/>
                        <a:pt x="3159" y="177"/>
                      </a:cubicBezTo>
                      <a:cubicBezTo>
                        <a:pt x="2973" y="55"/>
                        <a:pt x="2769" y="0"/>
                        <a:pt x="25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72"/>
                <p:cNvSpPr/>
                <p:nvPr/>
              </p:nvSpPr>
              <p:spPr>
                <a:xfrm>
                  <a:off x="530319" y="4637346"/>
                  <a:ext cx="173357" cy="114383"/>
                </a:xfrm>
                <a:custGeom>
                  <a:avLst/>
                  <a:gdLst/>
                  <a:ahLst/>
                  <a:cxnLst/>
                  <a:rect l="l" t="t" r="r" b="b"/>
                  <a:pathLst>
                    <a:path w="4303" h="2839" extrusionOk="0">
                      <a:moveTo>
                        <a:pt x="1802" y="0"/>
                      </a:moveTo>
                      <a:cubicBezTo>
                        <a:pt x="1757" y="0"/>
                        <a:pt x="1713" y="3"/>
                        <a:pt x="1669" y="9"/>
                      </a:cubicBezTo>
                      <a:cubicBezTo>
                        <a:pt x="537" y="188"/>
                        <a:pt x="1" y="1320"/>
                        <a:pt x="299" y="1975"/>
                      </a:cubicBezTo>
                      <a:cubicBezTo>
                        <a:pt x="598" y="2590"/>
                        <a:pt x="1023" y="2838"/>
                        <a:pt x="1537" y="2838"/>
                      </a:cubicBezTo>
                      <a:cubicBezTo>
                        <a:pt x="1995" y="2838"/>
                        <a:pt x="2524" y="2642"/>
                        <a:pt x="3100" y="2333"/>
                      </a:cubicBezTo>
                      <a:cubicBezTo>
                        <a:pt x="4303" y="1731"/>
                        <a:pt x="2917" y="0"/>
                        <a:pt x="18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72"/>
                <p:cNvSpPr/>
                <p:nvPr/>
              </p:nvSpPr>
              <p:spPr>
                <a:xfrm>
                  <a:off x="304623" y="4999941"/>
                  <a:ext cx="192776" cy="157212"/>
                </a:xfrm>
                <a:custGeom>
                  <a:avLst/>
                  <a:gdLst/>
                  <a:ahLst/>
                  <a:cxnLst/>
                  <a:rect l="l" t="t" r="r" b="b"/>
                  <a:pathLst>
                    <a:path w="4785" h="3902" extrusionOk="0">
                      <a:moveTo>
                        <a:pt x="2645" y="1"/>
                      </a:moveTo>
                      <a:cubicBezTo>
                        <a:pt x="1976" y="1"/>
                        <a:pt x="1239" y="345"/>
                        <a:pt x="627" y="1020"/>
                      </a:cubicBezTo>
                      <a:cubicBezTo>
                        <a:pt x="1" y="1706"/>
                        <a:pt x="388" y="3315"/>
                        <a:pt x="1342" y="3821"/>
                      </a:cubicBezTo>
                      <a:cubicBezTo>
                        <a:pt x="1439" y="3876"/>
                        <a:pt x="1553" y="3901"/>
                        <a:pt x="1678" y="3901"/>
                      </a:cubicBezTo>
                      <a:cubicBezTo>
                        <a:pt x="2783" y="3901"/>
                        <a:pt x="4785" y="1939"/>
                        <a:pt x="4143" y="842"/>
                      </a:cubicBezTo>
                      <a:cubicBezTo>
                        <a:pt x="3790" y="278"/>
                        <a:pt x="3245" y="1"/>
                        <a:pt x="2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72"/>
                <p:cNvSpPr/>
                <p:nvPr/>
              </p:nvSpPr>
              <p:spPr>
                <a:xfrm>
                  <a:off x="701142" y="4908003"/>
                  <a:ext cx="114940" cy="79653"/>
                </a:xfrm>
                <a:custGeom>
                  <a:avLst/>
                  <a:gdLst/>
                  <a:ahLst/>
                  <a:cxnLst/>
                  <a:rect l="l" t="t" r="r" b="b"/>
                  <a:pathLst>
                    <a:path w="2853" h="1977" extrusionOk="0">
                      <a:moveTo>
                        <a:pt x="1541" y="1"/>
                      </a:moveTo>
                      <a:cubicBezTo>
                        <a:pt x="1140" y="1"/>
                        <a:pt x="679" y="270"/>
                        <a:pt x="290" y="1008"/>
                      </a:cubicBezTo>
                      <a:cubicBezTo>
                        <a:pt x="0" y="1548"/>
                        <a:pt x="573" y="1976"/>
                        <a:pt x="1239" y="1976"/>
                      </a:cubicBezTo>
                      <a:cubicBezTo>
                        <a:pt x="1602" y="1976"/>
                        <a:pt x="1992" y="1849"/>
                        <a:pt x="2286" y="1544"/>
                      </a:cubicBezTo>
                      <a:cubicBezTo>
                        <a:pt x="2853" y="978"/>
                        <a:pt x="2305" y="1"/>
                        <a:pt x="1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72"/>
                <p:cNvSpPr/>
                <p:nvPr/>
              </p:nvSpPr>
              <p:spPr>
                <a:xfrm>
                  <a:off x="549456" y="5148363"/>
                  <a:ext cx="93346" cy="87752"/>
                </a:xfrm>
                <a:custGeom>
                  <a:avLst/>
                  <a:gdLst/>
                  <a:ahLst/>
                  <a:cxnLst/>
                  <a:rect l="l" t="t" r="r" b="b"/>
                  <a:pathLst>
                    <a:path w="2317" h="2178" extrusionOk="0">
                      <a:moveTo>
                        <a:pt x="1068" y="0"/>
                      </a:moveTo>
                      <a:cubicBezTo>
                        <a:pt x="573" y="0"/>
                        <a:pt x="85" y="383"/>
                        <a:pt x="32" y="1389"/>
                      </a:cubicBezTo>
                      <a:cubicBezTo>
                        <a:pt x="1" y="1863"/>
                        <a:pt x="489" y="2178"/>
                        <a:pt x="1007" y="2178"/>
                      </a:cubicBezTo>
                      <a:cubicBezTo>
                        <a:pt x="1467" y="2178"/>
                        <a:pt x="1950" y="1931"/>
                        <a:pt x="2118" y="1329"/>
                      </a:cubicBezTo>
                      <a:cubicBezTo>
                        <a:pt x="2317" y="600"/>
                        <a:pt x="1687" y="0"/>
                        <a:pt x="10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10" name="Google Shape;2910;p72"/>
            <p:cNvGrpSpPr/>
            <p:nvPr/>
          </p:nvGrpSpPr>
          <p:grpSpPr>
            <a:xfrm rot="-5189473">
              <a:off x="2083919" y="4411860"/>
              <a:ext cx="70211" cy="266572"/>
              <a:chOff x="5735123" y="3863031"/>
              <a:chExt cx="70213" cy="266579"/>
            </a:xfrm>
          </p:grpSpPr>
          <p:sp>
            <p:nvSpPr>
              <p:cNvPr id="2911" name="Google Shape;2911;p72"/>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72"/>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13" name="Google Shape;2913;p72"/>
          <p:cNvSpPr/>
          <p:nvPr/>
        </p:nvSpPr>
        <p:spPr>
          <a:xfrm flipH="1">
            <a:off x="3969427" y="4421313"/>
            <a:ext cx="1508210" cy="1268235"/>
          </a:xfrm>
          <a:custGeom>
            <a:avLst/>
            <a:gdLst/>
            <a:ahLst/>
            <a:cxnLst/>
            <a:rect l="l" t="t" r="r" b="b"/>
            <a:pathLst>
              <a:path w="45295" h="38088" extrusionOk="0">
                <a:moveTo>
                  <a:pt x="30867" y="1"/>
                </a:moveTo>
                <a:cubicBezTo>
                  <a:pt x="29369" y="1"/>
                  <a:pt x="23435" y="9789"/>
                  <a:pt x="20895" y="14514"/>
                </a:cubicBezTo>
                <a:cubicBezTo>
                  <a:pt x="20627" y="14693"/>
                  <a:pt x="20359" y="14901"/>
                  <a:pt x="20090" y="15110"/>
                </a:cubicBezTo>
                <a:lnTo>
                  <a:pt x="20031" y="15110"/>
                </a:lnTo>
                <a:cubicBezTo>
                  <a:pt x="18362" y="16361"/>
                  <a:pt x="16723" y="17702"/>
                  <a:pt x="15204" y="19133"/>
                </a:cubicBezTo>
                <a:cubicBezTo>
                  <a:pt x="14280" y="19967"/>
                  <a:pt x="13416" y="20831"/>
                  <a:pt x="12552" y="21695"/>
                </a:cubicBezTo>
                <a:cubicBezTo>
                  <a:pt x="14280" y="19430"/>
                  <a:pt x="16217" y="16361"/>
                  <a:pt x="17051" y="13292"/>
                </a:cubicBezTo>
                <a:cubicBezTo>
                  <a:pt x="18574" y="7539"/>
                  <a:pt x="17828" y="5256"/>
                  <a:pt x="16329" y="5256"/>
                </a:cubicBezTo>
                <a:cubicBezTo>
                  <a:pt x="16244" y="5256"/>
                  <a:pt x="16157" y="5263"/>
                  <a:pt x="16068" y="5277"/>
                </a:cubicBezTo>
                <a:cubicBezTo>
                  <a:pt x="14399" y="5515"/>
                  <a:pt x="10883" y="18566"/>
                  <a:pt x="9542" y="24913"/>
                </a:cubicBezTo>
                <a:cubicBezTo>
                  <a:pt x="7486" y="27237"/>
                  <a:pt x="5550" y="29651"/>
                  <a:pt x="3762" y="32154"/>
                </a:cubicBezTo>
                <a:cubicBezTo>
                  <a:pt x="5281" y="29263"/>
                  <a:pt x="6980" y="25330"/>
                  <a:pt x="7308" y="21576"/>
                </a:cubicBezTo>
                <a:cubicBezTo>
                  <a:pt x="7898" y="15138"/>
                  <a:pt x="6773" y="12636"/>
                  <a:pt x="5239" y="12636"/>
                </a:cubicBezTo>
                <a:cubicBezTo>
                  <a:pt x="5069" y="12636"/>
                  <a:pt x="4894" y="12667"/>
                  <a:pt x="4715" y="12726"/>
                </a:cubicBezTo>
                <a:cubicBezTo>
                  <a:pt x="2898" y="13322"/>
                  <a:pt x="1467" y="28518"/>
                  <a:pt x="1169" y="35997"/>
                </a:cubicBezTo>
                <a:cubicBezTo>
                  <a:pt x="782" y="36534"/>
                  <a:pt x="454" y="37100"/>
                  <a:pt x="127" y="37666"/>
                </a:cubicBezTo>
                <a:cubicBezTo>
                  <a:pt x="0" y="37877"/>
                  <a:pt x="187" y="38087"/>
                  <a:pt x="359" y="38087"/>
                </a:cubicBezTo>
                <a:cubicBezTo>
                  <a:pt x="431" y="38087"/>
                  <a:pt x="500" y="38051"/>
                  <a:pt x="544" y="37964"/>
                </a:cubicBezTo>
                <a:cubicBezTo>
                  <a:pt x="633" y="37815"/>
                  <a:pt x="723" y="37666"/>
                  <a:pt x="812" y="37517"/>
                </a:cubicBezTo>
                <a:cubicBezTo>
                  <a:pt x="8112" y="36176"/>
                  <a:pt x="23279" y="32452"/>
                  <a:pt x="23606" y="30604"/>
                </a:cubicBezTo>
                <a:cubicBezTo>
                  <a:pt x="23821" y="29393"/>
                  <a:pt x="22819" y="28489"/>
                  <a:pt x="20130" y="28489"/>
                </a:cubicBezTo>
                <a:cubicBezTo>
                  <a:pt x="18717" y="28489"/>
                  <a:pt x="16840" y="28738"/>
                  <a:pt x="14429" y="29323"/>
                </a:cubicBezTo>
                <a:cubicBezTo>
                  <a:pt x="8768" y="30664"/>
                  <a:pt x="3136" y="35193"/>
                  <a:pt x="1169" y="36921"/>
                </a:cubicBezTo>
                <a:cubicBezTo>
                  <a:pt x="2927" y="34090"/>
                  <a:pt x="4894" y="31379"/>
                  <a:pt x="6980" y="28787"/>
                </a:cubicBezTo>
                <a:cubicBezTo>
                  <a:pt x="7725" y="27863"/>
                  <a:pt x="8470" y="26969"/>
                  <a:pt x="9215" y="26105"/>
                </a:cubicBezTo>
                <a:cubicBezTo>
                  <a:pt x="15859" y="25986"/>
                  <a:pt x="29327" y="25002"/>
                  <a:pt x="29864" y="23453"/>
                </a:cubicBezTo>
                <a:cubicBezTo>
                  <a:pt x="30333" y="22124"/>
                  <a:pt x="28888" y="20933"/>
                  <a:pt x="24277" y="20933"/>
                </a:cubicBezTo>
                <a:cubicBezTo>
                  <a:pt x="23614" y="20933"/>
                  <a:pt x="22885" y="20957"/>
                  <a:pt x="22087" y="21010"/>
                </a:cubicBezTo>
                <a:cubicBezTo>
                  <a:pt x="17260" y="21337"/>
                  <a:pt x="12045" y="24109"/>
                  <a:pt x="9811" y="25420"/>
                </a:cubicBezTo>
                <a:cubicBezTo>
                  <a:pt x="13029" y="21665"/>
                  <a:pt x="16664" y="18268"/>
                  <a:pt x="20686" y="15319"/>
                </a:cubicBezTo>
                <a:cubicBezTo>
                  <a:pt x="25204" y="16460"/>
                  <a:pt x="33304" y="18136"/>
                  <a:pt x="36565" y="18136"/>
                </a:cubicBezTo>
                <a:cubicBezTo>
                  <a:pt x="37305" y="18136"/>
                  <a:pt x="37795" y="18050"/>
                  <a:pt x="37939" y="17851"/>
                </a:cubicBezTo>
                <a:cubicBezTo>
                  <a:pt x="38773" y="16689"/>
                  <a:pt x="37432" y="15199"/>
                  <a:pt x="32158" y="14067"/>
                </a:cubicBezTo>
                <a:cubicBezTo>
                  <a:pt x="31092" y="13847"/>
                  <a:pt x="29960" y="13759"/>
                  <a:pt x="28834" y="13759"/>
                </a:cubicBezTo>
                <a:cubicBezTo>
                  <a:pt x="25994" y="13759"/>
                  <a:pt x="23185" y="14317"/>
                  <a:pt x="21521" y="14723"/>
                </a:cubicBezTo>
                <a:cubicBezTo>
                  <a:pt x="22266" y="14216"/>
                  <a:pt x="23010" y="13710"/>
                  <a:pt x="23755" y="13263"/>
                </a:cubicBezTo>
                <a:cubicBezTo>
                  <a:pt x="25811" y="11981"/>
                  <a:pt x="27986" y="10938"/>
                  <a:pt x="30251" y="10104"/>
                </a:cubicBezTo>
                <a:cubicBezTo>
                  <a:pt x="35823" y="9508"/>
                  <a:pt x="44702" y="8138"/>
                  <a:pt x="45000" y="7005"/>
                </a:cubicBezTo>
                <a:cubicBezTo>
                  <a:pt x="45295" y="6009"/>
                  <a:pt x="44385" y="5237"/>
                  <a:pt x="41735" y="5237"/>
                </a:cubicBezTo>
                <a:cubicBezTo>
                  <a:pt x="40898" y="5237"/>
                  <a:pt x="39886" y="5314"/>
                  <a:pt x="38683" y="5486"/>
                </a:cubicBezTo>
                <a:cubicBezTo>
                  <a:pt x="33648" y="6171"/>
                  <a:pt x="28314" y="10283"/>
                  <a:pt x="28314" y="10283"/>
                </a:cubicBezTo>
                <a:lnTo>
                  <a:pt x="28344" y="10283"/>
                </a:lnTo>
                <a:cubicBezTo>
                  <a:pt x="27063" y="10849"/>
                  <a:pt x="25811" y="11445"/>
                  <a:pt x="24619" y="12130"/>
                </a:cubicBezTo>
                <a:cubicBezTo>
                  <a:pt x="26437" y="10730"/>
                  <a:pt x="28523" y="8823"/>
                  <a:pt x="29834" y="6707"/>
                </a:cubicBezTo>
                <a:cubicBezTo>
                  <a:pt x="32545" y="2178"/>
                  <a:pt x="32337" y="182"/>
                  <a:pt x="30907" y="3"/>
                </a:cubicBezTo>
                <a:cubicBezTo>
                  <a:pt x="30894" y="2"/>
                  <a:pt x="30881" y="1"/>
                  <a:pt x="30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72"/>
          <p:cNvSpPr/>
          <p:nvPr/>
        </p:nvSpPr>
        <p:spPr>
          <a:xfrm flipH="1">
            <a:off x="5953833" y="2488046"/>
            <a:ext cx="113943" cy="94537"/>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72"/>
          <p:cNvSpPr/>
          <p:nvPr/>
        </p:nvSpPr>
        <p:spPr>
          <a:xfrm flipH="1">
            <a:off x="8180823" y="159060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72"/>
          <p:cNvSpPr/>
          <p:nvPr/>
        </p:nvSpPr>
        <p:spPr>
          <a:xfrm flipH="1">
            <a:off x="8180823" y="267645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72"/>
          <p:cNvSpPr/>
          <p:nvPr/>
        </p:nvSpPr>
        <p:spPr>
          <a:xfrm flipH="1">
            <a:off x="8180823" y="376230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72"/>
          <p:cNvSpPr/>
          <p:nvPr/>
        </p:nvSpPr>
        <p:spPr>
          <a:xfrm flipH="1">
            <a:off x="4332298" y="279885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72"/>
          <p:cNvSpPr/>
          <p:nvPr/>
        </p:nvSpPr>
        <p:spPr>
          <a:xfrm flipH="1">
            <a:off x="1090633" y="3857759"/>
            <a:ext cx="113943" cy="94536"/>
          </a:xfrm>
          <a:custGeom>
            <a:avLst/>
            <a:gdLst/>
            <a:ahLst/>
            <a:cxnLst/>
            <a:rect l="l" t="t" r="r" b="b"/>
            <a:pathLst>
              <a:path w="3423" h="2840" extrusionOk="0">
                <a:moveTo>
                  <a:pt x="1669" y="0"/>
                </a:moveTo>
                <a:cubicBezTo>
                  <a:pt x="1587" y="0"/>
                  <a:pt x="1505" y="8"/>
                  <a:pt x="1430" y="22"/>
                </a:cubicBezTo>
                <a:cubicBezTo>
                  <a:pt x="954" y="112"/>
                  <a:pt x="566" y="380"/>
                  <a:pt x="328" y="797"/>
                </a:cubicBezTo>
                <a:cubicBezTo>
                  <a:pt x="0" y="1482"/>
                  <a:pt x="268" y="2525"/>
                  <a:pt x="1043" y="2764"/>
                </a:cubicBezTo>
                <a:cubicBezTo>
                  <a:pt x="1201" y="2815"/>
                  <a:pt x="1386" y="2840"/>
                  <a:pt x="1581" y="2840"/>
                </a:cubicBezTo>
                <a:cubicBezTo>
                  <a:pt x="2413" y="2840"/>
                  <a:pt x="3423" y="2381"/>
                  <a:pt x="3278" y="1512"/>
                </a:cubicBezTo>
                <a:cubicBezTo>
                  <a:pt x="3218" y="1095"/>
                  <a:pt x="3069" y="738"/>
                  <a:pt x="2801" y="440"/>
                </a:cubicBezTo>
                <a:cubicBezTo>
                  <a:pt x="2563" y="201"/>
                  <a:pt x="2235" y="52"/>
                  <a:pt x="1907" y="22"/>
                </a:cubicBezTo>
                <a:cubicBezTo>
                  <a:pt x="1833" y="8"/>
                  <a:pt x="1751"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72"/>
          <p:cNvSpPr/>
          <p:nvPr/>
        </p:nvSpPr>
        <p:spPr>
          <a:xfrm flipH="1">
            <a:off x="3757298" y="267645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72"/>
          <p:cNvSpPr/>
          <p:nvPr/>
        </p:nvSpPr>
        <p:spPr>
          <a:xfrm flipH="1">
            <a:off x="3603023" y="313191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72"/>
          <p:cNvSpPr/>
          <p:nvPr/>
        </p:nvSpPr>
        <p:spPr>
          <a:xfrm flipH="1">
            <a:off x="4615898" y="220945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72"/>
          <p:cNvSpPr/>
          <p:nvPr/>
        </p:nvSpPr>
        <p:spPr>
          <a:xfrm flipH="1">
            <a:off x="4023973" y="2342678"/>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72"/>
          <p:cNvSpPr/>
          <p:nvPr/>
        </p:nvSpPr>
        <p:spPr>
          <a:xfrm flipH="1">
            <a:off x="3441948" y="2385778"/>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72"/>
          <p:cNvSpPr/>
          <p:nvPr/>
        </p:nvSpPr>
        <p:spPr>
          <a:xfrm flipH="1">
            <a:off x="5025298" y="3562078"/>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72"/>
          <p:cNvSpPr/>
          <p:nvPr/>
        </p:nvSpPr>
        <p:spPr>
          <a:xfrm flipH="1">
            <a:off x="3294873" y="196861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72"/>
          <p:cNvSpPr/>
          <p:nvPr/>
        </p:nvSpPr>
        <p:spPr>
          <a:xfrm flipH="1">
            <a:off x="2325573" y="361245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31"/>
        <p:cNvGrpSpPr/>
        <p:nvPr/>
      </p:nvGrpSpPr>
      <p:grpSpPr>
        <a:xfrm>
          <a:off x="0" y="0"/>
          <a:ext cx="0" cy="0"/>
          <a:chOff x="0" y="0"/>
          <a:chExt cx="0" cy="0"/>
        </a:xfrm>
      </p:grpSpPr>
      <p:sp>
        <p:nvSpPr>
          <p:cNvPr id="2932" name="Google Shape;2932;p73"/>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NEXT ACTIVITIES</a:t>
            </a:r>
            <a:endParaRPr/>
          </a:p>
        </p:txBody>
      </p:sp>
      <p:sp>
        <p:nvSpPr>
          <p:cNvPr id="2933" name="Google Shape;2933;p73"/>
          <p:cNvSpPr txBox="1"/>
          <p:nvPr/>
        </p:nvSpPr>
        <p:spPr>
          <a:xfrm flipH="1">
            <a:off x="2198675" y="1646872"/>
            <a:ext cx="1944300" cy="89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Despite being red, Mars is actually a very cold place</a:t>
            </a:r>
            <a:endParaRPr>
              <a:solidFill>
                <a:schemeClr val="dk1"/>
              </a:solidFill>
              <a:latin typeface="ABeeZee"/>
              <a:ea typeface="ABeeZee"/>
              <a:cs typeface="ABeeZee"/>
              <a:sym typeface="ABeeZee"/>
            </a:endParaRPr>
          </a:p>
        </p:txBody>
      </p:sp>
      <p:sp>
        <p:nvSpPr>
          <p:cNvPr id="2934" name="Google Shape;2934;p73"/>
          <p:cNvSpPr txBox="1"/>
          <p:nvPr/>
        </p:nvSpPr>
        <p:spPr>
          <a:xfrm flipH="1">
            <a:off x="4966000" y="1646872"/>
            <a:ext cx="1944300" cy="89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Mercury is closest planet to the Sun and the smallest</a:t>
            </a:r>
            <a:endParaRPr>
              <a:solidFill>
                <a:schemeClr val="dk1"/>
              </a:solidFill>
              <a:latin typeface="ABeeZee"/>
              <a:ea typeface="ABeeZee"/>
              <a:cs typeface="ABeeZee"/>
              <a:sym typeface="ABeeZee"/>
            </a:endParaRPr>
          </a:p>
        </p:txBody>
      </p:sp>
      <p:sp>
        <p:nvSpPr>
          <p:cNvPr id="2935" name="Google Shape;2935;p73"/>
          <p:cNvSpPr txBox="1"/>
          <p:nvPr/>
        </p:nvSpPr>
        <p:spPr>
          <a:xfrm flipH="1">
            <a:off x="3588263" y="3685516"/>
            <a:ext cx="1944300" cy="869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Neptune is the farthest-known planet from the Sun</a:t>
            </a:r>
            <a:endParaRPr>
              <a:solidFill>
                <a:schemeClr val="dk1"/>
              </a:solidFill>
              <a:latin typeface="ABeeZee"/>
              <a:ea typeface="ABeeZee"/>
              <a:cs typeface="ABeeZee"/>
              <a:sym typeface="ABeeZee"/>
            </a:endParaRPr>
          </a:p>
        </p:txBody>
      </p:sp>
      <p:sp>
        <p:nvSpPr>
          <p:cNvPr id="2936" name="Google Shape;2936;p73"/>
          <p:cNvSpPr txBox="1"/>
          <p:nvPr/>
        </p:nvSpPr>
        <p:spPr>
          <a:xfrm>
            <a:off x="6355319" y="3685516"/>
            <a:ext cx="1944300" cy="869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Earth is the place where we all live. It’s the blue planet</a:t>
            </a:r>
            <a:endParaRPr>
              <a:solidFill>
                <a:schemeClr val="dk1"/>
              </a:solidFill>
              <a:latin typeface="ABeeZee"/>
              <a:ea typeface="ABeeZee"/>
              <a:cs typeface="ABeeZee"/>
              <a:sym typeface="ABeeZee"/>
            </a:endParaRPr>
          </a:p>
        </p:txBody>
      </p:sp>
      <p:sp>
        <p:nvSpPr>
          <p:cNvPr id="2937" name="Google Shape;2937;p73"/>
          <p:cNvSpPr txBox="1"/>
          <p:nvPr/>
        </p:nvSpPr>
        <p:spPr>
          <a:xfrm>
            <a:off x="803725" y="3685516"/>
            <a:ext cx="1944300" cy="869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BeeZee"/>
                <a:ea typeface="ABeeZee"/>
                <a:cs typeface="ABeeZee"/>
                <a:sym typeface="ABeeZee"/>
              </a:rPr>
              <a:t>Venus has a beautiful name and high temperatures</a:t>
            </a:r>
            <a:endParaRPr>
              <a:solidFill>
                <a:schemeClr val="dk1"/>
              </a:solidFill>
              <a:latin typeface="ABeeZee"/>
              <a:ea typeface="ABeeZee"/>
              <a:cs typeface="ABeeZee"/>
              <a:sym typeface="ABeeZee"/>
            </a:endParaRPr>
          </a:p>
        </p:txBody>
      </p:sp>
      <p:sp>
        <p:nvSpPr>
          <p:cNvPr id="2938" name="Google Shape;2938;p73"/>
          <p:cNvSpPr/>
          <p:nvPr/>
        </p:nvSpPr>
        <p:spPr>
          <a:xfrm>
            <a:off x="1347913" y="2416464"/>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Chewy"/>
                <a:ea typeface="Chewy"/>
                <a:cs typeface="Chewy"/>
                <a:sym typeface="Chewy"/>
              </a:rPr>
              <a:t>NOV</a:t>
            </a:r>
            <a:endParaRPr sz="1100">
              <a:solidFill>
                <a:schemeClr val="dk1"/>
              </a:solidFill>
              <a:latin typeface="Caveat Brush"/>
              <a:ea typeface="Caveat Brush"/>
              <a:cs typeface="Caveat Brush"/>
              <a:sym typeface="Caveat Brush"/>
            </a:endParaRPr>
          </a:p>
        </p:txBody>
      </p:sp>
      <p:sp>
        <p:nvSpPr>
          <p:cNvPr id="2939" name="Google Shape;2939;p73"/>
          <p:cNvSpPr/>
          <p:nvPr/>
        </p:nvSpPr>
        <p:spPr>
          <a:xfrm>
            <a:off x="2734388" y="2568864"/>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Chewy"/>
                <a:ea typeface="Chewy"/>
                <a:cs typeface="Chewy"/>
                <a:sym typeface="Chewy"/>
              </a:rPr>
              <a:t>DEC</a:t>
            </a:r>
            <a:endParaRPr sz="1800">
              <a:solidFill>
                <a:schemeClr val="dk1"/>
              </a:solidFill>
              <a:latin typeface="Caveat Brush"/>
              <a:ea typeface="Caveat Brush"/>
              <a:cs typeface="Caveat Brush"/>
              <a:sym typeface="Caveat Brush"/>
            </a:endParaRPr>
          </a:p>
        </p:txBody>
      </p:sp>
      <p:sp>
        <p:nvSpPr>
          <p:cNvPr id="2940" name="Google Shape;2940;p73"/>
          <p:cNvSpPr/>
          <p:nvPr/>
        </p:nvSpPr>
        <p:spPr>
          <a:xfrm>
            <a:off x="4120863" y="2416464"/>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Chewy"/>
                <a:ea typeface="Chewy"/>
                <a:cs typeface="Chewy"/>
                <a:sym typeface="Chewy"/>
              </a:rPr>
              <a:t>JAN</a:t>
            </a:r>
            <a:endParaRPr sz="1800">
              <a:solidFill>
                <a:schemeClr val="dk1"/>
              </a:solidFill>
              <a:latin typeface="Caveat Brush"/>
              <a:ea typeface="Caveat Brush"/>
              <a:cs typeface="Caveat Brush"/>
              <a:sym typeface="Caveat Brush"/>
            </a:endParaRPr>
          </a:p>
        </p:txBody>
      </p:sp>
      <p:sp>
        <p:nvSpPr>
          <p:cNvPr id="2941" name="Google Shape;2941;p73"/>
          <p:cNvSpPr/>
          <p:nvPr/>
        </p:nvSpPr>
        <p:spPr>
          <a:xfrm>
            <a:off x="5507338" y="2568864"/>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Chewy"/>
                <a:ea typeface="Chewy"/>
                <a:cs typeface="Chewy"/>
                <a:sym typeface="Chewy"/>
              </a:rPr>
              <a:t>FEB</a:t>
            </a:r>
            <a:endParaRPr sz="1800">
              <a:solidFill>
                <a:schemeClr val="dk1"/>
              </a:solidFill>
              <a:latin typeface="Caveat Brush"/>
              <a:ea typeface="Caveat Brush"/>
              <a:cs typeface="Caveat Brush"/>
              <a:sym typeface="Caveat Brush"/>
            </a:endParaRPr>
          </a:p>
        </p:txBody>
      </p:sp>
      <p:sp>
        <p:nvSpPr>
          <p:cNvPr id="2942" name="Google Shape;2942;p73"/>
          <p:cNvSpPr/>
          <p:nvPr/>
        </p:nvSpPr>
        <p:spPr>
          <a:xfrm>
            <a:off x="6893813" y="2416464"/>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Chewy"/>
                <a:ea typeface="Chewy"/>
                <a:cs typeface="Chewy"/>
                <a:sym typeface="Chewy"/>
              </a:rPr>
              <a:t>MAR</a:t>
            </a:r>
            <a:endParaRPr sz="1800">
              <a:solidFill>
                <a:schemeClr val="dk1"/>
              </a:solidFill>
              <a:latin typeface="Caveat Brush"/>
              <a:ea typeface="Caveat Brush"/>
              <a:cs typeface="Caveat Brush"/>
              <a:sym typeface="Caveat Brush"/>
            </a:endParaRPr>
          </a:p>
        </p:txBody>
      </p:sp>
      <p:cxnSp>
        <p:nvCxnSpPr>
          <p:cNvPr id="2943" name="Google Shape;2943;p73"/>
          <p:cNvCxnSpPr>
            <a:stCxn id="2938" idx="6"/>
            <a:endCxn id="2939" idx="2"/>
          </p:cNvCxnSpPr>
          <p:nvPr/>
        </p:nvCxnSpPr>
        <p:spPr>
          <a:xfrm>
            <a:off x="2215213" y="2850114"/>
            <a:ext cx="519300" cy="152400"/>
          </a:xfrm>
          <a:prstGeom prst="curvedConnector3">
            <a:avLst>
              <a:gd name="adj1" fmla="val 49988"/>
            </a:avLst>
          </a:prstGeom>
          <a:noFill/>
          <a:ln w="9525" cap="flat" cmpd="sng">
            <a:solidFill>
              <a:schemeClr val="accent1"/>
            </a:solidFill>
            <a:prstDash val="solid"/>
            <a:round/>
            <a:headEnd type="none" w="med" len="med"/>
            <a:tailEnd type="none" w="med" len="med"/>
          </a:ln>
        </p:spPr>
      </p:cxnSp>
      <p:cxnSp>
        <p:nvCxnSpPr>
          <p:cNvPr id="2944" name="Google Shape;2944;p73"/>
          <p:cNvCxnSpPr>
            <a:stCxn id="2939" idx="6"/>
            <a:endCxn id="2940" idx="2"/>
          </p:cNvCxnSpPr>
          <p:nvPr/>
        </p:nvCxnSpPr>
        <p:spPr>
          <a:xfrm rot="10800000" flipH="1">
            <a:off x="3601688" y="2850114"/>
            <a:ext cx="519300" cy="152400"/>
          </a:xfrm>
          <a:prstGeom prst="curvedConnector3">
            <a:avLst>
              <a:gd name="adj1" fmla="val 49988"/>
            </a:avLst>
          </a:prstGeom>
          <a:noFill/>
          <a:ln w="9525" cap="flat" cmpd="sng">
            <a:solidFill>
              <a:schemeClr val="accent1"/>
            </a:solidFill>
            <a:prstDash val="solid"/>
            <a:round/>
            <a:headEnd type="none" w="med" len="med"/>
            <a:tailEnd type="none" w="med" len="med"/>
          </a:ln>
        </p:spPr>
      </p:cxnSp>
      <p:cxnSp>
        <p:nvCxnSpPr>
          <p:cNvPr id="2945" name="Google Shape;2945;p73"/>
          <p:cNvCxnSpPr>
            <a:stCxn id="2940" idx="6"/>
            <a:endCxn id="2941" idx="2"/>
          </p:cNvCxnSpPr>
          <p:nvPr/>
        </p:nvCxnSpPr>
        <p:spPr>
          <a:xfrm>
            <a:off x="4988163" y="2850114"/>
            <a:ext cx="519300" cy="152400"/>
          </a:xfrm>
          <a:prstGeom prst="curvedConnector3">
            <a:avLst>
              <a:gd name="adj1" fmla="val 49988"/>
            </a:avLst>
          </a:prstGeom>
          <a:noFill/>
          <a:ln w="9525" cap="flat" cmpd="sng">
            <a:solidFill>
              <a:schemeClr val="accent1"/>
            </a:solidFill>
            <a:prstDash val="solid"/>
            <a:round/>
            <a:headEnd type="none" w="med" len="med"/>
            <a:tailEnd type="none" w="med" len="med"/>
          </a:ln>
        </p:spPr>
      </p:cxnSp>
      <p:cxnSp>
        <p:nvCxnSpPr>
          <p:cNvPr id="2946" name="Google Shape;2946;p73"/>
          <p:cNvCxnSpPr>
            <a:stCxn id="2941" idx="6"/>
            <a:endCxn id="2942" idx="2"/>
          </p:cNvCxnSpPr>
          <p:nvPr/>
        </p:nvCxnSpPr>
        <p:spPr>
          <a:xfrm rot="10800000" flipH="1">
            <a:off x="6374638" y="2850114"/>
            <a:ext cx="519300" cy="152400"/>
          </a:xfrm>
          <a:prstGeom prst="curvedConnector3">
            <a:avLst>
              <a:gd name="adj1" fmla="val 49988"/>
            </a:avLst>
          </a:prstGeom>
          <a:noFill/>
          <a:ln w="9525" cap="flat" cmpd="sng">
            <a:solidFill>
              <a:schemeClr val="accent1"/>
            </a:solidFill>
            <a:prstDash val="solid"/>
            <a:round/>
            <a:headEnd type="none" w="med" len="med"/>
            <a:tailEnd type="none" w="med" len="med"/>
          </a:ln>
        </p:spPr>
      </p:cxnSp>
      <p:sp>
        <p:nvSpPr>
          <p:cNvPr id="2947" name="Google Shape;2947;p73"/>
          <p:cNvSpPr/>
          <p:nvPr/>
        </p:nvSpPr>
        <p:spPr>
          <a:xfrm>
            <a:off x="7528323" y="1726547"/>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8" name="Google Shape;2948;p73"/>
          <p:cNvGrpSpPr/>
          <p:nvPr/>
        </p:nvGrpSpPr>
        <p:grpSpPr>
          <a:xfrm>
            <a:off x="6954679" y="-703696"/>
            <a:ext cx="2865902" cy="2866186"/>
            <a:chOff x="7229917" y="-939609"/>
            <a:chExt cx="2865902" cy="2866186"/>
          </a:xfrm>
        </p:grpSpPr>
        <p:grpSp>
          <p:nvGrpSpPr>
            <p:cNvPr id="2949" name="Google Shape;2949;p73"/>
            <p:cNvGrpSpPr/>
            <p:nvPr/>
          </p:nvGrpSpPr>
          <p:grpSpPr>
            <a:xfrm>
              <a:off x="7229917" y="-938831"/>
              <a:ext cx="2865902" cy="2666882"/>
              <a:chOff x="7229917" y="-938831"/>
              <a:chExt cx="2865902" cy="2666882"/>
            </a:xfrm>
          </p:grpSpPr>
          <p:sp>
            <p:nvSpPr>
              <p:cNvPr id="2950" name="Google Shape;2950;p73"/>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1" name="Google Shape;2951;p73"/>
              <p:cNvGrpSpPr/>
              <p:nvPr/>
            </p:nvGrpSpPr>
            <p:grpSpPr>
              <a:xfrm rot="8100000">
                <a:off x="8939114" y="1159920"/>
                <a:ext cx="70212" cy="266577"/>
                <a:chOff x="5735123" y="3863031"/>
                <a:chExt cx="70213" cy="266579"/>
              </a:xfrm>
            </p:grpSpPr>
            <p:sp>
              <p:nvSpPr>
                <p:cNvPr id="2952" name="Google Shape;2952;p73"/>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73"/>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54" name="Google Shape;2954;p73"/>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5" name="Google Shape;2955;p73"/>
            <p:cNvGrpSpPr/>
            <p:nvPr/>
          </p:nvGrpSpPr>
          <p:grpSpPr>
            <a:xfrm rot="-3298310">
              <a:off x="8268470" y="-365522"/>
              <a:ext cx="781177" cy="840852"/>
              <a:chOff x="8604632" y="-457076"/>
              <a:chExt cx="781149" cy="840821"/>
            </a:xfrm>
          </p:grpSpPr>
          <p:sp>
            <p:nvSpPr>
              <p:cNvPr id="2956" name="Google Shape;2956;p73"/>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73"/>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73"/>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73"/>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73"/>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73"/>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73"/>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73"/>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64" name="Google Shape;2964;p73"/>
          <p:cNvSpPr/>
          <p:nvPr/>
        </p:nvSpPr>
        <p:spPr>
          <a:xfrm>
            <a:off x="6078178" y="795253"/>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73"/>
          <p:cNvSpPr txBox="1"/>
          <p:nvPr/>
        </p:nvSpPr>
        <p:spPr>
          <a:xfrm flipH="1">
            <a:off x="2198675" y="1445981"/>
            <a:ext cx="1944300" cy="38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700">
                <a:solidFill>
                  <a:schemeClr val="accent1"/>
                </a:solidFill>
                <a:latin typeface="Chewy"/>
                <a:ea typeface="Chewy"/>
                <a:cs typeface="Chewy"/>
                <a:sym typeface="Chewy"/>
              </a:rPr>
              <a:t>Mars</a:t>
            </a:r>
            <a:endParaRPr sz="2800">
              <a:solidFill>
                <a:schemeClr val="accent1"/>
              </a:solidFill>
              <a:latin typeface="Caveat Brush"/>
              <a:ea typeface="Caveat Brush"/>
              <a:cs typeface="Caveat Brush"/>
              <a:sym typeface="Caveat Brush"/>
            </a:endParaRPr>
          </a:p>
        </p:txBody>
      </p:sp>
      <p:sp>
        <p:nvSpPr>
          <p:cNvPr id="2966" name="Google Shape;2966;p73"/>
          <p:cNvSpPr txBox="1"/>
          <p:nvPr/>
        </p:nvSpPr>
        <p:spPr>
          <a:xfrm flipH="1">
            <a:off x="4968850" y="1445981"/>
            <a:ext cx="1944300" cy="38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700">
                <a:solidFill>
                  <a:schemeClr val="accent1"/>
                </a:solidFill>
                <a:latin typeface="Chewy"/>
                <a:ea typeface="Chewy"/>
                <a:cs typeface="Chewy"/>
                <a:sym typeface="Chewy"/>
              </a:rPr>
              <a:t>Mercury</a:t>
            </a:r>
            <a:endParaRPr sz="2800">
              <a:solidFill>
                <a:schemeClr val="accent1"/>
              </a:solidFill>
              <a:latin typeface="Caveat Brush"/>
              <a:ea typeface="Caveat Brush"/>
              <a:cs typeface="Caveat Brush"/>
              <a:sym typeface="Caveat Brush"/>
            </a:endParaRPr>
          </a:p>
        </p:txBody>
      </p:sp>
      <p:sp>
        <p:nvSpPr>
          <p:cNvPr id="2967" name="Google Shape;2967;p73"/>
          <p:cNvSpPr txBox="1"/>
          <p:nvPr/>
        </p:nvSpPr>
        <p:spPr>
          <a:xfrm flipH="1">
            <a:off x="803725" y="3478910"/>
            <a:ext cx="1944300" cy="38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700">
                <a:solidFill>
                  <a:schemeClr val="accent1"/>
                </a:solidFill>
                <a:latin typeface="Chewy"/>
                <a:ea typeface="Chewy"/>
                <a:cs typeface="Chewy"/>
                <a:sym typeface="Chewy"/>
              </a:rPr>
              <a:t>Venus</a:t>
            </a:r>
            <a:endParaRPr sz="2800">
              <a:solidFill>
                <a:schemeClr val="accent1"/>
              </a:solidFill>
              <a:latin typeface="Caveat Brush"/>
              <a:ea typeface="Caveat Brush"/>
              <a:cs typeface="Caveat Brush"/>
              <a:sym typeface="Caveat Brush"/>
            </a:endParaRPr>
          </a:p>
        </p:txBody>
      </p:sp>
      <p:sp>
        <p:nvSpPr>
          <p:cNvPr id="2968" name="Google Shape;2968;p73"/>
          <p:cNvSpPr txBox="1"/>
          <p:nvPr/>
        </p:nvSpPr>
        <p:spPr>
          <a:xfrm flipH="1">
            <a:off x="3588263" y="3478910"/>
            <a:ext cx="1944300" cy="38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700">
                <a:solidFill>
                  <a:schemeClr val="accent1"/>
                </a:solidFill>
                <a:latin typeface="Chewy"/>
                <a:ea typeface="Chewy"/>
                <a:cs typeface="Chewy"/>
                <a:sym typeface="Chewy"/>
              </a:rPr>
              <a:t>Neptune</a:t>
            </a:r>
            <a:endParaRPr sz="2800">
              <a:solidFill>
                <a:schemeClr val="accent1"/>
              </a:solidFill>
              <a:latin typeface="Caveat Brush"/>
              <a:ea typeface="Caveat Brush"/>
              <a:cs typeface="Caveat Brush"/>
              <a:sym typeface="Caveat Brush"/>
            </a:endParaRPr>
          </a:p>
        </p:txBody>
      </p:sp>
      <p:sp>
        <p:nvSpPr>
          <p:cNvPr id="2969" name="Google Shape;2969;p73"/>
          <p:cNvSpPr txBox="1"/>
          <p:nvPr/>
        </p:nvSpPr>
        <p:spPr>
          <a:xfrm flipH="1">
            <a:off x="6355319" y="3478910"/>
            <a:ext cx="1944300" cy="384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700">
                <a:solidFill>
                  <a:schemeClr val="accent1"/>
                </a:solidFill>
                <a:latin typeface="Chewy"/>
                <a:ea typeface="Chewy"/>
                <a:cs typeface="Chewy"/>
                <a:sym typeface="Chewy"/>
              </a:rPr>
              <a:t>Earth</a:t>
            </a:r>
            <a:endParaRPr sz="2800">
              <a:solidFill>
                <a:schemeClr val="accent1"/>
              </a:solidFill>
              <a:latin typeface="Caveat Brush"/>
              <a:ea typeface="Caveat Brush"/>
              <a:cs typeface="Caveat Brush"/>
              <a:sym typeface="Caveat Brush"/>
            </a:endParaRPr>
          </a:p>
        </p:txBody>
      </p:sp>
      <p:sp>
        <p:nvSpPr>
          <p:cNvPr id="2970" name="Google Shape;2970;p73"/>
          <p:cNvSpPr/>
          <p:nvPr/>
        </p:nvSpPr>
        <p:spPr>
          <a:xfrm>
            <a:off x="4502873" y="1719535"/>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74"/>
        <p:cNvGrpSpPr/>
        <p:nvPr/>
      </p:nvGrpSpPr>
      <p:grpSpPr>
        <a:xfrm>
          <a:off x="0" y="0"/>
          <a:ext cx="0" cy="0"/>
          <a:chOff x="0" y="0"/>
          <a:chExt cx="0" cy="0"/>
        </a:xfrm>
      </p:grpSpPr>
      <p:sp>
        <p:nvSpPr>
          <p:cNvPr id="2975" name="Google Shape;2975;p74"/>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STUFF YOU CAN RECYCLE</a:t>
            </a:r>
            <a:endParaRPr/>
          </a:p>
        </p:txBody>
      </p:sp>
      <p:sp>
        <p:nvSpPr>
          <p:cNvPr id="2976" name="Google Shape;2976;p74"/>
          <p:cNvSpPr txBox="1"/>
          <p:nvPr/>
        </p:nvSpPr>
        <p:spPr>
          <a:xfrm flipH="1">
            <a:off x="685921" y="1819975"/>
            <a:ext cx="2123700" cy="527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700">
                <a:solidFill>
                  <a:schemeClr val="accent1"/>
                </a:solidFill>
                <a:latin typeface="Chewy"/>
                <a:ea typeface="Chewy"/>
                <a:cs typeface="Chewy"/>
                <a:sym typeface="Chewy"/>
              </a:rPr>
              <a:t>Bottles</a:t>
            </a:r>
            <a:endParaRPr sz="2800">
              <a:solidFill>
                <a:schemeClr val="accent1"/>
              </a:solidFill>
              <a:latin typeface="Caveat Brush"/>
              <a:ea typeface="Caveat Brush"/>
              <a:cs typeface="Caveat Brush"/>
              <a:sym typeface="Caveat Brush"/>
            </a:endParaRPr>
          </a:p>
        </p:txBody>
      </p:sp>
      <p:sp>
        <p:nvSpPr>
          <p:cNvPr id="2977" name="Google Shape;2977;p74"/>
          <p:cNvSpPr txBox="1"/>
          <p:nvPr/>
        </p:nvSpPr>
        <p:spPr>
          <a:xfrm flipH="1">
            <a:off x="685905" y="2199125"/>
            <a:ext cx="2123700" cy="484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BeeZee"/>
                <a:ea typeface="ABeeZee"/>
                <a:cs typeface="ABeeZee"/>
                <a:sym typeface="ABeeZee"/>
              </a:rPr>
              <a:t>Venus has extremely high temperatures</a:t>
            </a:r>
            <a:endParaRPr>
              <a:solidFill>
                <a:schemeClr val="dk1"/>
              </a:solidFill>
              <a:latin typeface="ABeeZee"/>
              <a:ea typeface="ABeeZee"/>
              <a:cs typeface="ABeeZee"/>
              <a:sym typeface="ABeeZee"/>
            </a:endParaRPr>
          </a:p>
        </p:txBody>
      </p:sp>
      <p:sp>
        <p:nvSpPr>
          <p:cNvPr id="2978" name="Google Shape;2978;p74"/>
          <p:cNvSpPr txBox="1"/>
          <p:nvPr/>
        </p:nvSpPr>
        <p:spPr>
          <a:xfrm flipH="1">
            <a:off x="6334395" y="3329025"/>
            <a:ext cx="21237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accent1"/>
                </a:solidFill>
                <a:latin typeface="Chewy"/>
                <a:ea typeface="Chewy"/>
                <a:cs typeface="Chewy"/>
                <a:sym typeface="Chewy"/>
              </a:rPr>
              <a:t>Cups</a:t>
            </a:r>
            <a:endParaRPr sz="2700">
              <a:solidFill>
                <a:schemeClr val="accent1"/>
              </a:solidFill>
              <a:latin typeface="Chewy"/>
              <a:ea typeface="Chewy"/>
              <a:cs typeface="Chewy"/>
              <a:sym typeface="Chewy"/>
            </a:endParaRPr>
          </a:p>
        </p:txBody>
      </p:sp>
      <p:sp>
        <p:nvSpPr>
          <p:cNvPr id="2979" name="Google Shape;2979;p74"/>
          <p:cNvSpPr txBox="1"/>
          <p:nvPr/>
        </p:nvSpPr>
        <p:spPr>
          <a:xfrm flipH="1">
            <a:off x="6334275" y="2199125"/>
            <a:ext cx="2123700"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BeeZee"/>
                <a:ea typeface="ABeeZee"/>
                <a:cs typeface="ABeeZee"/>
                <a:sym typeface="ABeeZee"/>
              </a:rPr>
              <a:t>Mars is actually a very cold place</a:t>
            </a:r>
            <a:endParaRPr>
              <a:solidFill>
                <a:schemeClr val="dk1"/>
              </a:solidFill>
              <a:latin typeface="ABeeZee"/>
              <a:ea typeface="ABeeZee"/>
              <a:cs typeface="ABeeZee"/>
              <a:sym typeface="ABeeZee"/>
            </a:endParaRPr>
          </a:p>
        </p:txBody>
      </p:sp>
      <p:sp>
        <p:nvSpPr>
          <p:cNvPr id="2980" name="Google Shape;2980;p74"/>
          <p:cNvSpPr txBox="1"/>
          <p:nvPr/>
        </p:nvSpPr>
        <p:spPr>
          <a:xfrm flipH="1">
            <a:off x="6334275" y="3708175"/>
            <a:ext cx="2123700"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BeeZee"/>
                <a:ea typeface="ABeeZee"/>
                <a:cs typeface="ABeeZee"/>
                <a:sym typeface="ABeeZee"/>
              </a:rPr>
              <a:t>Mercury is the closest planet to the Sun</a:t>
            </a:r>
            <a:endParaRPr>
              <a:solidFill>
                <a:schemeClr val="dk1"/>
              </a:solidFill>
              <a:latin typeface="ABeeZee"/>
              <a:ea typeface="ABeeZee"/>
              <a:cs typeface="ABeeZee"/>
              <a:sym typeface="ABeeZee"/>
            </a:endParaRPr>
          </a:p>
        </p:txBody>
      </p:sp>
      <p:sp>
        <p:nvSpPr>
          <p:cNvPr id="2981" name="Google Shape;2981;p74"/>
          <p:cNvSpPr txBox="1"/>
          <p:nvPr/>
        </p:nvSpPr>
        <p:spPr>
          <a:xfrm flipH="1">
            <a:off x="685921" y="3329025"/>
            <a:ext cx="2123700" cy="527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700">
                <a:solidFill>
                  <a:schemeClr val="accent1"/>
                </a:solidFill>
                <a:latin typeface="Chewy"/>
                <a:ea typeface="Chewy"/>
                <a:cs typeface="Chewy"/>
                <a:sym typeface="Chewy"/>
              </a:rPr>
              <a:t>Batteries</a:t>
            </a:r>
            <a:endParaRPr sz="2800">
              <a:solidFill>
                <a:schemeClr val="accent1"/>
              </a:solidFill>
              <a:latin typeface="Caveat Brush"/>
              <a:ea typeface="Caveat Brush"/>
              <a:cs typeface="Caveat Brush"/>
              <a:sym typeface="Caveat Brush"/>
            </a:endParaRPr>
          </a:p>
        </p:txBody>
      </p:sp>
      <p:sp>
        <p:nvSpPr>
          <p:cNvPr id="2982" name="Google Shape;2982;p74"/>
          <p:cNvSpPr txBox="1"/>
          <p:nvPr/>
        </p:nvSpPr>
        <p:spPr>
          <a:xfrm flipH="1">
            <a:off x="685905" y="3708175"/>
            <a:ext cx="2123700" cy="484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BeeZee"/>
                <a:ea typeface="ABeeZee"/>
                <a:cs typeface="ABeeZee"/>
                <a:sym typeface="ABeeZee"/>
              </a:rPr>
              <a:t>Saturn is a gas giant and has several rings</a:t>
            </a:r>
            <a:endParaRPr>
              <a:solidFill>
                <a:schemeClr val="dk1"/>
              </a:solidFill>
              <a:latin typeface="ABeeZee"/>
              <a:ea typeface="ABeeZee"/>
              <a:cs typeface="ABeeZee"/>
              <a:sym typeface="ABeeZee"/>
            </a:endParaRPr>
          </a:p>
        </p:txBody>
      </p:sp>
      <p:sp>
        <p:nvSpPr>
          <p:cNvPr id="2983" name="Google Shape;2983;p74"/>
          <p:cNvSpPr txBox="1"/>
          <p:nvPr/>
        </p:nvSpPr>
        <p:spPr>
          <a:xfrm flipH="1">
            <a:off x="6334395" y="1819975"/>
            <a:ext cx="21237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accent1"/>
                </a:solidFill>
                <a:latin typeface="Chewy"/>
                <a:ea typeface="Chewy"/>
                <a:cs typeface="Chewy"/>
                <a:sym typeface="Chewy"/>
              </a:rPr>
              <a:t>Light bulbs</a:t>
            </a:r>
            <a:endParaRPr sz="2800">
              <a:solidFill>
                <a:schemeClr val="accent1"/>
              </a:solidFill>
              <a:latin typeface="Caveat Brush"/>
              <a:ea typeface="Caveat Brush"/>
              <a:cs typeface="Caveat Brush"/>
              <a:sym typeface="Caveat Brush"/>
            </a:endParaRPr>
          </a:p>
        </p:txBody>
      </p:sp>
      <p:grpSp>
        <p:nvGrpSpPr>
          <p:cNvPr id="2984" name="Google Shape;2984;p74"/>
          <p:cNvGrpSpPr/>
          <p:nvPr/>
        </p:nvGrpSpPr>
        <p:grpSpPr>
          <a:xfrm>
            <a:off x="3023025" y="1521261"/>
            <a:ext cx="3097322" cy="3051899"/>
            <a:chOff x="3023025" y="1521261"/>
            <a:chExt cx="3097322" cy="3051899"/>
          </a:xfrm>
        </p:grpSpPr>
        <p:sp>
          <p:nvSpPr>
            <p:cNvPr id="2985" name="Google Shape;2985;p74"/>
            <p:cNvSpPr/>
            <p:nvPr/>
          </p:nvSpPr>
          <p:spPr>
            <a:xfrm>
              <a:off x="3023025" y="1686049"/>
              <a:ext cx="2941015" cy="2679432"/>
            </a:xfrm>
            <a:custGeom>
              <a:avLst/>
              <a:gdLst/>
              <a:ahLst/>
              <a:cxnLst/>
              <a:rect l="l" t="t" r="r" b="b"/>
              <a:pathLst>
                <a:path w="99367" h="90529" extrusionOk="0">
                  <a:moveTo>
                    <a:pt x="49685" y="0"/>
                  </a:moveTo>
                  <a:cubicBezTo>
                    <a:pt x="38101" y="0"/>
                    <a:pt x="26518" y="4417"/>
                    <a:pt x="17684" y="13251"/>
                  </a:cubicBezTo>
                  <a:cubicBezTo>
                    <a:pt x="0" y="30935"/>
                    <a:pt x="0" y="59598"/>
                    <a:pt x="17684" y="77266"/>
                  </a:cubicBezTo>
                  <a:cubicBezTo>
                    <a:pt x="26518" y="86108"/>
                    <a:pt x="38101" y="90529"/>
                    <a:pt x="49685" y="90529"/>
                  </a:cubicBezTo>
                  <a:cubicBezTo>
                    <a:pt x="61270" y="90529"/>
                    <a:pt x="72857" y="86108"/>
                    <a:pt x="81698" y="77266"/>
                  </a:cubicBezTo>
                  <a:cubicBezTo>
                    <a:pt x="99367" y="59598"/>
                    <a:pt x="99367" y="30935"/>
                    <a:pt x="81698" y="13251"/>
                  </a:cubicBezTo>
                  <a:cubicBezTo>
                    <a:pt x="72857" y="4417"/>
                    <a:pt x="61270" y="0"/>
                    <a:pt x="496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74"/>
            <p:cNvSpPr/>
            <p:nvPr/>
          </p:nvSpPr>
          <p:spPr>
            <a:xfrm>
              <a:off x="5133510" y="2836238"/>
              <a:ext cx="707735" cy="961268"/>
            </a:xfrm>
            <a:custGeom>
              <a:avLst/>
              <a:gdLst/>
              <a:ahLst/>
              <a:cxnLst/>
              <a:rect l="l" t="t" r="r" b="b"/>
              <a:pathLst>
                <a:path w="23912" h="32478" extrusionOk="0">
                  <a:moveTo>
                    <a:pt x="19800" y="6213"/>
                  </a:moveTo>
                  <a:cubicBezTo>
                    <a:pt x="15509" y="4380"/>
                    <a:pt x="11308" y="2310"/>
                    <a:pt x="7241" y="1"/>
                  </a:cubicBezTo>
                  <a:cubicBezTo>
                    <a:pt x="6824" y="1520"/>
                    <a:pt x="6422" y="3040"/>
                    <a:pt x="6020" y="4559"/>
                  </a:cubicBezTo>
                  <a:cubicBezTo>
                    <a:pt x="5319" y="7211"/>
                    <a:pt x="4649" y="9863"/>
                    <a:pt x="3949" y="12514"/>
                  </a:cubicBezTo>
                  <a:cubicBezTo>
                    <a:pt x="2653" y="17431"/>
                    <a:pt x="1327" y="22332"/>
                    <a:pt x="105" y="27203"/>
                  </a:cubicBezTo>
                  <a:cubicBezTo>
                    <a:pt x="1" y="27621"/>
                    <a:pt x="105" y="28738"/>
                    <a:pt x="1312" y="29200"/>
                  </a:cubicBezTo>
                  <a:cubicBezTo>
                    <a:pt x="1684" y="29349"/>
                    <a:pt x="8791" y="32135"/>
                    <a:pt x="9223" y="32283"/>
                  </a:cubicBezTo>
                  <a:cubicBezTo>
                    <a:pt x="9729" y="32477"/>
                    <a:pt x="10951" y="32477"/>
                    <a:pt x="11383" y="31598"/>
                  </a:cubicBezTo>
                  <a:cubicBezTo>
                    <a:pt x="11800" y="30779"/>
                    <a:pt x="12247" y="29974"/>
                    <a:pt x="12679" y="29140"/>
                  </a:cubicBezTo>
                  <a:cubicBezTo>
                    <a:pt x="16403" y="22004"/>
                    <a:pt x="20187" y="14973"/>
                    <a:pt x="23912" y="7881"/>
                  </a:cubicBezTo>
                  <a:cubicBezTo>
                    <a:pt x="22526" y="7345"/>
                    <a:pt x="21155" y="6794"/>
                    <a:pt x="19800" y="621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74"/>
            <p:cNvSpPr/>
            <p:nvPr/>
          </p:nvSpPr>
          <p:spPr>
            <a:xfrm>
              <a:off x="5320476" y="2656552"/>
              <a:ext cx="571912" cy="414306"/>
            </a:xfrm>
            <a:custGeom>
              <a:avLst/>
              <a:gdLst/>
              <a:ahLst/>
              <a:cxnLst/>
              <a:rect l="l" t="t" r="r" b="b"/>
              <a:pathLst>
                <a:path w="19323" h="13998" extrusionOk="0">
                  <a:moveTo>
                    <a:pt x="9034" y="1"/>
                  </a:moveTo>
                  <a:cubicBezTo>
                    <a:pt x="7344" y="1"/>
                    <a:pt x="5859" y="488"/>
                    <a:pt x="4619" y="1289"/>
                  </a:cubicBezTo>
                  <a:cubicBezTo>
                    <a:pt x="3025" y="2332"/>
                    <a:pt x="1773" y="3718"/>
                    <a:pt x="641" y="5848"/>
                  </a:cubicBezTo>
                  <a:cubicBezTo>
                    <a:pt x="418" y="6265"/>
                    <a:pt x="90" y="6861"/>
                    <a:pt x="1" y="7353"/>
                  </a:cubicBezTo>
                  <a:cubicBezTo>
                    <a:pt x="328" y="7397"/>
                    <a:pt x="641" y="7472"/>
                    <a:pt x="939" y="7576"/>
                  </a:cubicBezTo>
                  <a:cubicBezTo>
                    <a:pt x="2786" y="8113"/>
                    <a:pt x="4708" y="9006"/>
                    <a:pt x="6541" y="9632"/>
                  </a:cubicBezTo>
                  <a:cubicBezTo>
                    <a:pt x="7285" y="9885"/>
                    <a:pt x="8030" y="10109"/>
                    <a:pt x="8760" y="10392"/>
                  </a:cubicBezTo>
                  <a:cubicBezTo>
                    <a:pt x="10325" y="11003"/>
                    <a:pt x="11784" y="11628"/>
                    <a:pt x="13230" y="12194"/>
                  </a:cubicBezTo>
                  <a:cubicBezTo>
                    <a:pt x="13602" y="12343"/>
                    <a:pt x="13960" y="12507"/>
                    <a:pt x="14332" y="12641"/>
                  </a:cubicBezTo>
                  <a:cubicBezTo>
                    <a:pt x="15405" y="13029"/>
                    <a:pt x="16552" y="13371"/>
                    <a:pt x="17669" y="13759"/>
                  </a:cubicBezTo>
                  <a:cubicBezTo>
                    <a:pt x="17863" y="13818"/>
                    <a:pt x="18056" y="13893"/>
                    <a:pt x="18235" y="13997"/>
                  </a:cubicBezTo>
                  <a:cubicBezTo>
                    <a:pt x="18310" y="13818"/>
                    <a:pt x="18369" y="13610"/>
                    <a:pt x="18444" y="13386"/>
                  </a:cubicBezTo>
                  <a:cubicBezTo>
                    <a:pt x="18846" y="12284"/>
                    <a:pt x="19084" y="11122"/>
                    <a:pt x="19174" y="9945"/>
                  </a:cubicBezTo>
                  <a:cubicBezTo>
                    <a:pt x="19323" y="7010"/>
                    <a:pt x="18354" y="4924"/>
                    <a:pt x="16254" y="2958"/>
                  </a:cubicBezTo>
                  <a:cubicBezTo>
                    <a:pt x="15107" y="1885"/>
                    <a:pt x="13751" y="1066"/>
                    <a:pt x="12276" y="559"/>
                  </a:cubicBezTo>
                  <a:cubicBezTo>
                    <a:pt x="11128" y="175"/>
                    <a:pt x="10044" y="1"/>
                    <a:pt x="90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74"/>
            <p:cNvSpPr/>
            <p:nvPr/>
          </p:nvSpPr>
          <p:spPr>
            <a:xfrm>
              <a:off x="5596056" y="2703079"/>
              <a:ext cx="63516" cy="60882"/>
            </a:xfrm>
            <a:custGeom>
              <a:avLst/>
              <a:gdLst/>
              <a:ahLst/>
              <a:cxnLst/>
              <a:rect l="l" t="t" r="r" b="b"/>
              <a:pathLst>
                <a:path w="2146" h="2057" extrusionOk="0">
                  <a:moveTo>
                    <a:pt x="1028" y="135"/>
                  </a:moveTo>
                  <a:cubicBezTo>
                    <a:pt x="1565" y="254"/>
                    <a:pt x="2146" y="909"/>
                    <a:pt x="1937" y="1386"/>
                  </a:cubicBezTo>
                  <a:cubicBezTo>
                    <a:pt x="1654" y="2056"/>
                    <a:pt x="418" y="1326"/>
                    <a:pt x="209" y="805"/>
                  </a:cubicBezTo>
                  <a:cubicBezTo>
                    <a:pt x="0" y="284"/>
                    <a:pt x="447" y="1"/>
                    <a:pt x="1028" y="13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74"/>
            <p:cNvSpPr/>
            <p:nvPr/>
          </p:nvSpPr>
          <p:spPr>
            <a:xfrm>
              <a:off x="5404266" y="2711455"/>
              <a:ext cx="191377" cy="159205"/>
            </a:xfrm>
            <a:custGeom>
              <a:avLst/>
              <a:gdLst/>
              <a:ahLst/>
              <a:cxnLst/>
              <a:rect l="l" t="t" r="r" b="b"/>
              <a:pathLst>
                <a:path w="6466" h="5379" extrusionOk="0">
                  <a:moveTo>
                    <a:pt x="5721" y="90"/>
                  </a:moveTo>
                  <a:cubicBezTo>
                    <a:pt x="6034" y="194"/>
                    <a:pt x="6466" y="522"/>
                    <a:pt x="6361" y="909"/>
                  </a:cubicBezTo>
                  <a:cubicBezTo>
                    <a:pt x="6287" y="1163"/>
                    <a:pt x="6108" y="1356"/>
                    <a:pt x="5855" y="1461"/>
                  </a:cubicBezTo>
                  <a:cubicBezTo>
                    <a:pt x="5304" y="1788"/>
                    <a:pt x="4529" y="1952"/>
                    <a:pt x="4052" y="2325"/>
                  </a:cubicBezTo>
                  <a:cubicBezTo>
                    <a:pt x="3129" y="3055"/>
                    <a:pt x="2652" y="4306"/>
                    <a:pt x="1847" y="4872"/>
                  </a:cubicBezTo>
                  <a:cubicBezTo>
                    <a:pt x="1534" y="5096"/>
                    <a:pt x="1013" y="5379"/>
                    <a:pt x="566" y="5170"/>
                  </a:cubicBezTo>
                  <a:cubicBezTo>
                    <a:pt x="75" y="4961"/>
                    <a:pt x="0" y="4142"/>
                    <a:pt x="209" y="3546"/>
                  </a:cubicBezTo>
                  <a:cubicBezTo>
                    <a:pt x="507" y="2742"/>
                    <a:pt x="1251" y="1982"/>
                    <a:pt x="1803" y="1520"/>
                  </a:cubicBezTo>
                  <a:cubicBezTo>
                    <a:pt x="2086" y="1267"/>
                    <a:pt x="2399" y="1043"/>
                    <a:pt x="2726" y="850"/>
                  </a:cubicBezTo>
                  <a:cubicBezTo>
                    <a:pt x="3307" y="462"/>
                    <a:pt x="3978" y="194"/>
                    <a:pt x="4663" y="75"/>
                  </a:cubicBezTo>
                  <a:cubicBezTo>
                    <a:pt x="5006" y="1"/>
                    <a:pt x="5363" y="15"/>
                    <a:pt x="5721" y="9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74"/>
            <p:cNvSpPr/>
            <p:nvPr/>
          </p:nvSpPr>
          <p:spPr>
            <a:xfrm>
              <a:off x="5400714" y="3621105"/>
              <a:ext cx="93084" cy="133633"/>
            </a:xfrm>
            <a:custGeom>
              <a:avLst/>
              <a:gdLst/>
              <a:ahLst/>
              <a:cxnLst/>
              <a:rect l="l" t="t" r="r" b="b"/>
              <a:pathLst>
                <a:path w="3145" h="4515" extrusionOk="0">
                  <a:moveTo>
                    <a:pt x="16" y="4231"/>
                  </a:moveTo>
                  <a:cubicBezTo>
                    <a:pt x="1" y="3441"/>
                    <a:pt x="656" y="2294"/>
                    <a:pt x="1357" y="1222"/>
                  </a:cubicBezTo>
                  <a:cubicBezTo>
                    <a:pt x="1669" y="745"/>
                    <a:pt x="2161" y="0"/>
                    <a:pt x="2608" y="224"/>
                  </a:cubicBezTo>
                  <a:cubicBezTo>
                    <a:pt x="3144" y="507"/>
                    <a:pt x="2712" y="1430"/>
                    <a:pt x="2548" y="1773"/>
                  </a:cubicBezTo>
                  <a:cubicBezTo>
                    <a:pt x="2057" y="2831"/>
                    <a:pt x="1237" y="4008"/>
                    <a:pt x="612" y="4499"/>
                  </a:cubicBezTo>
                  <a:cubicBezTo>
                    <a:pt x="388" y="4514"/>
                    <a:pt x="165" y="4410"/>
                    <a:pt x="16" y="423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74"/>
            <p:cNvSpPr/>
            <p:nvPr/>
          </p:nvSpPr>
          <p:spPr>
            <a:xfrm>
              <a:off x="5372952" y="3554955"/>
              <a:ext cx="72780" cy="86010"/>
            </a:xfrm>
            <a:custGeom>
              <a:avLst/>
              <a:gdLst/>
              <a:ahLst/>
              <a:cxnLst/>
              <a:rect l="l" t="t" r="r" b="b"/>
              <a:pathLst>
                <a:path w="2459" h="2906" extrusionOk="0">
                  <a:moveTo>
                    <a:pt x="1207" y="2831"/>
                  </a:moveTo>
                  <a:cubicBezTo>
                    <a:pt x="0" y="2488"/>
                    <a:pt x="1177" y="1"/>
                    <a:pt x="2071" y="552"/>
                  </a:cubicBezTo>
                  <a:cubicBezTo>
                    <a:pt x="2458" y="790"/>
                    <a:pt x="2324" y="2205"/>
                    <a:pt x="1848" y="2697"/>
                  </a:cubicBezTo>
                  <a:cubicBezTo>
                    <a:pt x="1669" y="2846"/>
                    <a:pt x="1430" y="2906"/>
                    <a:pt x="1207" y="283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74"/>
            <p:cNvSpPr/>
            <p:nvPr/>
          </p:nvSpPr>
          <p:spPr>
            <a:xfrm>
              <a:off x="5719506" y="3130793"/>
              <a:ext cx="44574" cy="86010"/>
            </a:xfrm>
            <a:custGeom>
              <a:avLst/>
              <a:gdLst/>
              <a:ahLst/>
              <a:cxnLst/>
              <a:rect l="l" t="t" r="r" b="b"/>
              <a:pathLst>
                <a:path w="1506" h="2906" extrusionOk="0">
                  <a:moveTo>
                    <a:pt x="582" y="2816"/>
                  </a:moveTo>
                  <a:cubicBezTo>
                    <a:pt x="135" y="2741"/>
                    <a:pt x="1" y="2101"/>
                    <a:pt x="90" y="1460"/>
                  </a:cubicBezTo>
                  <a:cubicBezTo>
                    <a:pt x="165" y="954"/>
                    <a:pt x="552" y="0"/>
                    <a:pt x="1088" y="268"/>
                  </a:cubicBezTo>
                  <a:cubicBezTo>
                    <a:pt x="1327" y="387"/>
                    <a:pt x="1505" y="879"/>
                    <a:pt x="1446" y="1415"/>
                  </a:cubicBezTo>
                  <a:cubicBezTo>
                    <a:pt x="1356" y="2041"/>
                    <a:pt x="1148" y="2905"/>
                    <a:pt x="582" y="281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74"/>
            <p:cNvSpPr/>
            <p:nvPr/>
          </p:nvSpPr>
          <p:spPr>
            <a:xfrm>
              <a:off x="5464674" y="2585784"/>
              <a:ext cx="655673" cy="668933"/>
            </a:xfrm>
            <a:custGeom>
              <a:avLst/>
              <a:gdLst/>
              <a:ahLst/>
              <a:cxnLst/>
              <a:rect l="l" t="t" r="r" b="b"/>
              <a:pathLst>
                <a:path w="22153" h="22601" extrusionOk="0">
                  <a:moveTo>
                    <a:pt x="11337" y="1"/>
                  </a:moveTo>
                  <a:lnTo>
                    <a:pt x="0" y="21572"/>
                  </a:lnTo>
                  <a:lnTo>
                    <a:pt x="2056" y="22600"/>
                  </a:lnTo>
                  <a:lnTo>
                    <a:pt x="12335" y="3383"/>
                  </a:lnTo>
                  <a:lnTo>
                    <a:pt x="13095" y="3576"/>
                  </a:lnTo>
                  <a:lnTo>
                    <a:pt x="13095" y="3576"/>
                  </a:lnTo>
                  <a:lnTo>
                    <a:pt x="12767" y="2831"/>
                  </a:lnTo>
                  <a:lnTo>
                    <a:pt x="13959" y="3085"/>
                  </a:lnTo>
                  <a:lnTo>
                    <a:pt x="13467" y="2459"/>
                  </a:lnTo>
                  <a:lnTo>
                    <a:pt x="21989" y="2787"/>
                  </a:lnTo>
                  <a:lnTo>
                    <a:pt x="22153" y="373"/>
                  </a:lnTo>
                  <a:lnTo>
                    <a:pt x="113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74"/>
            <p:cNvSpPr/>
            <p:nvPr/>
          </p:nvSpPr>
          <p:spPr>
            <a:xfrm>
              <a:off x="5279898" y="2873709"/>
              <a:ext cx="592216" cy="251164"/>
            </a:xfrm>
            <a:custGeom>
              <a:avLst/>
              <a:gdLst/>
              <a:ahLst/>
              <a:cxnLst/>
              <a:rect l="l" t="t" r="r" b="b"/>
              <a:pathLst>
                <a:path w="20009" h="8486" extrusionOk="0">
                  <a:moveTo>
                    <a:pt x="1267" y="1"/>
                  </a:moveTo>
                  <a:cubicBezTo>
                    <a:pt x="835" y="46"/>
                    <a:pt x="537" y="329"/>
                    <a:pt x="269" y="820"/>
                  </a:cubicBezTo>
                  <a:cubicBezTo>
                    <a:pt x="150" y="1044"/>
                    <a:pt x="1" y="1267"/>
                    <a:pt x="31" y="1446"/>
                  </a:cubicBezTo>
                  <a:cubicBezTo>
                    <a:pt x="75" y="1952"/>
                    <a:pt x="1327" y="2370"/>
                    <a:pt x="2131" y="2638"/>
                  </a:cubicBezTo>
                  <a:cubicBezTo>
                    <a:pt x="2980" y="2921"/>
                    <a:pt x="3845" y="3174"/>
                    <a:pt x="4634" y="3442"/>
                  </a:cubicBezTo>
                  <a:cubicBezTo>
                    <a:pt x="5513" y="3740"/>
                    <a:pt x="6347" y="4023"/>
                    <a:pt x="7182" y="4321"/>
                  </a:cubicBezTo>
                  <a:cubicBezTo>
                    <a:pt x="8746" y="4857"/>
                    <a:pt x="10742" y="5736"/>
                    <a:pt x="12306" y="6347"/>
                  </a:cubicBezTo>
                  <a:cubicBezTo>
                    <a:pt x="13141" y="6660"/>
                    <a:pt x="13975" y="6928"/>
                    <a:pt x="14824" y="7226"/>
                  </a:cubicBezTo>
                  <a:cubicBezTo>
                    <a:pt x="15614" y="7494"/>
                    <a:pt x="16463" y="7807"/>
                    <a:pt x="17357" y="8090"/>
                  </a:cubicBezTo>
                  <a:cubicBezTo>
                    <a:pt x="17851" y="8245"/>
                    <a:pt x="18553" y="8485"/>
                    <a:pt x="19072" y="8485"/>
                  </a:cubicBezTo>
                  <a:cubicBezTo>
                    <a:pt x="19303" y="8485"/>
                    <a:pt x="19497" y="8438"/>
                    <a:pt x="19621" y="8314"/>
                  </a:cubicBezTo>
                  <a:cubicBezTo>
                    <a:pt x="20008" y="7926"/>
                    <a:pt x="19949" y="7032"/>
                    <a:pt x="19770" y="6794"/>
                  </a:cubicBezTo>
                  <a:cubicBezTo>
                    <a:pt x="19725" y="6735"/>
                    <a:pt x="19666" y="6690"/>
                    <a:pt x="19606" y="6660"/>
                  </a:cubicBezTo>
                  <a:cubicBezTo>
                    <a:pt x="19442" y="6556"/>
                    <a:pt x="19249" y="6466"/>
                    <a:pt x="19055" y="6422"/>
                  </a:cubicBezTo>
                  <a:cubicBezTo>
                    <a:pt x="17938" y="6049"/>
                    <a:pt x="16776" y="5692"/>
                    <a:pt x="15718" y="5304"/>
                  </a:cubicBezTo>
                  <a:cubicBezTo>
                    <a:pt x="15345" y="5170"/>
                    <a:pt x="14988" y="4992"/>
                    <a:pt x="14615" y="4843"/>
                  </a:cubicBezTo>
                  <a:cubicBezTo>
                    <a:pt x="13155" y="4291"/>
                    <a:pt x="11696" y="3666"/>
                    <a:pt x="10146" y="3055"/>
                  </a:cubicBezTo>
                  <a:cubicBezTo>
                    <a:pt x="9416" y="2772"/>
                    <a:pt x="8671" y="2533"/>
                    <a:pt x="7926" y="2280"/>
                  </a:cubicBezTo>
                  <a:cubicBezTo>
                    <a:pt x="6094" y="1669"/>
                    <a:pt x="4157" y="761"/>
                    <a:pt x="2325" y="224"/>
                  </a:cubicBezTo>
                  <a:cubicBezTo>
                    <a:pt x="2012" y="120"/>
                    <a:pt x="1714" y="46"/>
                    <a:pt x="13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74"/>
            <p:cNvSpPr/>
            <p:nvPr/>
          </p:nvSpPr>
          <p:spPr>
            <a:xfrm>
              <a:off x="4621298" y="1605875"/>
              <a:ext cx="571912" cy="750918"/>
            </a:xfrm>
            <a:custGeom>
              <a:avLst/>
              <a:gdLst/>
              <a:ahLst/>
              <a:cxnLst/>
              <a:rect l="l" t="t" r="r" b="b"/>
              <a:pathLst>
                <a:path w="19323" h="25371" extrusionOk="0">
                  <a:moveTo>
                    <a:pt x="17416" y="23270"/>
                  </a:moveTo>
                  <a:cubicBezTo>
                    <a:pt x="17252" y="23240"/>
                    <a:pt x="17282" y="23017"/>
                    <a:pt x="17252" y="22883"/>
                  </a:cubicBezTo>
                  <a:cubicBezTo>
                    <a:pt x="17148" y="22451"/>
                    <a:pt x="17029" y="21944"/>
                    <a:pt x="16939" y="21497"/>
                  </a:cubicBezTo>
                  <a:cubicBezTo>
                    <a:pt x="16790" y="21840"/>
                    <a:pt x="16671" y="22257"/>
                    <a:pt x="16403" y="22600"/>
                  </a:cubicBezTo>
                  <a:cubicBezTo>
                    <a:pt x="16090" y="22972"/>
                    <a:pt x="15703" y="23270"/>
                    <a:pt x="15241" y="23434"/>
                  </a:cubicBezTo>
                  <a:cubicBezTo>
                    <a:pt x="14153" y="23851"/>
                    <a:pt x="13200" y="23866"/>
                    <a:pt x="12410" y="23523"/>
                  </a:cubicBezTo>
                  <a:cubicBezTo>
                    <a:pt x="12887" y="23955"/>
                    <a:pt x="13334" y="24432"/>
                    <a:pt x="13811" y="24879"/>
                  </a:cubicBezTo>
                  <a:cubicBezTo>
                    <a:pt x="13885" y="24939"/>
                    <a:pt x="13975" y="25013"/>
                    <a:pt x="14049" y="25073"/>
                  </a:cubicBezTo>
                  <a:cubicBezTo>
                    <a:pt x="14138" y="25147"/>
                    <a:pt x="14272" y="25147"/>
                    <a:pt x="14258" y="25281"/>
                  </a:cubicBezTo>
                  <a:cubicBezTo>
                    <a:pt x="14094" y="25371"/>
                    <a:pt x="13930" y="25192"/>
                    <a:pt x="13840" y="25088"/>
                  </a:cubicBezTo>
                  <a:cubicBezTo>
                    <a:pt x="13468" y="24775"/>
                    <a:pt x="13110" y="24402"/>
                    <a:pt x="12753" y="24060"/>
                  </a:cubicBezTo>
                  <a:cubicBezTo>
                    <a:pt x="11785" y="23136"/>
                    <a:pt x="10831" y="22197"/>
                    <a:pt x="9818" y="21333"/>
                  </a:cubicBezTo>
                  <a:cubicBezTo>
                    <a:pt x="8805" y="20529"/>
                    <a:pt x="7732" y="19814"/>
                    <a:pt x="6615" y="19173"/>
                  </a:cubicBezTo>
                  <a:cubicBezTo>
                    <a:pt x="6064" y="18846"/>
                    <a:pt x="5528" y="18503"/>
                    <a:pt x="4991" y="18130"/>
                  </a:cubicBezTo>
                  <a:cubicBezTo>
                    <a:pt x="3859" y="17400"/>
                    <a:pt x="2876" y="16447"/>
                    <a:pt x="2101" y="15345"/>
                  </a:cubicBezTo>
                  <a:cubicBezTo>
                    <a:pt x="1863" y="15032"/>
                    <a:pt x="1669" y="14704"/>
                    <a:pt x="1505" y="14346"/>
                  </a:cubicBezTo>
                  <a:cubicBezTo>
                    <a:pt x="1341" y="13974"/>
                    <a:pt x="1148" y="13616"/>
                    <a:pt x="984" y="13229"/>
                  </a:cubicBezTo>
                  <a:cubicBezTo>
                    <a:pt x="120" y="11173"/>
                    <a:pt x="1" y="8864"/>
                    <a:pt x="671" y="6719"/>
                  </a:cubicBezTo>
                  <a:cubicBezTo>
                    <a:pt x="1520" y="4037"/>
                    <a:pt x="3516" y="1862"/>
                    <a:pt x="6124" y="790"/>
                  </a:cubicBezTo>
                  <a:cubicBezTo>
                    <a:pt x="7524" y="224"/>
                    <a:pt x="9029" y="0"/>
                    <a:pt x="10548" y="119"/>
                  </a:cubicBezTo>
                  <a:cubicBezTo>
                    <a:pt x="11799" y="224"/>
                    <a:pt x="13006" y="596"/>
                    <a:pt x="14109" y="1192"/>
                  </a:cubicBezTo>
                  <a:cubicBezTo>
                    <a:pt x="15241" y="1788"/>
                    <a:pt x="16224" y="2592"/>
                    <a:pt x="17043" y="3561"/>
                  </a:cubicBezTo>
                  <a:cubicBezTo>
                    <a:pt x="18012" y="4752"/>
                    <a:pt x="18682" y="6168"/>
                    <a:pt x="18995" y="7657"/>
                  </a:cubicBezTo>
                  <a:cubicBezTo>
                    <a:pt x="19293" y="9237"/>
                    <a:pt x="19323" y="10533"/>
                    <a:pt x="19010" y="11769"/>
                  </a:cubicBezTo>
                  <a:cubicBezTo>
                    <a:pt x="18712" y="12961"/>
                    <a:pt x="18220" y="14093"/>
                    <a:pt x="17758" y="15255"/>
                  </a:cubicBezTo>
                  <a:cubicBezTo>
                    <a:pt x="17297" y="16402"/>
                    <a:pt x="16865" y="17549"/>
                    <a:pt x="16790" y="18875"/>
                  </a:cubicBezTo>
                  <a:cubicBezTo>
                    <a:pt x="16745" y="20022"/>
                    <a:pt x="17073" y="21408"/>
                    <a:pt x="17371" y="22749"/>
                  </a:cubicBezTo>
                  <a:cubicBezTo>
                    <a:pt x="17416" y="22913"/>
                    <a:pt x="17520" y="23136"/>
                    <a:pt x="17416" y="2327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74"/>
            <p:cNvSpPr/>
            <p:nvPr/>
          </p:nvSpPr>
          <p:spPr>
            <a:xfrm>
              <a:off x="4756232" y="1749601"/>
              <a:ext cx="350997" cy="582508"/>
            </a:xfrm>
            <a:custGeom>
              <a:avLst/>
              <a:gdLst/>
              <a:ahLst/>
              <a:cxnLst/>
              <a:rect l="l" t="t" r="r" b="b"/>
              <a:pathLst>
                <a:path w="11859" h="19681" extrusionOk="0">
                  <a:moveTo>
                    <a:pt x="6615" y="775"/>
                  </a:moveTo>
                  <a:cubicBezTo>
                    <a:pt x="6406" y="1103"/>
                    <a:pt x="6376" y="1520"/>
                    <a:pt x="6347" y="1923"/>
                  </a:cubicBezTo>
                  <a:cubicBezTo>
                    <a:pt x="6257" y="3040"/>
                    <a:pt x="6317" y="4142"/>
                    <a:pt x="6510" y="5230"/>
                  </a:cubicBezTo>
                  <a:cubicBezTo>
                    <a:pt x="6540" y="5468"/>
                    <a:pt x="6585" y="5692"/>
                    <a:pt x="6630" y="5930"/>
                  </a:cubicBezTo>
                  <a:cubicBezTo>
                    <a:pt x="6719" y="6198"/>
                    <a:pt x="6853" y="6481"/>
                    <a:pt x="6957" y="6764"/>
                  </a:cubicBezTo>
                  <a:cubicBezTo>
                    <a:pt x="7062" y="7032"/>
                    <a:pt x="7166" y="7315"/>
                    <a:pt x="7270" y="7628"/>
                  </a:cubicBezTo>
                  <a:cubicBezTo>
                    <a:pt x="7464" y="8179"/>
                    <a:pt x="7836" y="9014"/>
                    <a:pt x="7270" y="9163"/>
                  </a:cubicBezTo>
                  <a:cubicBezTo>
                    <a:pt x="6794" y="9297"/>
                    <a:pt x="6555" y="8448"/>
                    <a:pt x="6362" y="7911"/>
                  </a:cubicBezTo>
                  <a:cubicBezTo>
                    <a:pt x="6272" y="7613"/>
                    <a:pt x="6183" y="7315"/>
                    <a:pt x="6093" y="7032"/>
                  </a:cubicBezTo>
                  <a:cubicBezTo>
                    <a:pt x="6019" y="6734"/>
                    <a:pt x="5989" y="6436"/>
                    <a:pt x="5900" y="6168"/>
                  </a:cubicBezTo>
                  <a:cubicBezTo>
                    <a:pt x="5766" y="5796"/>
                    <a:pt x="5602" y="5438"/>
                    <a:pt x="5423" y="5096"/>
                  </a:cubicBezTo>
                  <a:cubicBezTo>
                    <a:pt x="4931" y="4083"/>
                    <a:pt x="4365" y="3055"/>
                    <a:pt x="3710" y="2429"/>
                  </a:cubicBezTo>
                  <a:cubicBezTo>
                    <a:pt x="3620" y="2980"/>
                    <a:pt x="3710" y="3636"/>
                    <a:pt x="3829" y="4306"/>
                  </a:cubicBezTo>
                  <a:cubicBezTo>
                    <a:pt x="3874" y="4634"/>
                    <a:pt x="3948" y="4977"/>
                    <a:pt x="4008" y="5319"/>
                  </a:cubicBezTo>
                  <a:cubicBezTo>
                    <a:pt x="4067" y="5662"/>
                    <a:pt x="4142" y="6004"/>
                    <a:pt x="4246" y="6332"/>
                  </a:cubicBezTo>
                  <a:cubicBezTo>
                    <a:pt x="4335" y="6541"/>
                    <a:pt x="4455" y="6734"/>
                    <a:pt x="4589" y="6928"/>
                  </a:cubicBezTo>
                  <a:cubicBezTo>
                    <a:pt x="5170" y="7971"/>
                    <a:pt x="5691" y="9044"/>
                    <a:pt x="6153" y="10161"/>
                  </a:cubicBezTo>
                  <a:cubicBezTo>
                    <a:pt x="6332" y="10608"/>
                    <a:pt x="6525" y="11204"/>
                    <a:pt x="6078" y="11353"/>
                  </a:cubicBezTo>
                  <a:cubicBezTo>
                    <a:pt x="5706" y="11487"/>
                    <a:pt x="5393" y="11070"/>
                    <a:pt x="5170" y="10712"/>
                  </a:cubicBezTo>
                  <a:cubicBezTo>
                    <a:pt x="4574" y="9774"/>
                    <a:pt x="4142" y="8641"/>
                    <a:pt x="3754" y="7375"/>
                  </a:cubicBezTo>
                  <a:cubicBezTo>
                    <a:pt x="3680" y="7137"/>
                    <a:pt x="3635" y="6883"/>
                    <a:pt x="3546" y="6675"/>
                  </a:cubicBezTo>
                  <a:cubicBezTo>
                    <a:pt x="3471" y="6496"/>
                    <a:pt x="3367" y="6332"/>
                    <a:pt x="3263" y="6168"/>
                  </a:cubicBezTo>
                  <a:cubicBezTo>
                    <a:pt x="2980" y="5721"/>
                    <a:pt x="2652" y="5245"/>
                    <a:pt x="2354" y="4857"/>
                  </a:cubicBezTo>
                  <a:cubicBezTo>
                    <a:pt x="1922" y="4291"/>
                    <a:pt x="1460" y="3740"/>
                    <a:pt x="909" y="3546"/>
                  </a:cubicBezTo>
                  <a:cubicBezTo>
                    <a:pt x="775" y="3844"/>
                    <a:pt x="835" y="4172"/>
                    <a:pt x="879" y="4500"/>
                  </a:cubicBezTo>
                  <a:cubicBezTo>
                    <a:pt x="1043" y="5513"/>
                    <a:pt x="1460" y="6734"/>
                    <a:pt x="1892" y="7822"/>
                  </a:cubicBezTo>
                  <a:cubicBezTo>
                    <a:pt x="3039" y="10757"/>
                    <a:pt x="4350" y="13155"/>
                    <a:pt x="5766" y="15524"/>
                  </a:cubicBezTo>
                  <a:cubicBezTo>
                    <a:pt x="6272" y="16388"/>
                    <a:pt x="6823" y="17252"/>
                    <a:pt x="7389" y="18042"/>
                  </a:cubicBezTo>
                  <a:cubicBezTo>
                    <a:pt x="7553" y="18310"/>
                    <a:pt x="7762" y="18563"/>
                    <a:pt x="7970" y="18787"/>
                  </a:cubicBezTo>
                  <a:cubicBezTo>
                    <a:pt x="8105" y="18906"/>
                    <a:pt x="8343" y="18921"/>
                    <a:pt x="8417" y="19114"/>
                  </a:cubicBezTo>
                  <a:cubicBezTo>
                    <a:pt x="8477" y="19293"/>
                    <a:pt x="8388" y="19487"/>
                    <a:pt x="8209" y="19546"/>
                  </a:cubicBezTo>
                  <a:cubicBezTo>
                    <a:pt x="7926" y="19680"/>
                    <a:pt x="7583" y="19397"/>
                    <a:pt x="7345" y="19159"/>
                  </a:cubicBezTo>
                  <a:cubicBezTo>
                    <a:pt x="6659" y="18444"/>
                    <a:pt x="6049" y="17431"/>
                    <a:pt x="5483" y="16522"/>
                  </a:cubicBezTo>
                  <a:cubicBezTo>
                    <a:pt x="3933" y="14004"/>
                    <a:pt x="2458" y="11338"/>
                    <a:pt x="1207" y="8120"/>
                  </a:cubicBezTo>
                  <a:cubicBezTo>
                    <a:pt x="894" y="7315"/>
                    <a:pt x="626" y="6496"/>
                    <a:pt x="388" y="5662"/>
                  </a:cubicBezTo>
                  <a:cubicBezTo>
                    <a:pt x="179" y="4857"/>
                    <a:pt x="0" y="4023"/>
                    <a:pt x="134" y="3442"/>
                  </a:cubicBezTo>
                  <a:cubicBezTo>
                    <a:pt x="179" y="3189"/>
                    <a:pt x="358" y="2965"/>
                    <a:pt x="581" y="2846"/>
                  </a:cubicBezTo>
                  <a:cubicBezTo>
                    <a:pt x="835" y="2757"/>
                    <a:pt x="1103" y="2772"/>
                    <a:pt x="1341" y="2876"/>
                  </a:cubicBezTo>
                  <a:cubicBezTo>
                    <a:pt x="1699" y="3055"/>
                    <a:pt x="2011" y="3293"/>
                    <a:pt x="2280" y="3591"/>
                  </a:cubicBezTo>
                  <a:cubicBezTo>
                    <a:pt x="2578" y="3889"/>
                    <a:pt x="2846" y="4217"/>
                    <a:pt x="3084" y="4559"/>
                  </a:cubicBezTo>
                  <a:cubicBezTo>
                    <a:pt x="3010" y="4023"/>
                    <a:pt x="2950" y="3472"/>
                    <a:pt x="2935" y="2921"/>
                  </a:cubicBezTo>
                  <a:cubicBezTo>
                    <a:pt x="2920" y="2444"/>
                    <a:pt x="2935" y="1788"/>
                    <a:pt x="3427" y="1625"/>
                  </a:cubicBezTo>
                  <a:cubicBezTo>
                    <a:pt x="3918" y="1461"/>
                    <a:pt x="4350" y="1982"/>
                    <a:pt x="4648" y="2355"/>
                  </a:cubicBezTo>
                  <a:cubicBezTo>
                    <a:pt x="4991" y="2787"/>
                    <a:pt x="5304" y="3248"/>
                    <a:pt x="5572" y="3725"/>
                  </a:cubicBezTo>
                  <a:cubicBezTo>
                    <a:pt x="5542" y="3114"/>
                    <a:pt x="5542" y="2489"/>
                    <a:pt x="5587" y="1863"/>
                  </a:cubicBezTo>
                  <a:cubicBezTo>
                    <a:pt x="5632" y="1282"/>
                    <a:pt x="5706" y="612"/>
                    <a:pt x="6064" y="239"/>
                  </a:cubicBezTo>
                  <a:cubicBezTo>
                    <a:pt x="6213" y="75"/>
                    <a:pt x="6436" y="1"/>
                    <a:pt x="6659" y="31"/>
                  </a:cubicBezTo>
                  <a:cubicBezTo>
                    <a:pt x="7300" y="120"/>
                    <a:pt x="7777" y="939"/>
                    <a:pt x="8119" y="1714"/>
                  </a:cubicBezTo>
                  <a:cubicBezTo>
                    <a:pt x="8477" y="2563"/>
                    <a:pt x="8775" y="3457"/>
                    <a:pt x="8998" y="4351"/>
                  </a:cubicBezTo>
                  <a:cubicBezTo>
                    <a:pt x="9520" y="6124"/>
                    <a:pt x="9922" y="7822"/>
                    <a:pt x="10324" y="9535"/>
                  </a:cubicBezTo>
                  <a:cubicBezTo>
                    <a:pt x="10741" y="11338"/>
                    <a:pt x="11129" y="12932"/>
                    <a:pt x="11412" y="14600"/>
                  </a:cubicBezTo>
                  <a:cubicBezTo>
                    <a:pt x="11605" y="15792"/>
                    <a:pt x="11740" y="16999"/>
                    <a:pt x="11814" y="18206"/>
                  </a:cubicBezTo>
                  <a:cubicBezTo>
                    <a:pt x="11829" y="18593"/>
                    <a:pt x="11859" y="19084"/>
                    <a:pt x="11546" y="19204"/>
                  </a:cubicBezTo>
                  <a:cubicBezTo>
                    <a:pt x="11173" y="19308"/>
                    <a:pt x="10846" y="18965"/>
                    <a:pt x="10980" y="18608"/>
                  </a:cubicBezTo>
                  <a:cubicBezTo>
                    <a:pt x="11024" y="18548"/>
                    <a:pt x="11054" y="18474"/>
                    <a:pt x="11069" y="18399"/>
                  </a:cubicBezTo>
                  <a:cubicBezTo>
                    <a:pt x="11084" y="18220"/>
                    <a:pt x="11069" y="18042"/>
                    <a:pt x="11054" y="17878"/>
                  </a:cubicBezTo>
                  <a:cubicBezTo>
                    <a:pt x="10950" y="16611"/>
                    <a:pt x="10786" y="15360"/>
                    <a:pt x="10548" y="14124"/>
                  </a:cubicBezTo>
                  <a:cubicBezTo>
                    <a:pt x="9967" y="11144"/>
                    <a:pt x="9237" y="8165"/>
                    <a:pt x="8417" y="5051"/>
                  </a:cubicBezTo>
                  <a:cubicBezTo>
                    <a:pt x="8224" y="4276"/>
                    <a:pt x="7956" y="3457"/>
                    <a:pt x="7687" y="2682"/>
                  </a:cubicBezTo>
                  <a:cubicBezTo>
                    <a:pt x="7434" y="1937"/>
                    <a:pt x="7121" y="1222"/>
                    <a:pt x="6615" y="7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74"/>
            <p:cNvSpPr/>
            <p:nvPr/>
          </p:nvSpPr>
          <p:spPr>
            <a:xfrm>
              <a:off x="5011953" y="1689636"/>
              <a:ext cx="92640" cy="106640"/>
            </a:xfrm>
            <a:custGeom>
              <a:avLst/>
              <a:gdLst/>
              <a:ahLst/>
              <a:cxnLst/>
              <a:rect l="l" t="t" r="r" b="b"/>
              <a:pathLst>
                <a:path w="3130" h="3603" extrusionOk="0">
                  <a:moveTo>
                    <a:pt x="550" y="1"/>
                  </a:moveTo>
                  <a:cubicBezTo>
                    <a:pt x="411" y="1"/>
                    <a:pt x="288" y="48"/>
                    <a:pt x="180" y="165"/>
                  </a:cubicBezTo>
                  <a:cubicBezTo>
                    <a:pt x="1" y="373"/>
                    <a:pt x="46" y="611"/>
                    <a:pt x="180" y="835"/>
                  </a:cubicBezTo>
                  <a:cubicBezTo>
                    <a:pt x="254" y="984"/>
                    <a:pt x="358" y="1118"/>
                    <a:pt x="463" y="1237"/>
                  </a:cubicBezTo>
                  <a:cubicBezTo>
                    <a:pt x="880" y="1744"/>
                    <a:pt x="1267" y="2265"/>
                    <a:pt x="1595" y="2831"/>
                  </a:cubicBezTo>
                  <a:cubicBezTo>
                    <a:pt x="1729" y="3025"/>
                    <a:pt x="1878" y="3219"/>
                    <a:pt x="2042" y="3382"/>
                  </a:cubicBezTo>
                  <a:cubicBezTo>
                    <a:pt x="2147" y="3526"/>
                    <a:pt x="2315" y="3602"/>
                    <a:pt x="2484" y="3602"/>
                  </a:cubicBezTo>
                  <a:cubicBezTo>
                    <a:pt x="2578" y="3602"/>
                    <a:pt x="2672" y="3579"/>
                    <a:pt x="2757" y="3531"/>
                  </a:cubicBezTo>
                  <a:cubicBezTo>
                    <a:pt x="3010" y="3397"/>
                    <a:pt x="3129" y="3129"/>
                    <a:pt x="3070" y="2861"/>
                  </a:cubicBezTo>
                  <a:cubicBezTo>
                    <a:pt x="3025" y="2638"/>
                    <a:pt x="2965" y="2429"/>
                    <a:pt x="2876" y="2235"/>
                  </a:cubicBezTo>
                  <a:cubicBezTo>
                    <a:pt x="2474" y="1446"/>
                    <a:pt x="1893" y="760"/>
                    <a:pt x="1163" y="239"/>
                  </a:cubicBezTo>
                  <a:cubicBezTo>
                    <a:pt x="1073" y="179"/>
                    <a:pt x="999" y="120"/>
                    <a:pt x="910" y="75"/>
                  </a:cubicBezTo>
                  <a:cubicBezTo>
                    <a:pt x="779" y="29"/>
                    <a:pt x="660" y="1"/>
                    <a:pt x="55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74"/>
            <p:cNvSpPr/>
            <p:nvPr/>
          </p:nvSpPr>
          <p:spPr>
            <a:xfrm>
              <a:off x="5102787" y="1818178"/>
              <a:ext cx="38388" cy="44367"/>
            </a:xfrm>
            <a:custGeom>
              <a:avLst/>
              <a:gdLst/>
              <a:ahLst/>
              <a:cxnLst/>
              <a:rect l="l" t="t" r="r" b="b"/>
              <a:pathLst>
                <a:path w="1297" h="1499" extrusionOk="0">
                  <a:moveTo>
                    <a:pt x="467" y="0"/>
                  </a:moveTo>
                  <a:cubicBezTo>
                    <a:pt x="257" y="0"/>
                    <a:pt x="69" y="158"/>
                    <a:pt x="45" y="380"/>
                  </a:cubicBezTo>
                  <a:cubicBezTo>
                    <a:pt x="1" y="738"/>
                    <a:pt x="135" y="1095"/>
                    <a:pt x="388" y="1363"/>
                  </a:cubicBezTo>
                  <a:cubicBezTo>
                    <a:pt x="480" y="1456"/>
                    <a:pt x="600" y="1499"/>
                    <a:pt x="718" y="1499"/>
                  </a:cubicBezTo>
                  <a:cubicBezTo>
                    <a:pt x="905" y="1499"/>
                    <a:pt x="1090" y="1391"/>
                    <a:pt x="1163" y="1200"/>
                  </a:cubicBezTo>
                  <a:cubicBezTo>
                    <a:pt x="1297" y="857"/>
                    <a:pt x="984" y="172"/>
                    <a:pt x="641" y="38"/>
                  </a:cubicBezTo>
                  <a:cubicBezTo>
                    <a:pt x="584" y="12"/>
                    <a:pt x="525" y="0"/>
                    <a:pt x="4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74"/>
            <p:cNvSpPr/>
            <p:nvPr/>
          </p:nvSpPr>
          <p:spPr>
            <a:xfrm>
              <a:off x="4915850" y="2231537"/>
              <a:ext cx="296330" cy="239888"/>
            </a:xfrm>
            <a:custGeom>
              <a:avLst/>
              <a:gdLst/>
              <a:ahLst/>
              <a:cxnLst/>
              <a:rect l="l" t="t" r="r" b="b"/>
              <a:pathLst>
                <a:path w="10012" h="8105" extrusionOk="0">
                  <a:moveTo>
                    <a:pt x="7970" y="1982"/>
                  </a:moveTo>
                  <a:cubicBezTo>
                    <a:pt x="8224" y="1952"/>
                    <a:pt x="8477" y="1937"/>
                    <a:pt x="8730" y="1967"/>
                  </a:cubicBezTo>
                  <a:cubicBezTo>
                    <a:pt x="8998" y="1997"/>
                    <a:pt x="9311" y="2012"/>
                    <a:pt x="9386" y="2355"/>
                  </a:cubicBezTo>
                  <a:cubicBezTo>
                    <a:pt x="9505" y="2816"/>
                    <a:pt x="8849" y="3338"/>
                    <a:pt x="8462" y="3576"/>
                  </a:cubicBezTo>
                  <a:cubicBezTo>
                    <a:pt x="8730" y="3576"/>
                    <a:pt x="9013" y="3531"/>
                    <a:pt x="9296" y="3561"/>
                  </a:cubicBezTo>
                  <a:cubicBezTo>
                    <a:pt x="9535" y="3576"/>
                    <a:pt x="9847" y="3651"/>
                    <a:pt x="9952" y="3889"/>
                  </a:cubicBezTo>
                  <a:cubicBezTo>
                    <a:pt x="10011" y="4112"/>
                    <a:pt x="9982" y="4336"/>
                    <a:pt x="9862" y="4515"/>
                  </a:cubicBezTo>
                  <a:cubicBezTo>
                    <a:pt x="9609" y="4947"/>
                    <a:pt x="9222" y="5260"/>
                    <a:pt x="8775" y="5617"/>
                  </a:cubicBezTo>
                  <a:cubicBezTo>
                    <a:pt x="8462" y="5870"/>
                    <a:pt x="8134" y="6109"/>
                    <a:pt x="7777" y="6347"/>
                  </a:cubicBezTo>
                  <a:cubicBezTo>
                    <a:pt x="7658" y="6422"/>
                    <a:pt x="7538" y="6496"/>
                    <a:pt x="7434" y="6585"/>
                  </a:cubicBezTo>
                  <a:cubicBezTo>
                    <a:pt x="7315" y="6705"/>
                    <a:pt x="7285" y="6958"/>
                    <a:pt x="7181" y="7107"/>
                  </a:cubicBezTo>
                  <a:cubicBezTo>
                    <a:pt x="6972" y="7464"/>
                    <a:pt x="6615" y="7703"/>
                    <a:pt x="6212" y="7792"/>
                  </a:cubicBezTo>
                  <a:cubicBezTo>
                    <a:pt x="5929" y="7852"/>
                    <a:pt x="5646" y="7822"/>
                    <a:pt x="5393" y="7747"/>
                  </a:cubicBezTo>
                  <a:cubicBezTo>
                    <a:pt x="5319" y="7703"/>
                    <a:pt x="5229" y="7688"/>
                    <a:pt x="5155" y="7673"/>
                  </a:cubicBezTo>
                  <a:cubicBezTo>
                    <a:pt x="4976" y="7703"/>
                    <a:pt x="4812" y="7762"/>
                    <a:pt x="4648" y="7822"/>
                  </a:cubicBezTo>
                  <a:cubicBezTo>
                    <a:pt x="3948" y="8031"/>
                    <a:pt x="3203" y="8105"/>
                    <a:pt x="2488" y="8016"/>
                  </a:cubicBezTo>
                  <a:cubicBezTo>
                    <a:pt x="2220" y="7986"/>
                    <a:pt x="1982" y="7911"/>
                    <a:pt x="1758" y="7792"/>
                  </a:cubicBezTo>
                  <a:cubicBezTo>
                    <a:pt x="1594" y="7703"/>
                    <a:pt x="1490" y="7554"/>
                    <a:pt x="1445" y="7390"/>
                  </a:cubicBezTo>
                  <a:cubicBezTo>
                    <a:pt x="1356" y="7017"/>
                    <a:pt x="1669" y="6645"/>
                    <a:pt x="1952" y="6407"/>
                  </a:cubicBezTo>
                  <a:cubicBezTo>
                    <a:pt x="1505" y="6377"/>
                    <a:pt x="1043" y="6451"/>
                    <a:pt x="745" y="6168"/>
                  </a:cubicBezTo>
                  <a:cubicBezTo>
                    <a:pt x="581" y="5975"/>
                    <a:pt x="507" y="5721"/>
                    <a:pt x="536" y="5468"/>
                  </a:cubicBezTo>
                  <a:cubicBezTo>
                    <a:pt x="596" y="5066"/>
                    <a:pt x="775" y="4693"/>
                    <a:pt x="1043" y="4396"/>
                  </a:cubicBezTo>
                  <a:cubicBezTo>
                    <a:pt x="611" y="4351"/>
                    <a:pt x="60" y="4351"/>
                    <a:pt x="0" y="3695"/>
                  </a:cubicBezTo>
                  <a:cubicBezTo>
                    <a:pt x="0" y="3576"/>
                    <a:pt x="15" y="3457"/>
                    <a:pt x="60" y="3353"/>
                  </a:cubicBezTo>
                  <a:cubicBezTo>
                    <a:pt x="239" y="2831"/>
                    <a:pt x="924" y="2340"/>
                    <a:pt x="1490" y="1967"/>
                  </a:cubicBezTo>
                  <a:cubicBezTo>
                    <a:pt x="2160" y="1565"/>
                    <a:pt x="2890" y="1222"/>
                    <a:pt x="3635" y="954"/>
                  </a:cubicBezTo>
                  <a:cubicBezTo>
                    <a:pt x="4440" y="626"/>
                    <a:pt x="5289" y="373"/>
                    <a:pt x="6138" y="209"/>
                  </a:cubicBezTo>
                  <a:cubicBezTo>
                    <a:pt x="6957" y="45"/>
                    <a:pt x="7747" y="1"/>
                    <a:pt x="8224" y="254"/>
                  </a:cubicBezTo>
                  <a:cubicBezTo>
                    <a:pt x="8983" y="671"/>
                    <a:pt x="8507" y="1610"/>
                    <a:pt x="7970" y="198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74"/>
            <p:cNvSpPr/>
            <p:nvPr/>
          </p:nvSpPr>
          <p:spPr>
            <a:xfrm>
              <a:off x="3058200" y="2326075"/>
              <a:ext cx="936654" cy="1406407"/>
            </a:xfrm>
            <a:custGeom>
              <a:avLst/>
              <a:gdLst/>
              <a:ahLst/>
              <a:cxnLst/>
              <a:rect l="l" t="t" r="r" b="b"/>
              <a:pathLst>
                <a:path w="35621" h="57758" extrusionOk="0">
                  <a:moveTo>
                    <a:pt x="11672" y="1"/>
                  </a:moveTo>
                  <a:cubicBezTo>
                    <a:pt x="7914" y="1"/>
                    <a:pt x="4253" y="1985"/>
                    <a:pt x="2310" y="5547"/>
                  </a:cubicBezTo>
                  <a:cubicBezTo>
                    <a:pt x="1118" y="7573"/>
                    <a:pt x="507" y="9956"/>
                    <a:pt x="284" y="12519"/>
                  </a:cubicBezTo>
                  <a:cubicBezTo>
                    <a:pt x="1" y="15662"/>
                    <a:pt x="239" y="18880"/>
                    <a:pt x="537" y="22083"/>
                  </a:cubicBezTo>
                  <a:cubicBezTo>
                    <a:pt x="1446" y="31394"/>
                    <a:pt x="3636" y="40452"/>
                    <a:pt x="6541" y="49360"/>
                  </a:cubicBezTo>
                  <a:cubicBezTo>
                    <a:pt x="7152" y="51312"/>
                    <a:pt x="7941" y="53204"/>
                    <a:pt x="8895" y="55006"/>
                  </a:cubicBezTo>
                  <a:cubicBezTo>
                    <a:pt x="9371" y="55885"/>
                    <a:pt x="9938" y="56675"/>
                    <a:pt x="10682" y="57241"/>
                  </a:cubicBezTo>
                  <a:cubicBezTo>
                    <a:pt x="11157" y="57590"/>
                    <a:pt x="11619" y="57758"/>
                    <a:pt x="12039" y="57758"/>
                  </a:cubicBezTo>
                  <a:cubicBezTo>
                    <a:pt x="12872" y="57758"/>
                    <a:pt x="13538" y="57099"/>
                    <a:pt x="13796" y="55900"/>
                  </a:cubicBezTo>
                  <a:cubicBezTo>
                    <a:pt x="13900" y="55424"/>
                    <a:pt x="13841" y="54917"/>
                    <a:pt x="13960" y="54351"/>
                  </a:cubicBezTo>
                  <a:cubicBezTo>
                    <a:pt x="14466" y="54872"/>
                    <a:pt x="15077" y="55289"/>
                    <a:pt x="15748" y="55573"/>
                  </a:cubicBezTo>
                  <a:cubicBezTo>
                    <a:pt x="16023" y="55687"/>
                    <a:pt x="16286" y="55742"/>
                    <a:pt x="16532" y="55742"/>
                  </a:cubicBezTo>
                  <a:cubicBezTo>
                    <a:pt x="17218" y="55742"/>
                    <a:pt x="17776" y="55307"/>
                    <a:pt x="18116" y="54485"/>
                  </a:cubicBezTo>
                  <a:cubicBezTo>
                    <a:pt x="18206" y="54232"/>
                    <a:pt x="18221" y="53904"/>
                    <a:pt x="18459" y="53740"/>
                  </a:cubicBezTo>
                  <a:cubicBezTo>
                    <a:pt x="19106" y="54286"/>
                    <a:pt x="19753" y="54886"/>
                    <a:pt x="20520" y="54886"/>
                  </a:cubicBezTo>
                  <a:cubicBezTo>
                    <a:pt x="20654" y="54886"/>
                    <a:pt x="20791" y="54867"/>
                    <a:pt x="20932" y="54828"/>
                  </a:cubicBezTo>
                  <a:cubicBezTo>
                    <a:pt x="21915" y="54560"/>
                    <a:pt x="22183" y="53517"/>
                    <a:pt x="22466" y="52370"/>
                  </a:cubicBezTo>
                  <a:cubicBezTo>
                    <a:pt x="23157" y="53126"/>
                    <a:pt x="23814" y="53814"/>
                    <a:pt x="24637" y="53814"/>
                  </a:cubicBezTo>
                  <a:cubicBezTo>
                    <a:pt x="24754" y="53814"/>
                    <a:pt x="24874" y="53800"/>
                    <a:pt x="24999" y="53770"/>
                  </a:cubicBezTo>
                  <a:cubicBezTo>
                    <a:pt x="25952" y="53546"/>
                    <a:pt x="26280" y="52548"/>
                    <a:pt x="26623" y="51625"/>
                  </a:cubicBezTo>
                  <a:cubicBezTo>
                    <a:pt x="26921" y="51654"/>
                    <a:pt x="27085" y="51938"/>
                    <a:pt x="27293" y="52101"/>
                  </a:cubicBezTo>
                  <a:cubicBezTo>
                    <a:pt x="27730" y="52448"/>
                    <a:pt x="28170" y="52624"/>
                    <a:pt x="28587" y="52624"/>
                  </a:cubicBezTo>
                  <a:cubicBezTo>
                    <a:pt x="29065" y="52624"/>
                    <a:pt x="29511" y="52392"/>
                    <a:pt x="29885" y="51923"/>
                  </a:cubicBezTo>
                  <a:cubicBezTo>
                    <a:pt x="30347" y="51342"/>
                    <a:pt x="30675" y="50671"/>
                    <a:pt x="30869" y="49971"/>
                  </a:cubicBezTo>
                  <a:cubicBezTo>
                    <a:pt x="31241" y="50403"/>
                    <a:pt x="31435" y="50880"/>
                    <a:pt x="31748" y="51237"/>
                  </a:cubicBezTo>
                  <a:cubicBezTo>
                    <a:pt x="32318" y="51877"/>
                    <a:pt x="32930" y="52196"/>
                    <a:pt x="33494" y="52196"/>
                  </a:cubicBezTo>
                  <a:cubicBezTo>
                    <a:pt x="34152" y="52196"/>
                    <a:pt x="34744" y="51761"/>
                    <a:pt x="35129" y="50895"/>
                  </a:cubicBezTo>
                  <a:cubicBezTo>
                    <a:pt x="35517" y="50046"/>
                    <a:pt x="35621" y="49092"/>
                    <a:pt x="35606" y="48079"/>
                  </a:cubicBezTo>
                  <a:cubicBezTo>
                    <a:pt x="35576" y="46038"/>
                    <a:pt x="35338" y="44012"/>
                    <a:pt x="34936" y="42016"/>
                  </a:cubicBezTo>
                  <a:cubicBezTo>
                    <a:pt x="33148" y="32809"/>
                    <a:pt x="30675" y="23826"/>
                    <a:pt x="26936" y="15260"/>
                  </a:cubicBezTo>
                  <a:cubicBezTo>
                    <a:pt x="25654" y="12295"/>
                    <a:pt x="24299" y="9375"/>
                    <a:pt x="22526" y="6768"/>
                  </a:cubicBezTo>
                  <a:cubicBezTo>
                    <a:pt x="21081" y="4638"/>
                    <a:pt x="19398" y="2850"/>
                    <a:pt x="17371" y="1658"/>
                  </a:cubicBezTo>
                  <a:cubicBezTo>
                    <a:pt x="15596" y="534"/>
                    <a:pt x="13621" y="1"/>
                    <a:pt x="116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74"/>
            <p:cNvSpPr/>
            <p:nvPr/>
          </p:nvSpPr>
          <p:spPr>
            <a:xfrm>
              <a:off x="3120098" y="2479852"/>
              <a:ext cx="92085" cy="171917"/>
            </a:xfrm>
            <a:custGeom>
              <a:avLst/>
              <a:gdLst/>
              <a:ahLst/>
              <a:cxnLst/>
              <a:rect l="l" t="t" r="r" b="b"/>
              <a:pathLst>
                <a:path w="3502" h="6538" extrusionOk="0">
                  <a:moveTo>
                    <a:pt x="2692" y="1"/>
                  </a:moveTo>
                  <a:cubicBezTo>
                    <a:pt x="2501" y="1"/>
                    <a:pt x="2314" y="69"/>
                    <a:pt x="2161" y="205"/>
                  </a:cubicBezTo>
                  <a:cubicBezTo>
                    <a:pt x="2027" y="309"/>
                    <a:pt x="1893" y="444"/>
                    <a:pt x="1774" y="578"/>
                  </a:cubicBezTo>
                  <a:cubicBezTo>
                    <a:pt x="686" y="1844"/>
                    <a:pt x="75" y="3438"/>
                    <a:pt x="1" y="5106"/>
                  </a:cubicBezTo>
                  <a:lnTo>
                    <a:pt x="1" y="5285"/>
                  </a:lnTo>
                  <a:cubicBezTo>
                    <a:pt x="31" y="6090"/>
                    <a:pt x="239" y="6507"/>
                    <a:pt x="671" y="6537"/>
                  </a:cubicBezTo>
                  <a:cubicBezTo>
                    <a:pt x="689" y="6537"/>
                    <a:pt x="706" y="6538"/>
                    <a:pt x="723" y="6538"/>
                  </a:cubicBezTo>
                  <a:cubicBezTo>
                    <a:pt x="1294" y="6538"/>
                    <a:pt x="1496" y="6062"/>
                    <a:pt x="1684" y="5628"/>
                  </a:cubicBezTo>
                  <a:cubicBezTo>
                    <a:pt x="2220" y="4317"/>
                    <a:pt x="2742" y="3021"/>
                    <a:pt x="3248" y="1710"/>
                  </a:cubicBezTo>
                  <a:cubicBezTo>
                    <a:pt x="3353" y="1457"/>
                    <a:pt x="3412" y="1188"/>
                    <a:pt x="3442" y="920"/>
                  </a:cubicBezTo>
                  <a:cubicBezTo>
                    <a:pt x="3502" y="607"/>
                    <a:pt x="3368" y="295"/>
                    <a:pt x="3114" y="116"/>
                  </a:cubicBezTo>
                  <a:cubicBezTo>
                    <a:pt x="2980" y="39"/>
                    <a:pt x="2835" y="1"/>
                    <a:pt x="26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74"/>
            <p:cNvSpPr/>
            <p:nvPr/>
          </p:nvSpPr>
          <p:spPr>
            <a:xfrm>
              <a:off x="3109922" y="2696361"/>
              <a:ext cx="44281" cy="79306"/>
            </a:xfrm>
            <a:custGeom>
              <a:avLst/>
              <a:gdLst/>
              <a:ahLst/>
              <a:cxnLst/>
              <a:rect l="l" t="t" r="r" b="b"/>
              <a:pathLst>
                <a:path w="1684" h="3016" extrusionOk="0">
                  <a:moveTo>
                    <a:pt x="879" y="1"/>
                  </a:moveTo>
                  <a:cubicBezTo>
                    <a:pt x="641" y="1"/>
                    <a:pt x="403" y="135"/>
                    <a:pt x="283" y="358"/>
                  </a:cubicBezTo>
                  <a:cubicBezTo>
                    <a:pt x="75" y="671"/>
                    <a:pt x="75" y="1059"/>
                    <a:pt x="0" y="1506"/>
                  </a:cubicBezTo>
                  <a:cubicBezTo>
                    <a:pt x="60" y="1774"/>
                    <a:pt x="105" y="2146"/>
                    <a:pt x="194" y="2489"/>
                  </a:cubicBezTo>
                  <a:cubicBezTo>
                    <a:pt x="241" y="2836"/>
                    <a:pt x="522" y="3016"/>
                    <a:pt x="803" y="3016"/>
                  </a:cubicBezTo>
                  <a:cubicBezTo>
                    <a:pt x="1052" y="3016"/>
                    <a:pt x="1302" y="2873"/>
                    <a:pt x="1386" y="2578"/>
                  </a:cubicBezTo>
                  <a:cubicBezTo>
                    <a:pt x="1669" y="1893"/>
                    <a:pt x="1684" y="1133"/>
                    <a:pt x="1431" y="433"/>
                  </a:cubicBezTo>
                  <a:cubicBezTo>
                    <a:pt x="1356" y="180"/>
                    <a:pt x="1133" y="16"/>
                    <a:pt x="87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74"/>
            <p:cNvSpPr/>
            <p:nvPr/>
          </p:nvSpPr>
          <p:spPr>
            <a:xfrm>
              <a:off x="3875322" y="3368274"/>
              <a:ext cx="71312" cy="119747"/>
            </a:xfrm>
            <a:custGeom>
              <a:avLst/>
              <a:gdLst/>
              <a:ahLst/>
              <a:cxnLst/>
              <a:rect l="l" t="t" r="r" b="b"/>
              <a:pathLst>
                <a:path w="2712" h="4554" extrusionOk="0">
                  <a:moveTo>
                    <a:pt x="1696" y="0"/>
                  </a:moveTo>
                  <a:cubicBezTo>
                    <a:pt x="1687" y="0"/>
                    <a:pt x="1678" y="1"/>
                    <a:pt x="1669" y="1"/>
                  </a:cubicBezTo>
                  <a:cubicBezTo>
                    <a:pt x="1103" y="31"/>
                    <a:pt x="715" y="478"/>
                    <a:pt x="596" y="1312"/>
                  </a:cubicBezTo>
                  <a:cubicBezTo>
                    <a:pt x="507" y="1997"/>
                    <a:pt x="507" y="2682"/>
                    <a:pt x="194" y="3353"/>
                  </a:cubicBezTo>
                  <a:cubicBezTo>
                    <a:pt x="0" y="3755"/>
                    <a:pt x="30" y="4172"/>
                    <a:pt x="388" y="4425"/>
                  </a:cubicBezTo>
                  <a:cubicBezTo>
                    <a:pt x="524" y="4515"/>
                    <a:pt x="656" y="4554"/>
                    <a:pt x="784" y="4554"/>
                  </a:cubicBezTo>
                  <a:cubicBezTo>
                    <a:pt x="1060" y="4554"/>
                    <a:pt x="1315" y="4372"/>
                    <a:pt x="1550" y="4127"/>
                  </a:cubicBezTo>
                  <a:cubicBezTo>
                    <a:pt x="1699" y="3964"/>
                    <a:pt x="1833" y="3800"/>
                    <a:pt x="1952" y="3621"/>
                  </a:cubicBezTo>
                  <a:cubicBezTo>
                    <a:pt x="2473" y="2802"/>
                    <a:pt x="2712" y="2027"/>
                    <a:pt x="2667" y="1193"/>
                  </a:cubicBezTo>
                  <a:cubicBezTo>
                    <a:pt x="2608" y="431"/>
                    <a:pt x="2233" y="0"/>
                    <a:pt x="16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74"/>
            <p:cNvSpPr/>
            <p:nvPr/>
          </p:nvSpPr>
          <p:spPr>
            <a:xfrm>
              <a:off x="3126750" y="2175388"/>
              <a:ext cx="296581" cy="242545"/>
            </a:xfrm>
            <a:custGeom>
              <a:avLst/>
              <a:gdLst/>
              <a:ahLst/>
              <a:cxnLst/>
              <a:rect l="l" t="t" r="r" b="b"/>
              <a:pathLst>
                <a:path w="11279" h="9224" extrusionOk="0">
                  <a:moveTo>
                    <a:pt x="9804" y="0"/>
                  </a:moveTo>
                  <a:cubicBezTo>
                    <a:pt x="9431" y="239"/>
                    <a:pt x="5871" y="1281"/>
                    <a:pt x="4679" y="1669"/>
                  </a:cubicBezTo>
                  <a:cubicBezTo>
                    <a:pt x="3129" y="2175"/>
                    <a:pt x="1580" y="2443"/>
                    <a:pt x="1" y="2786"/>
                  </a:cubicBezTo>
                  <a:cubicBezTo>
                    <a:pt x="135" y="4574"/>
                    <a:pt x="493" y="6332"/>
                    <a:pt x="1252" y="7970"/>
                  </a:cubicBezTo>
                  <a:cubicBezTo>
                    <a:pt x="1678" y="8834"/>
                    <a:pt x="2340" y="9224"/>
                    <a:pt x="3250" y="9224"/>
                  </a:cubicBezTo>
                  <a:cubicBezTo>
                    <a:pt x="3360" y="9224"/>
                    <a:pt x="3474" y="9218"/>
                    <a:pt x="3591" y="9207"/>
                  </a:cubicBezTo>
                  <a:cubicBezTo>
                    <a:pt x="4530" y="9088"/>
                    <a:pt x="5453" y="8879"/>
                    <a:pt x="6347" y="8551"/>
                  </a:cubicBezTo>
                  <a:cubicBezTo>
                    <a:pt x="7524" y="8119"/>
                    <a:pt x="8716" y="7732"/>
                    <a:pt x="9908" y="7315"/>
                  </a:cubicBezTo>
                  <a:cubicBezTo>
                    <a:pt x="10683" y="7032"/>
                    <a:pt x="11189" y="6496"/>
                    <a:pt x="11249" y="5587"/>
                  </a:cubicBezTo>
                  <a:cubicBezTo>
                    <a:pt x="11278" y="5170"/>
                    <a:pt x="11234" y="4753"/>
                    <a:pt x="11115" y="4365"/>
                  </a:cubicBezTo>
                  <a:cubicBezTo>
                    <a:pt x="10802" y="3173"/>
                    <a:pt x="10489" y="1996"/>
                    <a:pt x="10146" y="820"/>
                  </a:cubicBezTo>
                  <a:cubicBezTo>
                    <a:pt x="10072" y="537"/>
                    <a:pt x="9953" y="253"/>
                    <a:pt x="98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74"/>
            <p:cNvSpPr/>
            <p:nvPr/>
          </p:nvSpPr>
          <p:spPr>
            <a:xfrm>
              <a:off x="3126382" y="2159138"/>
              <a:ext cx="258953" cy="90718"/>
            </a:xfrm>
            <a:custGeom>
              <a:avLst/>
              <a:gdLst/>
              <a:ahLst/>
              <a:cxnLst/>
              <a:rect l="l" t="t" r="r" b="b"/>
              <a:pathLst>
                <a:path w="9848" h="3450" extrusionOk="0">
                  <a:moveTo>
                    <a:pt x="8497" y="0"/>
                  </a:moveTo>
                  <a:cubicBezTo>
                    <a:pt x="8367" y="0"/>
                    <a:pt x="8226" y="8"/>
                    <a:pt x="8075" y="22"/>
                  </a:cubicBezTo>
                  <a:cubicBezTo>
                    <a:pt x="5721" y="246"/>
                    <a:pt x="3471" y="946"/>
                    <a:pt x="1281" y="1825"/>
                  </a:cubicBezTo>
                  <a:cubicBezTo>
                    <a:pt x="998" y="1944"/>
                    <a:pt x="730" y="2108"/>
                    <a:pt x="507" y="2302"/>
                  </a:cubicBezTo>
                  <a:cubicBezTo>
                    <a:pt x="179" y="2540"/>
                    <a:pt x="0" y="2927"/>
                    <a:pt x="15" y="3344"/>
                  </a:cubicBezTo>
                  <a:cubicBezTo>
                    <a:pt x="191" y="3413"/>
                    <a:pt x="380" y="3449"/>
                    <a:pt x="569" y="3449"/>
                  </a:cubicBezTo>
                  <a:cubicBezTo>
                    <a:pt x="668" y="3449"/>
                    <a:pt x="767" y="3439"/>
                    <a:pt x="864" y="3419"/>
                  </a:cubicBezTo>
                  <a:cubicBezTo>
                    <a:pt x="3650" y="3091"/>
                    <a:pt x="6346" y="2451"/>
                    <a:pt x="8894" y="1244"/>
                  </a:cubicBezTo>
                  <a:cubicBezTo>
                    <a:pt x="9237" y="1095"/>
                    <a:pt x="9564" y="901"/>
                    <a:pt x="9847" y="663"/>
                  </a:cubicBezTo>
                  <a:cubicBezTo>
                    <a:pt x="9573" y="201"/>
                    <a:pt x="9172" y="0"/>
                    <a:pt x="84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74"/>
            <p:cNvSpPr/>
            <p:nvPr/>
          </p:nvSpPr>
          <p:spPr>
            <a:xfrm>
              <a:off x="3201190" y="2257111"/>
              <a:ext cx="55272" cy="137944"/>
            </a:xfrm>
            <a:custGeom>
              <a:avLst/>
              <a:gdLst/>
              <a:ahLst/>
              <a:cxnLst/>
              <a:rect l="l" t="t" r="r" b="b"/>
              <a:pathLst>
                <a:path w="2102" h="5246" extrusionOk="0">
                  <a:moveTo>
                    <a:pt x="485" y="0"/>
                  </a:moveTo>
                  <a:cubicBezTo>
                    <a:pt x="463" y="0"/>
                    <a:pt x="441" y="2"/>
                    <a:pt x="418" y="6"/>
                  </a:cubicBezTo>
                  <a:cubicBezTo>
                    <a:pt x="60" y="65"/>
                    <a:pt x="1" y="393"/>
                    <a:pt x="60" y="810"/>
                  </a:cubicBezTo>
                  <a:cubicBezTo>
                    <a:pt x="239" y="2226"/>
                    <a:pt x="656" y="3596"/>
                    <a:pt x="1282" y="4877"/>
                  </a:cubicBezTo>
                  <a:cubicBezTo>
                    <a:pt x="1369" y="5051"/>
                    <a:pt x="1476" y="5245"/>
                    <a:pt x="1690" y="5245"/>
                  </a:cubicBezTo>
                  <a:cubicBezTo>
                    <a:pt x="1733" y="5245"/>
                    <a:pt x="1781" y="5237"/>
                    <a:pt x="1833" y="5220"/>
                  </a:cubicBezTo>
                  <a:cubicBezTo>
                    <a:pt x="2071" y="5116"/>
                    <a:pt x="2101" y="4877"/>
                    <a:pt x="2071" y="4669"/>
                  </a:cubicBezTo>
                  <a:cubicBezTo>
                    <a:pt x="1892" y="3209"/>
                    <a:pt x="1505" y="1779"/>
                    <a:pt x="939" y="423"/>
                  </a:cubicBezTo>
                  <a:cubicBezTo>
                    <a:pt x="857" y="218"/>
                    <a:pt x="725" y="0"/>
                    <a:pt x="4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74"/>
            <p:cNvSpPr/>
            <p:nvPr/>
          </p:nvSpPr>
          <p:spPr>
            <a:xfrm>
              <a:off x="3156936" y="2266077"/>
              <a:ext cx="50933" cy="129924"/>
            </a:xfrm>
            <a:custGeom>
              <a:avLst/>
              <a:gdLst/>
              <a:ahLst/>
              <a:cxnLst/>
              <a:rect l="l" t="t" r="r" b="b"/>
              <a:pathLst>
                <a:path w="1937" h="4941" extrusionOk="0">
                  <a:moveTo>
                    <a:pt x="373" y="1"/>
                  </a:moveTo>
                  <a:cubicBezTo>
                    <a:pt x="349" y="1"/>
                    <a:pt x="324" y="3"/>
                    <a:pt x="298" y="7"/>
                  </a:cubicBezTo>
                  <a:cubicBezTo>
                    <a:pt x="30" y="67"/>
                    <a:pt x="0" y="305"/>
                    <a:pt x="15" y="514"/>
                  </a:cubicBezTo>
                  <a:cubicBezTo>
                    <a:pt x="15" y="752"/>
                    <a:pt x="45" y="1006"/>
                    <a:pt x="104" y="1244"/>
                  </a:cubicBezTo>
                  <a:cubicBezTo>
                    <a:pt x="328" y="2406"/>
                    <a:pt x="700" y="3538"/>
                    <a:pt x="1207" y="4626"/>
                  </a:cubicBezTo>
                  <a:cubicBezTo>
                    <a:pt x="1282" y="4789"/>
                    <a:pt x="1389" y="4941"/>
                    <a:pt x="1580" y="4941"/>
                  </a:cubicBezTo>
                  <a:cubicBezTo>
                    <a:pt x="1617" y="4941"/>
                    <a:pt x="1656" y="4935"/>
                    <a:pt x="1698" y="4924"/>
                  </a:cubicBezTo>
                  <a:cubicBezTo>
                    <a:pt x="1892" y="4864"/>
                    <a:pt x="1937" y="4670"/>
                    <a:pt x="1937" y="4372"/>
                  </a:cubicBezTo>
                  <a:cubicBezTo>
                    <a:pt x="1862" y="4089"/>
                    <a:pt x="1773" y="3702"/>
                    <a:pt x="1669" y="3344"/>
                  </a:cubicBezTo>
                  <a:cubicBezTo>
                    <a:pt x="1371" y="2346"/>
                    <a:pt x="1073" y="1348"/>
                    <a:pt x="760" y="365"/>
                  </a:cubicBezTo>
                  <a:cubicBezTo>
                    <a:pt x="706" y="177"/>
                    <a:pt x="592" y="1"/>
                    <a:pt x="3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74"/>
            <p:cNvSpPr/>
            <p:nvPr/>
          </p:nvSpPr>
          <p:spPr>
            <a:xfrm>
              <a:off x="3303818" y="2221455"/>
              <a:ext cx="61136" cy="135893"/>
            </a:xfrm>
            <a:custGeom>
              <a:avLst/>
              <a:gdLst/>
              <a:ahLst/>
              <a:cxnLst/>
              <a:rect l="l" t="t" r="r" b="b"/>
              <a:pathLst>
                <a:path w="2325" h="5168" extrusionOk="0">
                  <a:moveTo>
                    <a:pt x="464" y="0"/>
                  </a:moveTo>
                  <a:cubicBezTo>
                    <a:pt x="403" y="0"/>
                    <a:pt x="338" y="16"/>
                    <a:pt x="269" y="51"/>
                  </a:cubicBezTo>
                  <a:cubicBezTo>
                    <a:pt x="1" y="170"/>
                    <a:pt x="16" y="453"/>
                    <a:pt x="60" y="691"/>
                  </a:cubicBezTo>
                  <a:cubicBezTo>
                    <a:pt x="358" y="2136"/>
                    <a:pt x="835" y="3522"/>
                    <a:pt x="1505" y="4833"/>
                  </a:cubicBezTo>
                  <a:cubicBezTo>
                    <a:pt x="1585" y="5006"/>
                    <a:pt x="1725" y="5168"/>
                    <a:pt x="1924" y="5168"/>
                  </a:cubicBezTo>
                  <a:cubicBezTo>
                    <a:pt x="1948" y="5168"/>
                    <a:pt x="1972" y="5165"/>
                    <a:pt x="1997" y="5161"/>
                  </a:cubicBezTo>
                  <a:cubicBezTo>
                    <a:pt x="2325" y="5071"/>
                    <a:pt x="2310" y="4803"/>
                    <a:pt x="2265" y="4565"/>
                  </a:cubicBezTo>
                  <a:cubicBezTo>
                    <a:pt x="2071" y="3150"/>
                    <a:pt x="1639" y="1779"/>
                    <a:pt x="1014" y="513"/>
                  </a:cubicBezTo>
                  <a:cubicBezTo>
                    <a:pt x="861" y="219"/>
                    <a:pt x="690" y="0"/>
                    <a:pt x="4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74"/>
            <p:cNvSpPr/>
            <p:nvPr/>
          </p:nvSpPr>
          <p:spPr>
            <a:xfrm>
              <a:off x="3250940" y="2244700"/>
              <a:ext cx="61136" cy="135866"/>
            </a:xfrm>
            <a:custGeom>
              <a:avLst/>
              <a:gdLst/>
              <a:ahLst/>
              <a:cxnLst/>
              <a:rect l="l" t="t" r="r" b="b"/>
              <a:pathLst>
                <a:path w="2325" h="5167" extrusionOk="0">
                  <a:moveTo>
                    <a:pt x="451" y="1"/>
                  </a:moveTo>
                  <a:cubicBezTo>
                    <a:pt x="390" y="1"/>
                    <a:pt x="324" y="15"/>
                    <a:pt x="254" y="46"/>
                  </a:cubicBezTo>
                  <a:cubicBezTo>
                    <a:pt x="0" y="180"/>
                    <a:pt x="0" y="448"/>
                    <a:pt x="45" y="701"/>
                  </a:cubicBezTo>
                  <a:cubicBezTo>
                    <a:pt x="343" y="2131"/>
                    <a:pt x="835" y="3532"/>
                    <a:pt x="1490" y="4843"/>
                  </a:cubicBezTo>
                  <a:cubicBezTo>
                    <a:pt x="1581" y="4999"/>
                    <a:pt x="1707" y="5167"/>
                    <a:pt x="1906" y="5167"/>
                  </a:cubicBezTo>
                  <a:cubicBezTo>
                    <a:pt x="1935" y="5167"/>
                    <a:pt x="1965" y="5163"/>
                    <a:pt x="1997" y="5156"/>
                  </a:cubicBezTo>
                  <a:cubicBezTo>
                    <a:pt x="2325" y="5081"/>
                    <a:pt x="2310" y="4798"/>
                    <a:pt x="2265" y="4560"/>
                  </a:cubicBezTo>
                  <a:cubicBezTo>
                    <a:pt x="2056" y="3159"/>
                    <a:pt x="1639" y="1789"/>
                    <a:pt x="999" y="508"/>
                  </a:cubicBezTo>
                  <a:cubicBezTo>
                    <a:pt x="857" y="212"/>
                    <a:pt x="687" y="1"/>
                    <a:pt x="4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74"/>
            <p:cNvSpPr/>
            <p:nvPr/>
          </p:nvSpPr>
          <p:spPr>
            <a:xfrm>
              <a:off x="3348861" y="2204916"/>
              <a:ext cx="56061" cy="128898"/>
            </a:xfrm>
            <a:custGeom>
              <a:avLst/>
              <a:gdLst/>
              <a:ahLst/>
              <a:cxnLst/>
              <a:rect l="l" t="t" r="r" b="b"/>
              <a:pathLst>
                <a:path w="2132" h="4902" extrusionOk="0">
                  <a:moveTo>
                    <a:pt x="409" y="1"/>
                  </a:moveTo>
                  <a:cubicBezTo>
                    <a:pt x="362" y="1"/>
                    <a:pt x="311" y="13"/>
                    <a:pt x="254" y="39"/>
                  </a:cubicBezTo>
                  <a:cubicBezTo>
                    <a:pt x="16" y="144"/>
                    <a:pt x="1" y="382"/>
                    <a:pt x="75" y="590"/>
                  </a:cubicBezTo>
                  <a:cubicBezTo>
                    <a:pt x="373" y="1589"/>
                    <a:pt x="671" y="2572"/>
                    <a:pt x="999" y="3555"/>
                  </a:cubicBezTo>
                  <a:cubicBezTo>
                    <a:pt x="1103" y="3927"/>
                    <a:pt x="1252" y="4300"/>
                    <a:pt x="1342" y="4568"/>
                  </a:cubicBezTo>
                  <a:cubicBezTo>
                    <a:pt x="1487" y="4774"/>
                    <a:pt x="1603" y="4901"/>
                    <a:pt x="1754" y="4901"/>
                  </a:cubicBezTo>
                  <a:cubicBezTo>
                    <a:pt x="1788" y="4901"/>
                    <a:pt x="1824" y="4895"/>
                    <a:pt x="1863" y="4881"/>
                  </a:cubicBezTo>
                  <a:cubicBezTo>
                    <a:pt x="2116" y="4806"/>
                    <a:pt x="2131" y="4568"/>
                    <a:pt x="2087" y="4360"/>
                  </a:cubicBezTo>
                  <a:cubicBezTo>
                    <a:pt x="1908" y="3183"/>
                    <a:pt x="1565" y="2035"/>
                    <a:pt x="1103" y="933"/>
                  </a:cubicBezTo>
                  <a:cubicBezTo>
                    <a:pt x="1014" y="710"/>
                    <a:pt x="895" y="501"/>
                    <a:pt x="776" y="292"/>
                  </a:cubicBezTo>
                  <a:cubicBezTo>
                    <a:pt x="683" y="142"/>
                    <a:pt x="573"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74"/>
            <p:cNvSpPr/>
            <p:nvPr/>
          </p:nvSpPr>
          <p:spPr>
            <a:xfrm rot="3047796">
              <a:off x="4733418" y="3876028"/>
              <a:ext cx="167007" cy="248329"/>
            </a:xfrm>
            <a:custGeom>
              <a:avLst/>
              <a:gdLst/>
              <a:ahLst/>
              <a:cxnLst/>
              <a:rect l="l" t="t" r="r" b="b"/>
              <a:pathLst>
                <a:path w="4440" h="6602" extrusionOk="0">
                  <a:moveTo>
                    <a:pt x="1892" y="1"/>
                  </a:moveTo>
                  <a:cubicBezTo>
                    <a:pt x="1192" y="16"/>
                    <a:pt x="1028" y="60"/>
                    <a:pt x="879" y="835"/>
                  </a:cubicBezTo>
                  <a:cubicBezTo>
                    <a:pt x="626" y="2042"/>
                    <a:pt x="387" y="3263"/>
                    <a:pt x="149" y="4485"/>
                  </a:cubicBezTo>
                  <a:cubicBezTo>
                    <a:pt x="104" y="4723"/>
                    <a:pt x="60" y="4977"/>
                    <a:pt x="30" y="5230"/>
                  </a:cubicBezTo>
                  <a:cubicBezTo>
                    <a:pt x="0" y="5394"/>
                    <a:pt x="15" y="5572"/>
                    <a:pt x="75" y="5736"/>
                  </a:cubicBezTo>
                  <a:cubicBezTo>
                    <a:pt x="134" y="5900"/>
                    <a:pt x="253" y="6034"/>
                    <a:pt x="402" y="6109"/>
                  </a:cubicBezTo>
                  <a:cubicBezTo>
                    <a:pt x="551" y="6183"/>
                    <a:pt x="700" y="6243"/>
                    <a:pt x="849" y="6288"/>
                  </a:cubicBezTo>
                  <a:cubicBezTo>
                    <a:pt x="1475" y="6436"/>
                    <a:pt x="2115" y="6541"/>
                    <a:pt x="2756" y="6600"/>
                  </a:cubicBezTo>
                  <a:lnTo>
                    <a:pt x="2905" y="6600"/>
                  </a:lnTo>
                  <a:cubicBezTo>
                    <a:pt x="2917" y="6601"/>
                    <a:pt x="2928" y="6601"/>
                    <a:pt x="2940" y="6601"/>
                  </a:cubicBezTo>
                  <a:cubicBezTo>
                    <a:pt x="3224" y="6601"/>
                    <a:pt x="3475" y="6426"/>
                    <a:pt x="3561" y="6153"/>
                  </a:cubicBezTo>
                  <a:cubicBezTo>
                    <a:pt x="3605" y="6019"/>
                    <a:pt x="3635" y="5870"/>
                    <a:pt x="3665" y="5736"/>
                  </a:cubicBezTo>
                  <a:cubicBezTo>
                    <a:pt x="3784" y="4902"/>
                    <a:pt x="3918" y="4068"/>
                    <a:pt x="4052" y="3234"/>
                  </a:cubicBezTo>
                  <a:cubicBezTo>
                    <a:pt x="4142" y="2623"/>
                    <a:pt x="4261" y="2012"/>
                    <a:pt x="4335" y="1401"/>
                  </a:cubicBezTo>
                  <a:cubicBezTo>
                    <a:pt x="4439" y="924"/>
                    <a:pt x="4142" y="448"/>
                    <a:pt x="3665" y="329"/>
                  </a:cubicBezTo>
                  <a:cubicBezTo>
                    <a:pt x="3099" y="120"/>
                    <a:pt x="2503" y="16"/>
                    <a:pt x="1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74"/>
            <p:cNvSpPr/>
            <p:nvPr/>
          </p:nvSpPr>
          <p:spPr>
            <a:xfrm rot="3047796">
              <a:off x="4204523" y="4167048"/>
              <a:ext cx="166480" cy="248141"/>
            </a:xfrm>
            <a:custGeom>
              <a:avLst/>
              <a:gdLst/>
              <a:ahLst/>
              <a:cxnLst/>
              <a:rect l="l" t="t" r="r" b="b"/>
              <a:pathLst>
                <a:path w="4426" h="6597" extrusionOk="0">
                  <a:moveTo>
                    <a:pt x="1893" y="0"/>
                  </a:moveTo>
                  <a:cubicBezTo>
                    <a:pt x="1178" y="0"/>
                    <a:pt x="1014" y="60"/>
                    <a:pt x="865" y="820"/>
                  </a:cubicBezTo>
                  <a:cubicBezTo>
                    <a:pt x="627" y="2041"/>
                    <a:pt x="388" y="3263"/>
                    <a:pt x="150" y="4469"/>
                  </a:cubicBezTo>
                  <a:cubicBezTo>
                    <a:pt x="90" y="4708"/>
                    <a:pt x="60" y="4961"/>
                    <a:pt x="31" y="5214"/>
                  </a:cubicBezTo>
                  <a:cubicBezTo>
                    <a:pt x="1" y="5378"/>
                    <a:pt x="1" y="5557"/>
                    <a:pt x="60" y="5721"/>
                  </a:cubicBezTo>
                  <a:cubicBezTo>
                    <a:pt x="105" y="5900"/>
                    <a:pt x="239" y="6034"/>
                    <a:pt x="388" y="6123"/>
                  </a:cubicBezTo>
                  <a:cubicBezTo>
                    <a:pt x="537" y="6198"/>
                    <a:pt x="686" y="6257"/>
                    <a:pt x="850" y="6287"/>
                  </a:cubicBezTo>
                  <a:cubicBezTo>
                    <a:pt x="1476" y="6436"/>
                    <a:pt x="2101" y="6540"/>
                    <a:pt x="2742" y="6585"/>
                  </a:cubicBezTo>
                  <a:cubicBezTo>
                    <a:pt x="2772" y="6592"/>
                    <a:pt x="2798" y="6596"/>
                    <a:pt x="2822" y="6596"/>
                  </a:cubicBezTo>
                  <a:cubicBezTo>
                    <a:pt x="2846" y="6596"/>
                    <a:pt x="2869" y="6592"/>
                    <a:pt x="2891" y="6585"/>
                  </a:cubicBezTo>
                  <a:cubicBezTo>
                    <a:pt x="2911" y="6587"/>
                    <a:pt x="2931" y="6588"/>
                    <a:pt x="2951" y="6588"/>
                  </a:cubicBezTo>
                  <a:cubicBezTo>
                    <a:pt x="3225" y="6588"/>
                    <a:pt x="3463" y="6402"/>
                    <a:pt x="3547" y="6138"/>
                  </a:cubicBezTo>
                  <a:cubicBezTo>
                    <a:pt x="3591" y="6004"/>
                    <a:pt x="3636" y="5870"/>
                    <a:pt x="3651" y="5721"/>
                  </a:cubicBezTo>
                  <a:cubicBezTo>
                    <a:pt x="3785" y="4901"/>
                    <a:pt x="3919" y="4067"/>
                    <a:pt x="4038" y="3233"/>
                  </a:cubicBezTo>
                  <a:cubicBezTo>
                    <a:pt x="4128" y="2622"/>
                    <a:pt x="4247" y="2011"/>
                    <a:pt x="4336" y="1401"/>
                  </a:cubicBezTo>
                  <a:cubicBezTo>
                    <a:pt x="4425" y="909"/>
                    <a:pt x="4128" y="432"/>
                    <a:pt x="3651" y="313"/>
                  </a:cubicBezTo>
                  <a:cubicBezTo>
                    <a:pt x="3085" y="119"/>
                    <a:pt x="2489" y="0"/>
                    <a:pt x="18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74"/>
            <p:cNvSpPr/>
            <p:nvPr/>
          </p:nvSpPr>
          <p:spPr>
            <a:xfrm rot="3047796">
              <a:off x="4305602" y="3787453"/>
              <a:ext cx="488684" cy="730806"/>
            </a:xfrm>
            <a:custGeom>
              <a:avLst/>
              <a:gdLst/>
              <a:ahLst/>
              <a:cxnLst/>
              <a:rect l="l" t="t" r="r" b="b"/>
              <a:pathLst>
                <a:path w="12992" h="19429" extrusionOk="0">
                  <a:moveTo>
                    <a:pt x="5774" y="1"/>
                  </a:moveTo>
                  <a:cubicBezTo>
                    <a:pt x="5712" y="1"/>
                    <a:pt x="5650" y="1"/>
                    <a:pt x="5587" y="2"/>
                  </a:cubicBezTo>
                  <a:cubicBezTo>
                    <a:pt x="3487" y="17"/>
                    <a:pt x="3010" y="166"/>
                    <a:pt x="2563" y="2446"/>
                  </a:cubicBezTo>
                  <a:cubicBezTo>
                    <a:pt x="1848" y="6021"/>
                    <a:pt x="1148" y="9596"/>
                    <a:pt x="433" y="13187"/>
                  </a:cubicBezTo>
                  <a:cubicBezTo>
                    <a:pt x="299" y="13917"/>
                    <a:pt x="179" y="14662"/>
                    <a:pt x="90" y="15406"/>
                  </a:cubicBezTo>
                  <a:cubicBezTo>
                    <a:pt x="1" y="15913"/>
                    <a:pt x="45" y="16419"/>
                    <a:pt x="194" y="16911"/>
                  </a:cubicBezTo>
                  <a:cubicBezTo>
                    <a:pt x="373" y="17388"/>
                    <a:pt x="716" y="17790"/>
                    <a:pt x="1178" y="18014"/>
                  </a:cubicBezTo>
                  <a:cubicBezTo>
                    <a:pt x="1595" y="18237"/>
                    <a:pt x="2042" y="18416"/>
                    <a:pt x="2518" y="18520"/>
                  </a:cubicBezTo>
                  <a:cubicBezTo>
                    <a:pt x="4351" y="18952"/>
                    <a:pt x="6213" y="19250"/>
                    <a:pt x="8105" y="19414"/>
                  </a:cubicBezTo>
                  <a:cubicBezTo>
                    <a:pt x="8254" y="19429"/>
                    <a:pt x="8403" y="19429"/>
                    <a:pt x="8552" y="19429"/>
                  </a:cubicBezTo>
                  <a:cubicBezTo>
                    <a:pt x="9490" y="19414"/>
                    <a:pt x="10146" y="18997"/>
                    <a:pt x="10474" y="18088"/>
                  </a:cubicBezTo>
                  <a:cubicBezTo>
                    <a:pt x="10608" y="17701"/>
                    <a:pt x="10712" y="17298"/>
                    <a:pt x="10772" y="16881"/>
                  </a:cubicBezTo>
                  <a:cubicBezTo>
                    <a:pt x="11159" y="14423"/>
                    <a:pt x="11531" y="11965"/>
                    <a:pt x="11919" y="9522"/>
                  </a:cubicBezTo>
                  <a:cubicBezTo>
                    <a:pt x="12202" y="7719"/>
                    <a:pt x="12544" y="5917"/>
                    <a:pt x="12783" y="4114"/>
                  </a:cubicBezTo>
                  <a:cubicBezTo>
                    <a:pt x="12991" y="2565"/>
                    <a:pt x="12261" y="1418"/>
                    <a:pt x="10772" y="926"/>
                  </a:cubicBezTo>
                  <a:cubicBezTo>
                    <a:pt x="9161" y="394"/>
                    <a:pt x="7495" y="1"/>
                    <a:pt x="5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74"/>
            <p:cNvSpPr/>
            <p:nvPr/>
          </p:nvSpPr>
          <p:spPr>
            <a:xfrm rot="3047796">
              <a:off x="4444005" y="3899662"/>
              <a:ext cx="259500" cy="524680"/>
            </a:xfrm>
            <a:custGeom>
              <a:avLst/>
              <a:gdLst/>
              <a:ahLst/>
              <a:cxnLst/>
              <a:rect l="l" t="t" r="r" b="b"/>
              <a:pathLst>
                <a:path w="6899" h="13949" extrusionOk="0">
                  <a:moveTo>
                    <a:pt x="5188" y="1"/>
                  </a:moveTo>
                  <a:cubicBezTo>
                    <a:pt x="4775" y="1"/>
                    <a:pt x="4419" y="198"/>
                    <a:pt x="4053" y="638"/>
                  </a:cubicBezTo>
                  <a:cubicBezTo>
                    <a:pt x="2727" y="2233"/>
                    <a:pt x="1535" y="3931"/>
                    <a:pt x="507" y="5719"/>
                  </a:cubicBezTo>
                  <a:cubicBezTo>
                    <a:pt x="462" y="5793"/>
                    <a:pt x="433" y="5882"/>
                    <a:pt x="388" y="5957"/>
                  </a:cubicBezTo>
                  <a:cubicBezTo>
                    <a:pt x="1" y="6866"/>
                    <a:pt x="284" y="7402"/>
                    <a:pt x="1282" y="7536"/>
                  </a:cubicBezTo>
                  <a:cubicBezTo>
                    <a:pt x="1616" y="7570"/>
                    <a:pt x="1951" y="7589"/>
                    <a:pt x="2286" y="7589"/>
                  </a:cubicBezTo>
                  <a:cubicBezTo>
                    <a:pt x="2547" y="7589"/>
                    <a:pt x="2808" y="7577"/>
                    <a:pt x="3070" y="7551"/>
                  </a:cubicBezTo>
                  <a:cubicBezTo>
                    <a:pt x="3237" y="7543"/>
                    <a:pt x="3414" y="7496"/>
                    <a:pt x="3604" y="7496"/>
                  </a:cubicBezTo>
                  <a:cubicBezTo>
                    <a:pt x="3767" y="7496"/>
                    <a:pt x="3941" y="7531"/>
                    <a:pt x="4127" y="7655"/>
                  </a:cubicBezTo>
                  <a:cubicBezTo>
                    <a:pt x="3904" y="8117"/>
                    <a:pt x="3651" y="8579"/>
                    <a:pt x="3338" y="8996"/>
                  </a:cubicBezTo>
                  <a:cubicBezTo>
                    <a:pt x="2503" y="10203"/>
                    <a:pt x="1684" y="11409"/>
                    <a:pt x="880" y="12631"/>
                  </a:cubicBezTo>
                  <a:cubicBezTo>
                    <a:pt x="433" y="13286"/>
                    <a:pt x="403" y="13570"/>
                    <a:pt x="686" y="13823"/>
                  </a:cubicBezTo>
                  <a:cubicBezTo>
                    <a:pt x="789" y="13905"/>
                    <a:pt x="900" y="13948"/>
                    <a:pt x="1022" y="13948"/>
                  </a:cubicBezTo>
                  <a:cubicBezTo>
                    <a:pt x="1255" y="13948"/>
                    <a:pt x="1526" y="13792"/>
                    <a:pt x="1848" y="13450"/>
                  </a:cubicBezTo>
                  <a:cubicBezTo>
                    <a:pt x="3397" y="11752"/>
                    <a:pt x="4857" y="9964"/>
                    <a:pt x="6228" y="8102"/>
                  </a:cubicBezTo>
                  <a:cubicBezTo>
                    <a:pt x="6898" y="7164"/>
                    <a:pt x="6570" y="6463"/>
                    <a:pt x="5408" y="6240"/>
                  </a:cubicBezTo>
                  <a:cubicBezTo>
                    <a:pt x="4812" y="6127"/>
                    <a:pt x="4199" y="6074"/>
                    <a:pt x="3588" y="6074"/>
                  </a:cubicBezTo>
                  <a:cubicBezTo>
                    <a:pt x="3390" y="6074"/>
                    <a:pt x="3192" y="6080"/>
                    <a:pt x="2995" y="6091"/>
                  </a:cubicBezTo>
                  <a:cubicBezTo>
                    <a:pt x="2903" y="6098"/>
                    <a:pt x="2805" y="6129"/>
                    <a:pt x="2709" y="6129"/>
                  </a:cubicBezTo>
                  <a:cubicBezTo>
                    <a:pt x="2603" y="6129"/>
                    <a:pt x="2500" y="6091"/>
                    <a:pt x="2414" y="5942"/>
                  </a:cubicBezTo>
                  <a:cubicBezTo>
                    <a:pt x="2667" y="5510"/>
                    <a:pt x="2965" y="5108"/>
                    <a:pt x="3323" y="4750"/>
                  </a:cubicBezTo>
                  <a:cubicBezTo>
                    <a:pt x="4157" y="3871"/>
                    <a:pt x="5021" y="2992"/>
                    <a:pt x="5885" y="2113"/>
                  </a:cubicBezTo>
                  <a:cubicBezTo>
                    <a:pt x="6079" y="1935"/>
                    <a:pt x="6273" y="1726"/>
                    <a:pt x="6436" y="1517"/>
                  </a:cubicBezTo>
                  <a:cubicBezTo>
                    <a:pt x="6824" y="966"/>
                    <a:pt x="6675" y="490"/>
                    <a:pt x="6049" y="221"/>
                  </a:cubicBezTo>
                  <a:cubicBezTo>
                    <a:pt x="5728" y="78"/>
                    <a:pt x="5447" y="1"/>
                    <a:pt x="518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74"/>
            <p:cNvSpPr/>
            <p:nvPr/>
          </p:nvSpPr>
          <p:spPr>
            <a:xfrm>
              <a:off x="4122352" y="1521261"/>
              <a:ext cx="241220" cy="411849"/>
            </a:xfrm>
            <a:custGeom>
              <a:avLst/>
              <a:gdLst/>
              <a:ahLst/>
              <a:cxnLst/>
              <a:rect l="l" t="t" r="r" b="b"/>
              <a:pathLst>
                <a:path w="8150" h="13915" extrusionOk="0">
                  <a:moveTo>
                    <a:pt x="6884" y="5676"/>
                  </a:moveTo>
                  <a:cubicBezTo>
                    <a:pt x="6213" y="3397"/>
                    <a:pt x="5096" y="1326"/>
                    <a:pt x="3770" y="552"/>
                  </a:cubicBezTo>
                  <a:cubicBezTo>
                    <a:pt x="3293" y="268"/>
                    <a:pt x="2250" y="0"/>
                    <a:pt x="1446" y="403"/>
                  </a:cubicBezTo>
                  <a:cubicBezTo>
                    <a:pt x="1" y="1133"/>
                    <a:pt x="195" y="3412"/>
                    <a:pt x="1059" y="5363"/>
                  </a:cubicBezTo>
                  <a:cubicBezTo>
                    <a:pt x="2086" y="7673"/>
                    <a:pt x="4172" y="9892"/>
                    <a:pt x="5900" y="11933"/>
                  </a:cubicBezTo>
                  <a:cubicBezTo>
                    <a:pt x="6228" y="12321"/>
                    <a:pt x="7301" y="13915"/>
                    <a:pt x="7628" y="13840"/>
                  </a:cubicBezTo>
                  <a:cubicBezTo>
                    <a:pt x="8150" y="13721"/>
                    <a:pt x="7911" y="12619"/>
                    <a:pt x="7867" y="11978"/>
                  </a:cubicBezTo>
                  <a:cubicBezTo>
                    <a:pt x="7688" y="9848"/>
                    <a:pt x="7479" y="7732"/>
                    <a:pt x="6884" y="567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74"/>
            <p:cNvSpPr/>
            <p:nvPr/>
          </p:nvSpPr>
          <p:spPr>
            <a:xfrm>
              <a:off x="3939382" y="1709087"/>
              <a:ext cx="290144" cy="180811"/>
            </a:xfrm>
            <a:custGeom>
              <a:avLst/>
              <a:gdLst/>
              <a:ahLst/>
              <a:cxnLst/>
              <a:rect l="l" t="t" r="r" b="b"/>
              <a:pathLst>
                <a:path w="9803" h="6109" extrusionOk="0">
                  <a:moveTo>
                    <a:pt x="9609" y="5885"/>
                  </a:moveTo>
                  <a:cubicBezTo>
                    <a:pt x="9565" y="5751"/>
                    <a:pt x="9803" y="5647"/>
                    <a:pt x="9699" y="5468"/>
                  </a:cubicBezTo>
                  <a:cubicBezTo>
                    <a:pt x="8298" y="3144"/>
                    <a:pt x="4976" y="1"/>
                    <a:pt x="2235" y="641"/>
                  </a:cubicBezTo>
                  <a:cubicBezTo>
                    <a:pt x="0" y="1178"/>
                    <a:pt x="566" y="3308"/>
                    <a:pt x="2012" y="4142"/>
                  </a:cubicBezTo>
                  <a:cubicBezTo>
                    <a:pt x="3382" y="4932"/>
                    <a:pt x="5959" y="5289"/>
                    <a:pt x="7732" y="5647"/>
                  </a:cubicBezTo>
                  <a:cubicBezTo>
                    <a:pt x="8403" y="5796"/>
                    <a:pt x="9088" y="6109"/>
                    <a:pt x="9609" y="58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74"/>
            <p:cNvSpPr/>
            <p:nvPr/>
          </p:nvSpPr>
          <p:spPr>
            <a:xfrm>
              <a:off x="5431061" y="2407959"/>
              <a:ext cx="215647" cy="85566"/>
            </a:xfrm>
            <a:custGeom>
              <a:avLst/>
              <a:gdLst/>
              <a:ahLst/>
              <a:cxnLst/>
              <a:rect l="l" t="t" r="r" b="b"/>
              <a:pathLst>
                <a:path w="7286" h="2891" extrusionOk="0">
                  <a:moveTo>
                    <a:pt x="0" y="1892"/>
                  </a:moveTo>
                  <a:cubicBezTo>
                    <a:pt x="581" y="1222"/>
                    <a:pt x="1788" y="1028"/>
                    <a:pt x="2831" y="686"/>
                  </a:cubicBezTo>
                  <a:cubicBezTo>
                    <a:pt x="3874" y="343"/>
                    <a:pt x="4946" y="0"/>
                    <a:pt x="5721" y="105"/>
                  </a:cubicBezTo>
                  <a:cubicBezTo>
                    <a:pt x="7270" y="313"/>
                    <a:pt x="7285" y="2086"/>
                    <a:pt x="5602" y="2637"/>
                  </a:cubicBezTo>
                  <a:cubicBezTo>
                    <a:pt x="4827" y="2890"/>
                    <a:pt x="3710" y="2756"/>
                    <a:pt x="2697" y="2637"/>
                  </a:cubicBezTo>
                  <a:cubicBezTo>
                    <a:pt x="1684" y="2533"/>
                    <a:pt x="507" y="2473"/>
                    <a:pt x="0" y="189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74"/>
            <p:cNvSpPr/>
            <p:nvPr/>
          </p:nvSpPr>
          <p:spPr>
            <a:xfrm>
              <a:off x="5472497" y="2168545"/>
              <a:ext cx="245630" cy="212540"/>
            </a:xfrm>
            <a:custGeom>
              <a:avLst/>
              <a:gdLst/>
              <a:ahLst/>
              <a:cxnLst/>
              <a:rect l="l" t="t" r="r" b="b"/>
              <a:pathLst>
                <a:path w="8299" h="7181" extrusionOk="0">
                  <a:moveTo>
                    <a:pt x="254" y="7106"/>
                  </a:moveTo>
                  <a:cubicBezTo>
                    <a:pt x="269" y="6972"/>
                    <a:pt x="1" y="6942"/>
                    <a:pt x="60" y="6719"/>
                  </a:cubicBezTo>
                  <a:cubicBezTo>
                    <a:pt x="790" y="4097"/>
                    <a:pt x="3159" y="179"/>
                    <a:pt x="5975" y="75"/>
                  </a:cubicBezTo>
                  <a:cubicBezTo>
                    <a:pt x="8269" y="0"/>
                    <a:pt x="8299" y="2220"/>
                    <a:pt x="7122" y="3412"/>
                  </a:cubicBezTo>
                  <a:cubicBezTo>
                    <a:pt x="6005" y="4544"/>
                    <a:pt x="3621" y="5572"/>
                    <a:pt x="2012" y="6391"/>
                  </a:cubicBezTo>
                  <a:cubicBezTo>
                    <a:pt x="1386" y="6704"/>
                    <a:pt x="805" y="7181"/>
                    <a:pt x="254" y="71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74"/>
            <p:cNvSpPr/>
            <p:nvPr/>
          </p:nvSpPr>
          <p:spPr>
            <a:xfrm>
              <a:off x="5185066" y="4015303"/>
              <a:ext cx="135409" cy="212569"/>
            </a:xfrm>
            <a:custGeom>
              <a:avLst/>
              <a:gdLst/>
              <a:ahLst/>
              <a:cxnLst/>
              <a:rect l="l" t="t" r="r" b="b"/>
              <a:pathLst>
                <a:path w="4575" h="7182" extrusionOk="0">
                  <a:moveTo>
                    <a:pt x="2936" y="7018"/>
                  </a:moveTo>
                  <a:cubicBezTo>
                    <a:pt x="2697" y="7107"/>
                    <a:pt x="2608" y="7181"/>
                    <a:pt x="2325" y="7092"/>
                  </a:cubicBezTo>
                  <a:cubicBezTo>
                    <a:pt x="1789" y="6898"/>
                    <a:pt x="1938" y="6362"/>
                    <a:pt x="1848" y="5930"/>
                  </a:cubicBezTo>
                  <a:cubicBezTo>
                    <a:pt x="1744" y="5483"/>
                    <a:pt x="1506" y="4917"/>
                    <a:pt x="1163" y="4694"/>
                  </a:cubicBezTo>
                  <a:cubicBezTo>
                    <a:pt x="701" y="4411"/>
                    <a:pt x="1" y="4455"/>
                    <a:pt x="299" y="3740"/>
                  </a:cubicBezTo>
                  <a:cubicBezTo>
                    <a:pt x="433" y="3383"/>
                    <a:pt x="865" y="3472"/>
                    <a:pt x="1148" y="3204"/>
                  </a:cubicBezTo>
                  <a:cubicBezTo>
                    <a:pt x="1312" y="3010"/>
                    <a:pt x="1446" y="2772"/>
                    <a:pt x="1521" y="2519"/>
                  </a:cubicBezTo>
                  <a:cubicBezTo>
                    <a:pt x="1804" y="1729"/>
                    <a:pt x="1565" y="1"/>
                    <a:pt x="2534" y="284"/>
                  </a:cubicBezTo>
                  <a:cubicBezTo>
                    <a:pt x="3427" y="537"/>
                    <a:pt x="2697" y="2548"/>
                    <a:pt x="3472" y="3129"/>
                  </a:cubicBezTo>
                  <a:cubicBezTo>
                    <a:pt x="3874" y="3442"/>
                    <a:pt x="4575" y="3323"/>
                    <a:pt x="4396" y="4068"/>
                  </a:cubicBezTo>
                  <a:cubicBezTo>
                    <a:pt x="4291" y="4559"/>
                    <a:pt x="3725" y="4530"/>
                    <a:pt x="3487" y="4947"/>
                  </a:cubicBezTo>
                  <a:cubicBezTo>
                    <a:pt x="3085" y="5647"/>
                    <a:pt x="3413" y="6243"/>
                    <a:pt x="2936" y="70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74"/>
            <p:cNvSpPr/>
            <p:nvPr/>
          </p:nvSpPr>
          <p:spPr>
            <a:xfrm>
              <a:off x="3975308" y="3732487"/>
              <a:ext cx="218282" cy="218311"/>
            </a:xfrm>
            <a:custGeom>
              <a:avLst/>
              <a:gdLst/>
              <a:ahLst/>
              <a:cxnLst/>
              <a:rect l="l" t="t" r="r" b="b"/>
              <a:pathLst>
                <a:path w="7375" h="7376" extrusionOk="0">
                  <a:moveTo>
                    <a:pt x="7196" y="1"/>
                  </a:moveTo>
                  <a:cubicBezTo>
                    <a:pt x="6093" y="75"/>
                    <a:pt x="4961" y="1118"/>
                    <a:pt x="3814" y="1893"/>
                  </a:cubicBezTo>
                  <a:cubicBezTo>
                    <a:pt x="2667" y="2667"/>
                    <a:pt x="1505" y="3472"/>
                    <a:pt x="998" y="4321"/>
                  </a:cubicBezTo>
                  <a:cubicBezTo>
                    <a:pt x="0" y="6019"/>
                    <a:pt x="1773" y="7375"/>
                    <a:pt x="3620" y="6124"/>
                  </a:cubicBezTo>
                  <a:cubicBezTo>
                    <a:pt x="4469" y="5558"/>
                    <a:pt x="5199" y="4336"/>
                    <a:pt x="5870" y="3248"/>
                  </a:cubicBezTo>
                  <a:cubicBezTo>
                    <a:pt x="6540" y="2161"/>
                    <a:pt x="7374" y="954"/>
                    <a:pt x="71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74"/>
            <p:cNvSpPr/>
            <p:nvPr/>
          </p:nvSpPr>
          <p:spPr>
            <a:xfrm>
              <a:off x="4491997" y="2457712"/>
              <a:ext cx="540031" cy="796818"/>
            </a:xfrm>
            <a:custGeom>
              <a:avLst/>
              <a:gdLst/>
              <a:ahLst/>
              <a:cxnLst/>
              <a:rect l="l" t="t" r="r" b="b"/>
              <a:pathLst>
                <a:path w="19249" h="28402" extrusionOk="0">
                  <a:moveTo>
                    <a:pt x="5086" y="1"/>
                  </a:moveTo>
                  <a:cubicBezTo>
                    <a:pt x="4992" y="1"/>
                    <a:pt x="4895" y="12"/>
                    <a:pt x="4798" y="35"/>
                  </a:cubicBezTo>
                  <a:cubicBezTo>
                    <a:pt x="4485" y="109"/>
                    <a:pt x="4172" y="214"/>
                    <a:pt x="3874" y="348"/>
                  </a:cubicBezTo>
                  <a:cubicBezTo>
                    <a:pt x="2831" y="750"/>
                    <a:pt x="1878" y="1346"/>
                    <a:pt x="895" y="1837"/>
                  </a:cubicBezTo>
                  <a:cubicBezTo>
                    <a:pt x="612" y="1986"/>
                    <a:pt x="388" y="2210"/>
                    <a:pt x="224" y="2478"/>
                  </a:cubicBezTo>
                  <a:cubicBezTo>
                    <a:pt x="60" y="2746"/>
                    <a:pt x="1" y="3074"/>
                    <a:pt x="46" y="3387"/>
                  </a:cubicBezTo>
                  <a:cubicBezTo>
                    <a:pt x="105" y="3789"/>
                    <a:pt x="314" y="4161"/>
                    <a:pt x="627" y="4430"/>
                  </a:cubicBezTo>
                  <a:cubicBezTo>
                    <a:pt x="1029" y="4802"/>
                    <a:pt x="1401" y="5174"/>
                    <a:pt x="1774" y="5562"/>
                  </a:cubicBezTo>
                  <a:cubicBezTo>
                    <a:pt x="2176" y="6009"/>
                    <a:pt x="2563" y="6441"/>
                    <a:pt x="2966" y="6873"/>
                  </a:cubicBezTo>
                  <a:cubicBezTo>
                    <a:pt x="3237" y="7144"/>
                    <a:pt x="3603" y="7293"/>
                    <a:pt x="3972" y="7293"/>
                  </a:cubicBezTo>
                  <a:cubicBezTo>
                    <a:pt x="4151" y="7293"/>
                    <a:pt x="4330" y="7258"/>
                    <a:pt x="4500" y="7186"/>
                  </a:cubicBezTo>
                  <a:cubicBezTo>
                    <a:pt x="5021" y="6977"/>
                    <a:pt x="5364" y="6456"/>
                    <a:pt x="5364" y="5890"/>
                  </a:cubicBezTo>
                  <a:cubicBezTo>
                    <a:pt x="5349" y="5696"/>
                    <a:pt x="5319" y="5502"/>
                    <a:pt x="5245" y="5323"/>
                  </a:cubicBezTo>
                  <a:lnTo>
                    <a:pt x="5245" y="5323"/>
                  </a:lnTo>
                  <a:cubicBezTo>
                    <a:pt x="9923" y="6485"/>
                    <a:pt x="13856" y="10657"/>
                    <a:pt x="14884" y="15767"/>
                  </a:cubicBezTo>
                  <a:cubicBezTo>
                    <a:pt x="15316" y="17942"/>
                    <a:pt x="15182" y="20206"/>
                    <a:pt x="14511" y="22321"/>
                  </a:cubicBezTo>
                  <a:cubicBezTo>
                    <a:pt x="14466" y="22068"/>
                    <a:pt x="14422" y="21800"/>
                    <a:pt x="14347" y="21547"/>
                  </a:cubicBezTo>
                  <a:cubicBezTo>
                    <a:pt x="14258" y="21100"/>
                    <a:pt x="13930" y="20742"/>
                    <a:pt x="13498" y="20578"/>
                  </a:cubicBezTo>
                  <a:cubicBezTo>
                    <a:pt x="13336" y="20510"/>
                    <a:pt x="13164" y="20477"/>
                    <a:pt x="12993" y="20477"/>
                  </a:cubicBezTo>
                  <a:cubicBezTo>
                    <a:pt x="12679" y="20477"/>
                    <a:pt x="12369" y="20590"/>
                    <a:pt x="12128" y="20802"/>
                  </a:cubicBezTo>
                  <a:cubicBezTo>
                    <a:pt x="11710" y="21130"/>
                    <a:pt x="11517" y="21666"/>
                    <a:pt x="11651" y="22187"/>
                  </a:cubicBezTo>
                  <a:cubicBezTo>
                    <a:pt x="11934" y="23722"/>
                    <a:pt x="12187" y="25271"/>
                    <a:pt x="12381" y="26821"/>
                  </a:cubicBezTo>
                  <a:cubicBezTo>
                    <a:pt x="12396" y="26984"/>
                    <a:pt x="12425" y="27148"/>
                    <a:pt x="12485" y="27312"/>
                  </a:cubicBezTo>
                  <a:cubicBezTo>
                    <a:pt x="12758" y="28016"/>
                    <a:pt x="13225" y="28401"/>
                    <a:pt x="13966" y="28401"/>
                  </a:cubicBezTo>
                  <a:cubicBezTo>
                    <a:pt x="13993" y="28401"/>
                    <a:pt x="14021" y="28401"/>
                    <a:pt x="14049" y="28400"/>
                  </a:cubicBezTo>
                  <a:cubicBezTo>
                    <a:pt x="14347" y="28400"/>
                    <a:pt x="14630" y="28325"/>
                    <a:pt x="14884" y="28191"/>
                  </a:cubicBezTo>
                  <a:cubicBezTo>
                    <a:pt x="15763" y="27774"/>
                    <a:pt x="16612" y="27297"/>
                    <a:pt x="17416" y="26761"/>
                  </a:cubicBezTo>
                  <a:cubicBezTo>
                    <a:pt x="17729" y="26537"/>
                    <a:pt x="18042" y="26329"/>
                    <a:pt x="18370" y="26120"/>
                  </a:cubicBezTo>
                  <a:cubicBezTo>
                    <a:pt x="18489" y="26046"/>
                    <a:pt x="18608" y="25956"/>
                    <a:pt x="18727" y="25867"/>
                  </a:cubicBezTo>
                  <a:cubicBezTo>
                    <a:pt x="19144" y="25510"/>
                    <a:pt x="19249" y="24914"/>
                    <a:pt x="19010" y="24422"/>
                  </a:cubicBezTo>
                  <a:cubicBezTo>
                    <a:pt x="18802" y="23980"/>
                    <a:pt x="18368" y="23720"/>
                    <a:pt x="17904" y="23720"/>
                  </a:cubicBezTo>
                  <a:cubicBezTo>
                    <a:pt x="17836" y="23720"/>
                    <a:pt x="17768" y="23725"/>
                    <a:pt x="17699" y="23737"/>
                  </a:cubicBezTo>
                  <a:cubicBezTo>
                    <a:pt x="17520" y="23767"/>
                    <a:pt x="17357" y="23811"/>
                    <a:pt x="17193" y="23886"/>
                  </a:cubicBezTo>
                  <a:cubicBezTo>
                    <a:pt x="17133" y="23898"/>
                    <a:pt x="17082" y="23939"/>
                    <a:pt x="17011" y="23939"/>
                  </a:cubicBezTo>
                  <a:cubicBezTo>
                    <a:pt x="16993" y="23939"/>
                    <a:pt x="16975" y="23936"/>
                    <a:pt x="16954" y="23930"/>
                  </a:cubicBezTo>
                  <a:cubicBezTo>
                    <a:pt x="17863" y="21204"/>
                    <a:pt x="18146" y="18523"/>
                    <a:pt x="17729" y="15886"/>
                  </a:cubicBezTo>
                  <a:cubicBezTo>
                    <a:pt x="17446" y="14053"/>
                    <a:pt x="16850" y="12295"/>
                    <a:pt x="15971" y="10672"/>
                  </a:cubicBezTo>
                  <a:cubicBezTo>
                    <a:pt x="13692" y="6411"/>
                    <a:pt x="10131" y="3729"/>
                    <a:pt x="5424" y="2433"/>
                  </a:cubicBezTo>
                  <a:cubicBezTo>
                    <a:pt x="5602" y="2359"/>
                    <a:pt x="5766" y="2240"/>
                    <a:pt x="5900" y="2120"/>
                  </a:cubicBezTo>
                  <a:cubicBezTo>
                    <a:pt x="6168" y="1882"/>
                    <a:pt x="6317" y="1539"/>
                    <a:pt x="6303" y="1182"/>
                  </a:cubicBezTo>
                  <a:cubicBezTo>
                    <a:pt x="6277" y="507"/>
                    <a:pt x="5730" y="1"/>
                    <a:pt x="50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74"/>
            <p:cNvSpPr/>
            <p:nvPr/>
          </p:nvSpPr>
          <p:spPr>
            <a:xfrm>
              <a:off x="4020125" y="2496177"/>
              <a:ext cx="456006" cy="693435"/>
            </a:xfrm>
            <a:custGeom>
              <a:avLst/>
              <a:gdLst/>
              <a:ahLst/>
              <a:cxnLst/>
              <a:rect l="l" t="t" r="r" b="b"/>
              <a:pathLst>
                <a:path w="16254" h="24717" extrusionOk="0">
                  <a:moveTo>
                    <a:pt x="10750" y="0"/>
                  </a:moveTo>
                  <a:cubicBezTo>
                    <a:pt x="9492" y="0"/>
                    <a:pt x="9032" y="1720"/>
                    <a:pt x="10205" y="2329"/>
                  </a:cubicBezTo>
                  <a:cubicBezTo>
                    <a:pt x="10310" y="2373"/>
                    <a:pt x="10429" y="2433"/>
                    <a:pt x="10533" y="2492"/>
                  </a:cubicBezTo>
                  <a:cubicBezTo>
                    <a:pt x="10518" y="2522"/>
                    <a:pt x="10518" y="2537"/>
                    <a:pt x="10503" y="2552"/>
                  </a:cubicBezTo>
                  <a:cubicBezTo>
                    <a:pt x="10459" y="2582"/>
                    <a:pt x="10399" y="2612"/>
                    <a:pt x="10339" y="2641"/>
                  </a:cubicBezTo>
                  <a:cubicBezTo>
                    <a:pt x="9297" y="3222"/>
                    <a:pt x="8328" y="3923"/>
                    <a:pt x="7434" y="4712"/>
                  </a:cubicBezTo>
                  <a:cubicBezTo>
                    <a:pt x="6794" y="5278"/>
                    <a:pt x="6198" y="5889"/>
                    <a:pt x="5662" y="6530"/>
                  </a:cubicBezTo>
                  <a:cubicBezTo>
                    <a:pt x="4127" y="8377"/>
                    <a:pt x="3025" y="10522"/>
                    <a:pt x="2429" y="12831"/>
                  </a:cubicBezTo>
                  <a:cubicBezTo>
                    <a:pt x="2235" y="13546"/>
                    <a:pt x="2086" y="14291"/>
                    <a:pt x="1997" y="15021"/>
                  </a:cubicBezTo>
                  <a:cubicBezTo>
                    <a:pt x="1773" y="16824"/>
                    <a:pt x="1848" y="18641"/>
                    <a:pt x="2235" y="20414"/>
                  </a:cubicBezTo>
                  <a:cubicBezTo>
                    <a:pt x="2250" y="20474"/>
                    <a:pt x="2280" y="20548"/>
                    <a:pt x="2235" y="20623"/>
                  </a:cubicBezTo>
                  <a:cubicBezTo>
                    <a:pt x="2101" y="20563"/>
                    <a:pt x="1982" y="20504"/>
                    <a:pt x="1863" y="20459"/>
                  </a:cubicBezTo>
                  <a:cubicBezTo>
                    <a:pt x="1712" y="20398"/>
                    <a:pt x="1553" y="20368"/>
                    <a:pt x="1396" y="20368"/>
                  </a:cubicBezTo>
                  <a:cubicBezTo>
                    <a:pt x="1058" y="20368"/>
                    <a:pt x="726" y="20507"/>
                    <a:pt x="492" y="20772"/>
                  </a:cubicBezTo>
                  <a:cubicBezTo>
                    <a:pt x="1" y="21293"/>
                    <a:pt x="75" y="22142"/>
                    <a:pt x="656" y="22574"/>
                  </a:cubicBezTo>
                  <a:cubicBezTo>
                    <a:pt x="1073" y="22932"/>
                    <a:pt x="1520" y="23260"/>
                    <a:pt x="1982" y="23572"/>
                  </a:cubicBezTo>
                  <a:cubicBezTo>
                    <a:pt x="2548" y="23945"/>
                    <a:pt x="3144" y="24243"/>
                    <a:pt x="3740" y="24571"/>
                  </a:cubicBezTo>
                  <a:cubicBezTo>
                    <a:pt x="3912" y="24667"/>
                    <a:pt x="4138" y="24716"/>
                    <a:pt x="4379" y="24716"/>
                  </a:cubicBezTo>
                  <a:cubicBezTo>
                    <a:pt x="4850" y="24716"/>
                    <a:pt x="5376" y="24527"/>
                    <a:pt x="5662" y="24124"/>
                  </a:cubicBezTo>
                  <a:cubicBezTo>
                    <a:pt x="5826" y="23915"/>
                    <a:pt x="5945" y="23692"/>
                    <a:pt x="6064" y="23453"/>
                  </a:cubicBezTo>
                  <a:cubicBezTo>
                    <a:pt x="6287" y="22932"/>
                    <a:pt x="6511" y="22410"/>
                    <a:pt x="6734" y="21889"/>
                  </a:cubicBezTo>
                  <a:cubicBezTo>
                    <a:pt x="7062" y="21189"/>
                    <a:pt x="7390" y="20474"/>
                    <a:pt x="7762" y="19803"/>
                  </a:cubicBezTo>
                  <a:cubicBezTo>
                    <a:pt x="8365" y="18749"/>
                    <a:pt x="7491" y="17733"/>
                    <a:pt x="6554" y="17733"/>
                  </a:cubicBezTo>
                  <a:cubicBezTo>
                    <a:pt x="6195" y="17733"/>
                    <a:pt x="5825" y="17883"/>
                    <a:pt x="5528" y="18239"/>
                  </a:cubicBezTo>
                  <a:cubicBezTo>
                    <a:pt x="5319" y="18463"/>
                    <a:pt x="5170" y="18731"/>
                    <a:pt x="5036" y="18999"/>
                  </a:cubicBezTo>
                  <a:cubicBezTo>
                    <a:pt x="5006" y="19088"/>
                    <a:pt x="4947" y="19178"/>
                    <a:pt x="4887" y="19252"/>
                  </a:cubicBezTo>
                  <a:cubicBezTo>
                    <a:pt x="4708" y="18880"/>
                    <a:pt x="4619" y="17018"/>
                    <a:pt x="4708" y="15915"/>
                  </a:cubicBezTo>
                  <a:cubicBezTo>
                    <a:pt x="4768" y="15140"/>
                    <a:pt x="4902" y="14396"/>
                    <a:pt x="5081" y="13651"/>
                  </a:cubicBezTo>
                  <a:cubicBezTo>
                    <a:pt x="5557" y="11774"/>
                    <a:pt x="6436" y="10016"/>
                    <a:pt x="7643" y="8511"/>
                  </a:cubicBezTo>
                  <a:cubicBezTo>
                    <a:pt x="8701" y="7170"/>
                    <a:pt x="10012" y="6053"/>
                    <a:pt x="11487" y="5204"/>
                  </a:cubicBezTo>
                  <a:lnTo>
                    <a:pt x="11487" y="5204"/>
                  </a:lnTo>
                  <a:cubicBezTo>
                    <a:pt x="11487" y="5323"/>
                    <a:pt x="11457" y="5427"/>
                    <a:pt x="11397" y="5532"/>
                  </a:cubicBezTo>
                  <a:cubicBezTo>
                    <a:pt x="11129" y="6321"/>
                    <a:pt x="11606" y="7170"/>
                    <a:pt x="12425" y="7349"/>
                  </a:cubicBezTo>
                  <a:cubicBezTo>
                    <a:pt x="12529" y="7373"/>
                    <a:pt x="12632" y="7385"/>
                    <a:pt x="12735" y="7385"/>
                  </a:cubicBezTo>
                  <a:cubicBezTo>
                    <a:pt x="13267" y="7385"/>
                    <a:pt x="13765" y="7072"/>
                    <a:pt x="13989" y="6559"/>
                  </a:cubicBezTo>
                  <a:cubicBezTo>
                    <a:pt x="14421" y="5606"/>
                    <a:pt x="14913" y="4668"/>
                    <a:pt x="15449" y="3759"/>
                  </a:cubicBezTo>
                  <a:cubicBezTo>
                    <a:pt x="15598" y="3535"/>
                    <a:pt x="15717" y="3312"/>
                    <a:pt x="15822" y="3073"/>
                  </a:cubicBezTo>
                  <a:cubicBezTo>
                    <a:pt x="16254" y="2046"/>
                    <a:pt x="15732" y="1256"/>
                    <a:pt x="14883" y="913"/>
                  </a:cubicBezTo>
                  <a:cubicBezTo>
                    <a:pt x="14749" y="854"/>
                    <a:pt x="14615" y="809"/>
                    <a:pt x="14466" y="779"/>
                  </a:cubicBezTo>
                  <a:cubicBezTo>
                    <a:pt x="13691" y="541"/>
                    <a:pt x="12917" y="347"/>
                    <a:pt x="12112" y="213"/>
                  </a:cubicBezTo>
                  <a:cubicBezTo>
                    <a:pt x="11695" y="154"/>
                    <a:pt x="11278" y="34"/>
                    <a:pt x="10861" y="5"/>
                  </a:cubicBezTo>
                  <a:cubicBezTo>
                    <a:pt x="10823" y="2"/>
                    <a:pt x="10786" y="0"/>
                    <a:pt x="107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74"/>
            <p:cNvSpPr/>
            <p:nvPr/>
          </p:nvSpPr>
          <p:spPr>
            <a:xfrm>
              <a:off x="4169354" y="3203888"/>
              <a:ext cx="672086" cy="235241"/>
            </a:xfrm>
            <a:custGeom>
              <a:avLst/>
              <a:gdLst/>
              <a:ahLst/>
              <a:cxnLst/>
              <a:rect l="l" t="t" r="r" b="b"/>
              <a:pathLst>
                <a:path w="23956" h="8385" extrusionOk="0">
                  <a:moveTo>
                    <a:pt x="1660" y="1"/>
                  </a:moveTo>
                  <a:cubicBezTo>
                    <a:pt x="919" y="1"/>
                    <a:pt x="1" y="711"/>
                    <a:pt x="89" y="1699"/>
                  </a:cubicBezTo>
                  <a:cubicBezTo>
                    <a:pt x="119" y="1893"/>
                    <a:pt x="149" y="2087"/>
                    <a:pt x="194" y="2280"/>
                  </a:cubicBezTo>
                  <a:cubicBezTo>
                    <a:pt x="283" y="2593"/>
                    <a:pt x="387" y="2906"/>
                    <a:pt x="462" y="3219"/>
                  </a:cubicBezTo>
                  <a:cubicBezTo>
                    <a:pt x="745" y="4321"/>
                    <a:pt x="1147" y="5394"/>
                    <a:pt x="1490" y="6467"/>
                  </a:cubicBezTo>
                  <a:cubicBezTo>
                    <a:pt x="1520" y="6541"/>
                    <a:pt x="1549" y="6601"/>
                    <a:pt x="1579" y="6675"/>
                  </a:cubicBezTo>
                  <a:cubicBezTo>
                    <a:pt x="1810" y="7144"/>
                    <a:pt x="2240" y="7358"/>
                    <a:pt x="2668" y="7358"/>
                  </a:cubicBezTo>
                  <a:cubicBezTo>
                    <a:pt x="3262" y="7358"/>
                    <a:pt x="3851" y="6946"/>
                    <a:pt x="3903" y="6228"/>
                  </a:cubicBezTo>
                  <a:cubicBezTo>
                    <a:pt x="3918" y="6049"/>
                    <a:pt x="3918" y="5886"/>
                    <a:pt x="3888" y="5722"/>
                  </a:cubicBezTo>
                  <a:cubicBezTo>
                    <a:pt x="3888" y="5647"/>
                    <a:pt x="3844" y="5588"/>
                    <a:pt x="3888" y="5513"/>
                  </a:cubicBezTo>
                  <a:cubicBezTo>
                    <a:pt x="6585" y="7167"/>
                    <a:pt x="9341" y="8076"/>
                    <a:pt x="12156" y="8210"/>
                  </a:cubicBezTo>
                  <a:lnTo>
                    <a:pt x="12171" y="8210"/>
                  </a:lnTo>
                  <a:cubicBezTo>
                    <a:pt x="12412" y="8221"/>
                    <a:pt x="12653" y="8226"/>
                    <a:pt x="12895" y="8226"/>
                  </a:cubicBezTo>
                  <a:cubicBezTo>
                    <a:pt x="15254" y="8226"/>
                    <a:pt x="17650" y="7698"/>
                    <a:pt x="20082" y="6630"/>
                  </a:cubicBezTo>
                  <a:lnTo>
                    <a:pt x="20082" y="6630"/>
                  </a:lnTo>
                  <a:cubicBezTo>
                    <a:pt x="20067" y="6765"/>
                    <a:pt x="20052" y="6854"/>
                    <a:pt x="20037" y="6943"/>
                  </a:cubicBezTo>
                  <a:cubicBezTo>
                    <a:pt x="19889" y="7814"/>
                    <a:pt x="20581" y="8385"/>
                    <a:pt x="21273" y="8385"/>
                  </a:cubicBezTo>
                  <a:cubicBezTo>
                    <a:pt x="21694" y="8385"/>
                    <a:pt x="22115" y="8173"/>
                    <a:pt x="22346" y="7688"/>
                  </a:cubicBezTo>
                  <a:cubicBezTo>
                    <a:pt x="22465" y="7465"/>
                    <a:pt x="22555" y="7211"/>
                    <a:pt x="22659" y="6988"/>
                  </a:cubicBezTo>
                  <a:cubicBezTo>
                    <a:pt x="23017" y="6198"/>
                    <a:pt x="23389" y="5394"/>
                    <a:pt x="23747" y="4604"/>
                  </a:cubicBezTo>
                  <a:cubicBezTo>
                    <a:pt x="23851" y="4366"/>
                    <a:pt x="23911" y="4113"/>
                    <a:pt x="23940" y="3860"/>
                  </a:cubicBezTo>
                  <a:cubicBezTo>
                    <a:pt x="23955" y="3576"/>
                    <a:pt x="23881" y="3293"/>
                    <a:pt x="23732" y="3055"/>
                  </a:cubicBezTo>
                  <a:cubicBezTo>
                    <a:pt x="23493" y="2638"/>
                    <a:pt x="23091" y="2340"/>
                    <a:pt x="22614" y="2236"/>
                  </a:cubicBezTo>
                  <a:cubicBezTo>
                    <a:pt x="22451" y="2191"/>
                    <a:pt x="22287" y="2161"/>
                    <a:pt x="22123" y="2146"/>
                  </a:cubicBezTo>
                  <a:cubicBezTo>
                    <a:pt x="21348" y="2027"/>
                    <a:pt x="20574" y="1938"/>
                    <a:pt x="19814" y="1774"/>
                  </a:cubicBezTo>
                  <a:cubicBezTo>
                    <a:pt x="19456" y="1670"/>
                    <a:pt x="19084" y="1595"/>
                    <a:pt x="18696" y="1550"/>
                  </a:cubicBezTo>
                  <a:cubicBezTo>
                    <a:pt x="18647" y="1545"/>
                    <a:pt x="18597" y="1543"/>
                    <a:pt x="18549" y="1543"/>
                  </a:cubicBezTo>
                  <a:cubicBezTo>
                    <a:pt x="17908" y="1543"/>
                    <a:pt x="17345" y="1986"/>
                    <a:pt x="17207" y="2623"/>
                  </a:cubicBezTo>
                  <a:cubicBezTo>
                    <a:pt x="17058" y="3308"/>
                    <a:pt x="17430" y="3994"/>
                    <a:pt x="18086" y="4232"/>
                  </a:cubicBezTo>
                  <a:cubicBezTo>
                    <a:pt x="18145" y="4262"/>
                    <a:pt x="18235" y="4247"/>
                    <a:pt x="18279" y="4351"/>
                  </a:cubicBezTo>
                  <a:cubicBezTo>
                    <a:pt x="16598" y="5068"/>
                    <a:pt x="14803" y="5431"/>
                    <a:pt x="12984" y="5431"/>
                  </a:cubicBezTo>
                  <a:cubicBezTo>
                    <a:pt x="12723" y="5431"/>
                    <a:pt x="12462" y="5424"/>
                    <a:pt x="12201" y="5409"/>
                  </a:cubicBezTo>
                  <a:cubicBezTo>
                    <a:pt x="11531" y="5364"/>
                    <a:pt x="10860" y="5290"/>
                    <a:pt x="10205" y="5156"/>
                  </a:cubicBezTo>
                  <a:cubicBezTo>
                    <a:pt x="8462" y="4798"/>
                    <a:pt x="5542" y="3487"/>
                    <a:pt x="5199" y="2936"/>
                  </a:cubicBezTo>
                  <a:cubicBezTo>
                    <a:pt x="5244" y="2909"/>
                    <a:pt x="5289" y="2904"/>
                    <a:pt x="5337" y="2904"/>
                  </a:cubicBezTo>
                  <a:cubicBezTo>
                    <a:pt x="5368" y="2904"/>
                    <a:pt x="5402" y="2906"/>
                    <a:pt x="5438" y="2906"/>
                  </a:cubicBezTo>
                  <a:cubicBezTo>
                    <a:pt x="5765" y="2906"/>
                    <a:pt x="6108" y="2876"/>
                    <a:pt x="6436" y="2817"/>
                  </a:cubicBezTo>
                  <a:cubicBezTo>
                    <a:pt x="7136" y="2638"/>
                    <a:pt x="7583" y="1953"/>
                    <a:pt x="7464" y="1238"/>
                  </a:cubicBezTo>
                  <a:cubicBezTo>
                    <a:pt x="7352" y="569"/>
                    <a:pt x="6786" y="83"/>
                    <a:pt x="6116" y="83"/>
                  </a:cubicBezTo>
                  <a:cubicBezTo>
                    <a:pt x="6069" y="83"/>
                    <a:pt x="6022" y="86"/>
                    <a:pt x="5974" y="90"/>
                  </a:cubicBezTo>
                  <a:cubicBezTo>
                    <a:pt x="5471" y="122"/>
                    <a:pt x="4966" y="137"/>
                    <a:pt x="4459" y="137"/>
                  </a:cubicBezTo>
                  <a:cubicBezTo>
                    <a:pt x="3749" y="137"/>
                    <a:pt x="3037" y="107"/>
                    <a:pt x="2324" y="46"/>
                  </a:cubicBezTo>
                  <a:cubicBezTo>
                    <a:pt x="2115" y="31"/>
                    <a:pt x="1907" y="16"/>
                    <a:pt x="1683" y="1"/>
                  </a:cubicBezTo>
                  <a:cubicBezTo>
                    <a:pt x="1676" y="1"/>
                    <a:pt x="1668" y="1"/>
                    <a:pt x="1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74"/>
            <p:cNvSpPr/>
            <p:nvPr/>
          </p:nvSpPr>
          <p:spPr>
            <a:xfrm>
              <a:off x="3964660" y="2064025"/>
              <a:ext cx="202417" cy="317048"/>
            </a:xfrm>
            <a:custGeom>
              <a:avLst/>
              <a:gdLst/>
              <a:ahLst/>
              <a:cxnLst/>
              <a:rect l="l" t="t" r="r" b="b"/>
              <a:pathLst>
                <a:path w="6839" h="10712" extrusionOk="0">
                  <a:moveTo>
                    <a:pt x="3129" y="224"/>
                  </a:moveTo>
                  <a:cubicBezTo>
                    <a:pt x="2057" y="1"/>
                    <a:pt x="2265" y="1297"/>
                    <a:pt x="2310" y="2116"/>
                  </a:cubicBezTo>
                  <a:cubicBezTo>
                    <a:pt x="2370" y="3203"/>
                    <a:pt x="1938" y="4455"/>
                    <a:pt x="1416" y="4783"/>
                  </a:cubicBezTo>
                  <a:cubicBezTo>
                    <a:pt x="880" y="5110"/>
                    <a:pt x="299" y="4827"/>
                    <a:pt x="150" y="5557"/>
                  </a:cubicBezTo>
                  <a:cubicBezTo>
                    <a:pt x="1" y="6317"/>
                    <a:pt x="642" y="6436"/>
                    <a:pt x="1118" y="6555"/>
                  </a:cubicBezTo>
                  <a:cubicBezTo>
                    <a:pt x="2340" y="6883"/>
                    <a:pt x="2697" y="7166"/>
                    <a:pt x="2787" y="8552"/>
                  </a:cubicBezTo>
                  <a:cubicBezTo>
                    <a:pt x="2861" y="9565"/>
                    <a:pt x="2608" y="10652"/>
                    <a:pt x="3532" y="10667"/>
                  </a:cubicBezTo>
                  <a:cubicBezTo>
                    <a:pt x="4813" y="10712"/>
                    <a:pt x="4157" y="8269"/>
                    <a:pt x="4843" y="7077"/>
                  </a:cubicBezTo>
                  <a:cubicBezTo>
                    <a:pt x="4977" y="6824"/>
                    <a:pt x="5185" y="6600"/>
                    <a:pt x="5439" y="6436"/>
                  </a:cubicBezTo>
                  <a:cubicBezTo>
                    <a:pt x="5722" y="6287"/>
                    <a:pt x="6764" y="6302"/>
                    <a:pt x="6839" y="5542"/>
                  </a:cubicBezTo>
                  <a:cubicBezTo>
                    <a:pt x="6824" y="5259"/>
                    <a:pt x="6690" y="4991"/>
                    <a:pt x="6466" y="4812"/>
                  </a:cubicBezTo>
                  <a:cubicBezTo>
                    <a:pt x="6049" y="4559"/>
                    <a:pt x="5826" y="4753"/>
                    <a:pt x="5543" y="4663"/>
                  </a:cubicBezTo>
                  <a:cubicBezTo>
                    <a:pt x="4574" y="4380"/>
                    <a:pt x="4157" y="3174"/>
                    <a:pt x="3964" y="2012"/>
                  </a:cubicBezTo>
                  <a:cubicBezTo>
                    <a:pt x="3815" y="1192"/>
                    <a:pt x="3889" y="373"/>
                    <a:pt x="3129" y="22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74"/>
            <p:cNvSpPr/>
            <p:nvPr/>
          </p:nvSpPr>
          <p:spPr>
            <a:xfrm>
              <a:off x="3710685" y="2079031"/>
              <a:ext cx="130111" cy="206383"/>
            </a:xfrm>
            <a:custGeom>
              <a:avLst/>
              <a:gdLst/>
              <a:ahLst/>
              <a:cxnLst/>
              <a:rect l="l" t="t" r="r" b="b"/>
              <a:pathLst>
                <a:path w="4396" h="6973" extrusionOk="0">
                  <a:moveTo>
                    <a:pt x="3100" y="6778"/>
                  </a:moveTo>
                  <a:cubicBezTo>
                    <a:pt x="2861" y="6883"/>
                    <a:pt x="2787" y="6972"/>
                    <a:pt x="2504" y="6898"/>
                  </a:cubicBezTo>
                  <a:cubicBezTo>
                    <a:pt x="1938" y="6749"/>
                    <a:pt x="2057" y="6212"/>
                    <a:pt x="1938" y="5795"/>
                  </a:cubicBezTo>
                  <a:cubicBezTo>
                    <a:pt x="1804" y="5378"/>
                    <a:pt x="1520" y="4842"/>
                    <a:pt x="1163" y="4648"/>
                  </a:cubicBezTo>
                  <a:cubicBezTo>
                    <a:pt x="686" y="4395"/>
                    <a:pt x="1" y="4499"/>
                    <a:pt x="224" y="3769"/>
                  </a:cubicBezTo>
                  <a:cubicBezTo>
                    <a:pt x="344" y="3412"/>
                    <a:pt x="776" y="3471"/>
                    <a:pt x="1029" y="3188"/>
                  </a:cubicBezTo>
                  <a:cubicBezTo>
                    <a:pt x="1178" y="2965"/>
                    <a:pt x="1282" y="2726"/>
                    <a:pt x="1342" y="2488"/>
                  </a:cubicBezTo>
                  <a:cubicBezTo>
                    <a:pt x="1550" y="1683"/>
                    <a:pt x="1178" y="0"/>
                    <a:pt x="2161" y="209"/>
                  </a:cubicBezTo>
                  <a:cubicBezTo>
                    <a:pt x="3055" y="387"/>
                    <a:pt x="2489" y="2413"/>
                    <a:pt x="3293" y="2920"/>
                  </a:cubicBezTo>
                  <a:cubicBezTo>
                    <a:pt x="3710" y="3188"/>
                    <a:pt x="4396" y="3024"/>
                    <a:pt x="4291" y="3754"/>
                  </a:cubicBezTo>
                  <a:cubicBezTo>
                    <a:pt x="4217" y="4261"/>
                    <a:pt x="3651" y="4276"/>
                    <a:pt x="3457" y="4708"/>
                  </a:cubicBezTo>
                  <a:cubicBezTo>
                    <a:pt x="3129" y="5438"/>
                    <a:pt x="3502" y="5989"/>
                    <a:pt x="3100" y="677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026" name="Google Shape;3026;p74"/>
          <p:cNvCxnSpPr/>
          <p:nvPr/>
        </p:nvCxnSpPr>
        <p:spPr>
          <a:xfrm rot="-5400000" flipH="1">
            <a:off x="2805150" y="2262150"/>
            <a:ext cx="762000" cy="657300"/>
          </a:xfrm>
          <a:prstGeom prst="curvedConnector3">
            <a:avLst>
              <a:gd name="adj1" fmla="val 50000"/>
            </a:avLst>
          </a:prstGeom>
          <a:noFill/>
          <a:ln w="9525" cap="flat" cmpd="sng">
            <a:solidFill>
              <a:schemeClr val="accent1"/>
            </a:solidFill>
            <a:prstDash val="solid"/>
            <a:round/>
            <a:headEnd type="none" w="med" len="med"/>
            <a:tailEnd type="triangle" w="med" len="med"/>
          </a:ln>
        </p:spPr>
      </p:cxnSp>
      <p:cxnSp>
        <p:nvCxnSpPr>
          <p:cNvPr id="3027" name="Google Shape;3027;p74"/>
          <p:cNvCxnSpPr/>
          <p:nvPr/>
        </p:nvCxnSpPr>
        <p:spPr>
          <a:xfrm>
            <a:off x="2809621" y="3592875"/>
            <a:ext cx="1581300" cy="864900"/>
          </a:xfrm>
          <a:prstGeom prst="curvedConnector3">
            <a:avLst>
              <a:gd name="adj1" fmla="val 50000"/>
            </a:avLst>
          </a:prstGeom>
          <a:noFill/>
          <a:ln w="9525" cap="flat" cmpd="sng">
            <a:solidFill>
              <a:schemeClr val="accent1"/>
            </a:solidFill>
            <a:prstDash val="solid"/>
            <a:round/>
            <a:headEnd type="none" w="med" len="med"/>
            <a:tailEnd type="triangle" w="med" len="med"/>
          </a:ln>
        </p:spPr>
      </p:cxnSp>
      <p:cxnSp>
        <p:nvCxnSpPr>
          <p:cNvPr id="3028" name="Google Shape;3028;p74"/>
          <p:cNvCxnSpPr>
            <a:stCxn id="2983" idx="3"/>
          </p:cNvCxnSpPr>
          <p:nvPr/>
        </p:nvCxnSpPr>
        <p:spPr>
          <a:xfrm rot="10800000">
            <a:off x="5087895" y="1698625"/>
            <a:ext cx="1246500" cy="385200"/>
          </a:xfrm>
          <a:prstGeom prst="curvedConnector3">
            <a:avLst>
              <a:gd name="adj1" fmla="val 50000"/>
            </a:avLst>
          </a:prstGeom>
          <a:noFill/>
          <a:ln w="9525" cap="flat" cmpd="sng">
            <a:solidFill>
              <a:schemeClr val="accent1"/>
            </a:solidFill>
            <a:prstDash val="solid"/>
            <a:round/>
            <a:headEnd type="none" w="med" len="med"/>
            <a:tailEnd type="triangle" w="med" len="med"/>
          </a:ln>
        </p:spPr>
      </p:cxnSp>
      <p:cxnSp>
        <p:nvCxnSpPr>
          <p:cNvPr id="3029" name="Google Shape;3029;p74"/>
          <p:cNvCxnSpPr>
            <a:stCxn id="2978" idx="3"/>
          </p:cNvCxnSpPr>
          <p:nvPr/>
        </p:nvCxnSpPr>
        <p:spPr>
          <a:xfrm rot="10800000">
            <a:off x="5673795" y="3303675"/>
            <a:ext cx="660600" cy="289200"/>
          </a:xfrm>
          <a:prstGeom prst="curvedConnector3">
            <a:avLst>
              <a:gd name="adj1" fmla="val 50000"/>
            </a:avLst>
          </a:prstGeom>
          <a:noFill/>
          <a:ln w="9525" cap="flat" cmpd="sng">
            <a:solidFill>
              <a:schemeClr val="accent1"/>
            </a:solidFill>
            <a:prstDash val="solid"/>
            <a:round/>
            <a:headEnd type="none" w="med" len="med"/>
            <a:tailEnd type="triangl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33"/>
        <p:cNvGrpSpPr/>
        <p:nvPr/>
      </p:nvGrpSpPr>
      <p:grpSpPr>
        <a:xfrm>
          <a:off x="0" y="0"/>
          <a:ext cx="0" cy="0"/>
          <a:chOff x="0" y="0"/>
          <a:chExt cx="0" cy="0"/>
        </a:xfrm>
      </p:grpSpPr>
      <p:sp>
        <p:nvSpPr>
          <p:cNvPr id="3034" name="Google Shape;3034;p75"/>
          <p:cNvSpPr txBox="1">
            <a:spLocks noGrp="1"/>
          </p:cNvSpPr>
          <p:nvPr>
            <p:ph type="title"/>
          </p:nvPr>
        </p:nvSpPr>
        <p:spPr>
          <a:xfrm>
            <a:off x="714575" y="461300"/>
            <a:ext cx="77148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BEST ALTERNATIVE ENERGIES</a:t>
            </a:r>
            <a:endParaRPr/>
          </a:p>
        </p:txBody>
      </p:sp>
      <p:sp>
        <p:nvSpPr>
          <p:cNvPr id="3035" name="Google Shape;3035;p75"/>
          <p:cNvSpPr txBox="1"/>
          <p:nvPr/>
        </p:nvSpPr>
        <p:spPr>
          <a:xfrm>
            <a:off x="714575" y="4257675"/>
            <a:ext cx="7714800" cy="32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ABeeZee"/>
                <a:ea typeface="ABeeZee"/>
                <a:cs typeface="ABeeZee"/>
                <a:sym typeface="ABeeZee"/>
              </a:rPr>
              <a:t>Follow the link in the graph to modify its data and then paste the new one here.</a:t>
            </a:r>
            <a:r>
              <a:rPr lang="en" sz="1100" b="1">
                <a:solidFill>
                  <a:schemeClr val="dk1"/>
                </a:solidFill>
                <a:latin typeface="ABeeZee"/>
                <a:ea typeface="ABeeZee"/>
                <a:cs typeface="ABeeZee"/>
                <a:sym typeface="ABeeZee"/>
              </a:rPr>
              <a:t> </a:t>
            </a:r>
            <a:r>
              <a:rPr lang="en" sz="1100" b="1">
                <a:solidFill>
                  <a:schemeClr val="dk1"/>
                </a:solidFill>
                <a:uFill>
                  <a:noFill/>
                </a:uFill>
                <a:latin typeface="ABeeZee"/>
                <a:ea typeface="ABeeZee"/>
                <a:cs typeface="ABeeZee"/>
                <a:sym typeface="ABeeZee"/>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b="1">
              <a:solidFill>
                <a:schemeClr val="dk1"/>
              </a:solidFill>
              <a:latin typeface="ABeeZee"/>
              <a:ea typeface="ABeeZee"/>
              <a:cs typeface="ABeeZee"/>
              <a:sym typeface="ABeeZee"/>
            </a:endParaRPr>
          </a:p>
        </p:txBody>
      </p:sp>
      <p:sp>
        <p:nvSpPr>
          <p:cNvPr id="3036" name="Google Shape;3036;p75"/>
          <p:cNvSpPr txBox="1"/>
          <p:nvPr/>
        </p:nvSpPr>
        <p:spPr>
          <a:xfrm>
            <a:off x="4143375" y="1784035"/>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accent1"/>
                </a:solidFill>
                <a:latin typeface="Chewy"/>
                <a:ea typeface="Chewy"/>
                <a:cs typeface="Chewy"/>
                <a:sym typeface="Chewy"/>
              </a:rPr>
              <a:t>Biomass</a:t>
            </a:r>
            <a:endParaRPr sz="2700">
              <a:solidFill>
                <a:schemeClr val="accent1"/>
              </a:solidFill>
              <a:latin typeface="Chewy"/>
              <a:ea typeface="Chewy"/>
              <a:cs typeface="Chewy"/>
              <a:sym typeface="Chewy"/>
            </a:endParaRPr>
          </a:p>
        </p:txBody>
      </p:sp>
      <p:sp>
        <p:nvSpPr>
          <p:cNvPr id="3037" name="Google Shape;3037;p75"/>
          <p:cNvSpPr txBox="1"/>
          <p:nvPr/>
        </p:nvSpPr>
        <p:spPr>
          <a:xfrm>
            <a:off x="4143375" y="2143333"/>
            <a:ext cx="1919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BeeZee"/>
                <a:ea typeface="ABeeZee"/>
                <a:cs typeface="ABeeZee"/>
                <a:sym typeface="ABeeZee"/>
              </a:rPr>
              <a:t>Mercury is the smallest planet</a:t>
            </a:r>
            <a:endParaRPr>
              <a:solidFill>
                <a:schemeClr val="dk1"/>
              </a:solidFill>
              <a:latin typeface="ABeeZee"/>
              <a:ea typeface="ABeeZee"/>
              <a:cs typeface="ABeeZee"/>
              <a:sym typeface="ABeeZee"/>
            </a:endParaRPr>
          </a:p>
        </p:txBody>
      </p:sp>
      <p:sp>
        <p:nvSpPr>
          <p:cNvPr id="3038" name="Google Shape;3038;p75"/>
          <p:cNvSpPr txBox="1"/>
          <p:nvPr/>
        </p:nvSpPr>
        <p:spPr>
          <a:xfrm>
            <a:off x="4143375" y="3243333"/>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accent1"/>
                </a:solidFill>
                <a:latin typeface="Chewy"/>
                <a:ea typeface="Chewy"/>
                <a:cs typeface="Chewy"/>
                <a:sym typeface="Chewy"/>
              </a:rPr>
              <a:t>Solar</a:t>
            </a:r>
            <a:endParaRPr sz="2700">
              <a:solidFill>
                <a:schemeClr val="accent1"/>
              </a:solidFill>
              <a:latin typeface="Chewy"/>
              <a:ea typeface="Chewy"/>
              <a:cs typeface="Chewy"/>
              <a:sym typeface="Chewy"/>
            </a:endParaRPr>
          </a:p>
        </p:txBody>
      </p:sp>
      <p:sp>
        <p:nvSpPr>
          <p:cNvPr id="3039" name="Google Shape;3039;p75"/>
          <p:cNvSpPr txBox="1"/>
          <p:nvPr/>
        </p:nvSpPr>
        <p:spPr>
          <a:xfrm>
            <a:off x="4143375" y="3602625"/>
            <a:ext cx="2090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BeeZee"/>
                <a:ea typeface="ABeeZee"/>
                <a:cs typeface="ABeeZee"/>
                <a:sym typeface="ABeeZee"/>
              </a:rPr>
              <a:t>Jupiter is a gas giant and a big planet</a:t>
            </a:r>
            <a:endParaRPr>
              <a:solidFill>
                <a:schemeClr val="dk1"/>
              </a:solidFill>
              <a:latin typeface="ABeeZee"/>
              <a:ea typeface="ABeeZee"/>
              <a:cs typeface="ABeeZee"/>
              <a:sym typeface="ABeeZee"/>
            </a:endParaRPr>
          </a:p>
        </p:txBody>
      </p:sp>
      <p:sp>
        <p:nvSpPr>
          <p:cNvPr id="3040" name="Google Shape;3040;p75"/>
          <p:cNvSpPr txBox="1"/>
          <p:nvPr/>
        </p:nvSpPr>
        <p:spPr>
          <a:xfrm>
            <a:off x="6300550" y="1784036"/>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accent1"/>
                </a:solidFill>
                <a:latin typeface="Chewy"/>
                <a:ea typeface="Chewy"/>
                <a:cs typeface="Chewy"/>
                <a:sym typeface="Chewy"/>
              </a:rPr>
              <a:t>Hydric</a:t>
            </a:r>
            <a:endParaRPr sz="2700">
              <a:solidFill>
                <a:schemeClr val="accent1"/>
              </a:solidFill>
              <a:latin typeface="Chewy"/>
              <a:ea typeface="Chewy"/>
              <a:cs typeface="Chewy"/>
              <a:sym typeface="Chewy"/>
            </a:endParaRPr>
          </a:p>
        </p:txBody>
      </p:sp>
      <p:sp>
        <p:nvSpPr>
          <p:cNvPr id="3041" name="Google Shape;3041;p75"/>
          <p:cNvSpPr txBox="1"/>
          <p:nvPr/>
        </p:nvSpPr>
        <p:spPr>
          <a:xfrm>
            <a:off x="6300563" y="2143333"/>
            <a:ext cx="1919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BeeZee"/>
                <a:ea typeface="ABeeZee"/>
                <a:cs typeface="ABeeZee"/>
                <a:sym typeface="ABeeZee"/>
              </a:rPr>
              <a:t>Venus also has very high temperatures</a:t>
            </a:r>
            <a:endParaRPr>
              <a:solidFill>
                <a:schemeClr val="dk1"/>
              </a:solidFill>
              <a:latin typeface="ABeeZee"/>
              <a:ea typeface="ABeeZee"/>
              <a:cs typeface="ABeeZee"/>
              <a:sym typeface="ABeeZee"/>
            </a:endParaRPr>
          </a:p>
        </p:txBody>
      </p:sp>
      <p:sp>
        <p:nvSpPr>
          <p:cNvPr id="3042" name="Google Shape;3042;p75"/>
          <p:cNvSpPr txBox="1"/>
          <p:nvPr/>
        </p:nvSpPr>
        <p:spPr>
          <a:xfrm>
            <a:off x="6300550" y="3243333"/>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accent1"/>
                </a:solidFill>
                <a:latin typeface="Chewy"/>
                <a:ea typeface="Chewy"/>
                <a:cs typeface="Chewy"/>
                <a:sym typeface="Chewy"/>
              </a:rPr>
              <a:t>Geothermal</a:t>
            </a:r>
            <a:endParaRPr sz="2700">
              <a:solidFill>
                <a:schemeClr val="accent1"/>
              </a:solidFill>
              <a:latin typeface="Chewy"/>
              <a:ea typeface="Chewy"/>
              <a:cs typeface="Chewy"/>
              <a:sym typeface="Chewy"/>
            </a:endParaRPr>
          </a:p>
        </p:txBody>
      </p:sp>
      <p:sp>
        <p:nvSpPr>
          <p:cNvPr id="3043" name="Google Shape;3043;p75"/>
          <p:cNvSpPr txBox="1"/>
          <p:nvPr/>
        </p:nvSpPr>
        <p:spPr>
          <a:xfrm>
            <a:off x="6300563" y="3602625"/>
            <a:ext cx="1919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BeeZee"/>
                <a:ea typeface="ABeeZee"/>
                <a:cs typeface="ABeeZee"/>
                <a:sym typeface="ABeeZee"/>
              </a:rPr>
              <a:t>Saturn is a gas giant with rings</a:t>
            </a:r>
            <a:endParaRPr>
              <a:solidFill>
                <a:schemeClr val="dk1"/>
              </a:solidFill>
              <a:latin typeface="ABeeZee"/>
              <a:ea typeface="ABeeZee"/>
              <a:cs typeface="ABeeZee"/>
              <a:sym typeface="ABeeZee"/>
            </a:endParaRPr>
          </a:p>
        </p:txBody>
      </p:sp>
      <p:sp>
        <p:nvSpPr>
          <p:cNvPr id="3044" name="Google Shape;3044;p75"/>
          <p:cNvSpPr txBox="1"/>
          <p:nvPr/>
        </p:nvSpPr>
        <p:spPr>
          <a:xfrm>
            <a:off x="4143375" y="1406650"/>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dk1"/>
                </a:solidFill>
                <a:latin typeface="Chewy"/>
                <a:ea typeface="Chewy"/>
                <a:cs typeface="Chewy"/>
                <a:sym typeface="Chewy"/>
              </a:rPr>
              <a:t>40%</a:t>
            </a:r>
            <a:endParaRPr sz="2700">
              <a:solidFill>
                <a:schemeClr val="dk1"/>
              </a:solidFill>
              <a:latin typeface="Chewy"/>
              <a:ea typeface="Chewy"/>
              <a:cs typeface="Chewy"/>
              <a:sym typeface="Chewy"/>
            </a:endParaRPr>
          </a:p>
        </p:txBody>
      </p:sp>
      <p:sp>
        <p:nvSpPr>
          <p:cNvPr id="3045" name="Google Shape;3045;p75"/>
          <p:cNvSpPr txBox="1"/>
          <p:nvPr/>
        </p:nvSpPr>
        <p:spPr>
          <a:xfrm>
            <a:off x="4143375" y="2865947"/>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dk1"/>
                </a:solidFill>
                <a:latin typeface="Chewy"/>
                <a:ea typeface="Chewy"/>
                <a:cs typeface="Chewy"/>
                <a:sym typeface="Chewy"/>
              </a:rPr>
              <a:t>20%</a:t>
            </a:r>
            <a:endParaRPr sz="2700">
              <a:solidFill>
                <a:schemeClr val="dk1"/>
              </a:solidFill>
              <a:latin typeface="Chewy"/>
              <a:ea typeface="Chewy"/>
              <a:cs typeface="Chewy"/>
              <a:sym typeface="Chewy"/>
            </a:endParaRPr>
          </a:p>
        </p:txBody>
      </p:sp>
      <p:sp>
        <p:nvSpPr>
          <p:cNvPr id="3046" name="Google Shape;3046;p75"/>
          <p:cNvSpPr txBox="1"/>
          <p:nvPr/>
        </p:nvSpPr>
        <p:spPr>
          <a:xfrm>
            <a:off x="6300550" y="1406650"/>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700">
                <a:solidFill>
                  <a:schemeClr val="dk1"/>
                </a:solidFill>
                <a:latin typeface="Chewy"/>
                <a:ea typeface="Chewy"/>
                <a:cs typeface="Chewy"/>
                <a:sym typeface="Chewy"/>
              </a:rPr>
              <a:t>30%</a:t>
            </a:r>
            <a:endParaRPr sz="2700">
              <a:solidFill>
                <a:schemeClr val="dk1"/>
              </a:solidFill>
              <a:latin typeface="Chewy"/>
              <a:ea typeface="Chewy"/>
              <a:cs typeface="Chewy"/>
              <a:sym typeface="Chewy"/>
            </a:endParaRPr>
          </a:p>
        </p:txBody>
      </p:sp>
      <p:sp>
        <p:nvSpPr>
          <p:cNvPr id="3047" name="Google Shape;3047;p75"/>
          <p:cNvSpPr txBox="1"/>
          <p:nvPr/>
        </p:nvSpPr>
        <p:spPr>
          <a:xfrm>
            <a:off x="6300550" y="2865947"/>
            <a:ext cx="1919400" cy="527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chemeClr val="dk1"/>
                </a:solidFill>
                <a:latin typeface="Caveat Brush"/>
                <a:ea typeface="Caveat Brush"/>
                <a:cs typeface="Caveat Brush"/>
                <a:sym typeface="Caveat Brush"/>
              </a:rPr>
              <a:t>10%</a:t>
            </a:r>
            <a:endParaRPr sz="2800">
              <a:solidFill>
                <a:schemeClr val="dk1"/>
              </a:solidFill>
              <a:latin typeface="Caveat Brush"/>
              <a:ea typeface="Caveat Brush"/>
              <a:cs typeface="Caveat Brush"/>
              <a:sym typeface="Caveat Brush"/>
            </a:endParaRPr>
          </a:p>
        </p:txBody>
      </p:sp>
      <p:pic>
        <p:nvPicPr>
          <p:cNvPr id="3048" name="Google Shape;3048;p75" title="Chart">
            <a:hlinkClick r:id="rId4"/>
          </p:cNvPr>
          <p:cNvPicPr preferRelativeResize="0"/>
          <p:nvPr/>
        </p:nvPicPr>
        <p:blipFill>
          <a:blip r:embed="rId5">
            <a:alphaModFix/>
          </a:blip>
          <a:stretch>
            <a:fillRect/>
          </a:stretch>
        </p:blipFill>
        <p:spPr>
          <a:xfrm>
            <a:off x="1062375" y="1494187"/>
            <a:ext cx="2813400" cy="2714626"/>
          </a:xfrm>
          <a:prstGeom prst="rect">
            <a:avLst/>
          </a:prstGeom>
          <a:noFill/>
          <a:ln>
            <a:noFill/>
          </a:ln>
        </p:spPr>
      </p:pic>
      <p:sp>
        <p:nvSpPr>
          <p:cNvPr id="3049" name="Google Shape;3049;p75"/>
          <p:cNvSpPr/>
          <p:nvPr/>
        </p:nvSpPr>
        <p:spPr>
          <a:xfrm flipH="1">
            <a:off x="3859523" y="195971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75"/>
          <p:cNvSpPr/>
          <p:nvPr/>
        </p:nvSpPr>
        <p:spPr>
          <a:xfrm flipH="1">
            <a:off x="6016698" y="1950665"/>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75"/>
          <p:cNvSpPr/>
          <p:nvPr/>
        </p:nvSpPr>
        <p:spPr>
          <a:xfrm flipH="1">
            <a:off x="3859523" y="3423528"/>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75"/>
          <p:cNvSpPr/>
          <p:nvPr/>
        </p:nvSpPr>
        <p:spPr>
          <a:xfrm flipH="1">
            <a:off x="6016698" y="3414478"/>
            <a:ext cx="217168" cy="176324"/>
          </a:xfrm>
          <a:custGeom>
            <a:avLst/>
            <a:gdLst/>
            <a:ahLst/>
            <a:cxnLst/>
            <a:rect l="l" t="t" r="r" b="b"/>
            <a:pathLst>
              <a:path w="6524" h="5297" extrusionOk="0">
                <a:moveTo>
                  <a:pt x="3019" y="1"/>
                </a:moveTo>
                <a:cubicBezTo>
                  <a:pt x="2799" y="1"/>
                  <a:pt x="2575" y="28"/>
                  <a:pt x="2352" y="81"/>
                </a:cubicBezTo>
                <a:cubicBezTo>
                  <a:pt x="2084" y="140"/>
                  <a:pt x="1815" y="230"/>
                  <a:pt x="1577" y="349"/>
                </a:cubicBezTo>
                <a:cubicBezTo>
                  <a:pt x="802" y="766"/>
                  <a:pt x="296" y="1511"/>
                  <a:pt x="147" y="2375"/>
                </a:cubicBezTo>
                <a:cubicBezTo>
                  <a:pt x="0" y="3692"/>
                  <a:pt x="1033" y="5297"/>
                  <a:pt x="2453" y="5297"/>
                </a:cubicBezTo>
                <a:cubicBezTo>
                  <a:pt x="2479" y="5297"/>
                  <a:pt x="2505" y="5296"/>
                  <a:pt x="2531" y="5295"/>
                </a:cubicBezTo>
                <a:cubicBezTo>
                  <a:pt x="4110" y="5236"/>
                  <a:pt x="6523" y="3567"/>
                  <a:pt x="5600" y="1779"/>
                </a:cubicBezTo>
                <a:cubicBezTo>
                  <a:pt x="5302" y="1124"/>
                  <a:pt x="4795" y="617"/>
                  <a:pt x="4169" y="260"/>
                </a:cubicBezTo>
                <a:cubicBezTo>
                  <a:pt x="3805" y="87"/>
                  <a:pt x="3417" y="1"/>
                  <a:pt x="30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75"/>
          <p:cNvSpPr/>
          <p:nvPr/>
        </p:nvSpPr>
        <p:spPr>
          <a:xfrm>
            <a:off x="2035425" y="2417839"/>
            <a:ext cx="867300" cy="867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accent1"/>
              </a:solidFill>
              <a:latin typeface="Caveat Brush"/>
              <a:ea typeface="Caveat Brush"/>
              <a:cs typeface="Caveat Brush"/>
              <a:sym typeface="Caveat Brush"/>
            </a:endParaRPr>
          </a:p>
        </p:txBody>
      </p:sp>
      <p:grpSp>
        <p:nvGrpSpPr>
          <p:cNvPr id="3054" name="Google Shape;3054;p75"/>
          <p:cNvGrpSpPr/>
          <p:nvPr/>
        </p:nvGrpSpPr>
        <p:grpSpPr>
          <a:xfrm>
            <a:off x="2251381" y="2633546"/>
            <a:ext cx="435388" cy="435883"/>
            <a:chOff x="4811006" y="2744908"/>
            <a:chExt cx="435388" cy="435883"/>
          </a:xfrm>
        </p:grpSpPr>
        <p:sp>
          <p:nvSpPr>
            <p:cNvPr id="3055" name="Google Shape;3055;p75"/>
            <p:cNvSpPr/>
            <p:nvPr/>
          </p:nvSpPr>
          <p:spPr>
            <a:xfrm>
              <a:off x="4811006" y="2744908"/>
              <a:ext cx="219580" cy="220380"/>
            </a:xfrm>
            <a:custGeom>
              <a:avLst/>
              <a:gdLst/>
              <a:ahLst/>
              <a:cxnLst/>
              <a:rect l="l" t="t" r="r" b="b"/>
              <a:pathLst>
                <a:path w="5764" h="5785" extrusionOk="0">
                  <a:moveTo>
                    <a:pt x="2014" y="0"/>
                  </a:moveTo>
                  <a:cubicBezTo>
                    <a:pt x="1993" y="0"/>
                    <a:pt x="1973" y="4"/>
                    <a:pt x="1954" y="11"/>
                  </a:cubicBezTo>
                  <a:cubicBezTo>
                    <a:pt x="1692" y="106"/>
                    <a:pt x="1763" y="797"/>
                    <a:pt x="1549" y="963"/>
                  </a:cubicBezTo>
                  <a:cubicBezTo>
                    <a:pt x="1472" y="1031"/>
                    <a:pt x="1339" y="1045"/>
                    <a:pt x="1192" y="1045"/>
                  </a:cubicBezTo>
                  <a:cubicBezTo>
                    <a:pt x="1095" y="1045"/>
                    <a:pt x="992" y="1039"/>
                    <a:pt x="896" y="1039"/>
                  </a:cubicBezTo>
                  <a:cubicBezTo>
                    <a:pt x="729" y="1039"/>
                    <a:pt x="583" y="1056"/>
                    <a:pt x="525" y="1154"/>
                  </a:cubicBezTo>
                  <a:cubicBezTo>
                    <a:pt x="358" y="1368"/>
                    <a:pt x="810" y="1916"/>
                    <a:pt x="739" y="2154"/>
                  </a:cubicBezTo>
                  <a:cubicBezTo>
                    <a:pt x="668" y="2416"/>
                    <a:pt x="1" y="2606"/>
                    <a:pt x="1" y="2892"/>
                  </a:cubicBezTo>
                  <a:cubicBezTo>
                    <a:pt x="1" y="3178"/>
                    <a:pt x="668" y="3345"/>
                    <a:pt x="739" y="3607"/>
                  </a:cubicBezTo>
                  <a:cubicBezTo>
                    <a:pt x="810" y="3892"/>
                    <a:pt x="358" y="4392"/>
                    <a:pt x="525" y="4631"/>
                  </a:cubicBezTo>
                  <a:cubicBezTo>
                    <a:pt x="583" y="4728"/>
                    <a:pt x="729" y="4746"/>
                    <a:pt x="896" y="4746"/>
                  </a:cubicBezTo>
                  <a:cubicBezTo>
                    <a:pt x="992" y="4746"/>
                    <a:pt x="1095" y="4740"/>
                    <a:pt x="1192" y="4740"/>
                  </a:cubicBezTo>
                  <a:cubicBezTo>
                    <a:pt x="1339" y="4740"/>
                    <a:pt x="1472" y="4753"/>
                    <a:pt x="1549" y="4821"/>
                  </a:cubicBezTo>
                  <a:cubicBezTo>
                    <a:pt x="1763" y="4988"/>
                    <a:pt x="1715" y="5678"/>
                    <a:pt x="1954" y="5774"/>
                  </a:cubicBezTo>
                  <a:cubicBezTo>
                    <a:pt x="1969" y="5778"/>
                    <a:pt x="1985" y="5780"/>
                    <a:pt x="2001" y="5780"/>
                  </a:cubicBezTo>
                  <a:cubicBezTo>
                    <a:pt x="2260" y="5780"/>
                    <a:pt x="2613" y="5274"/>
                    <a:pt x="2882" y="5274"/>
                  </a:cubicBezTo>
                  <a:cubicBezTo>
                    <a:pt x="3147" y="5274"/>
                    <a:pt x="3493" y="5784"/>
                    <a:pt x="3751" y="5784"/>
                  </a:cubicBezTo>
                  <a:cubicBezTo>
                    <a:pt x="3772" y="5784"/>
                    <a:pt x="3792" y="5781"/>
                    <a:pt x="3811" y="5774"/>
                  </a:cubicBezTo>
                  <a:cubicBezTo>
                    <a:pt x="4073" y="5678"/>
                    <a:pt x="4002" y="4988"/>
                    <a:pt x="4216" y="4821"/>
                  </a:cubicBezTo>
                  <a:cubicBezTo>
                    <a:pt x="4292" y="4753"/>
                    <a:pt x="4426" y="4740"/>
                    <a:pt x="4573" y="4740"/>
                  </a:cubicBezTo>
                  <a:cubicBezTo>
                    <a:pt x="4670" y="4740"/>
                    <a:pt x="4773" y="4746"/>
                    <a:pt x="4869" y="4746"/>
                  </a:cubicBezTo>
                  <a:cubicBezTo>
                    <a:pt x="5036" y="4746"/>
                    <a:pt x="5182" y="4728"/>
                    <a:pt x="5240" y="4631"/>
                  </a:cubicBezTo>
                  <a:cubicBezTo>
                    <a:pt x="5407" y="4416"/>
                    <a:pt x="4954" y="3869"/>
                    <a:pt x="5026" y="3607"/>
                  </a:cubicBezTo>
                  <a:cubicBezTo>
                    <a:pt x="5097" y="3345"/>
                    <a:pt x="5764" y="3178"/>
                    <a:pt x="5764" y="2892"/>
                  </a:cubicBezTo>
                  <a:cubicBezTo>
                    <a:pt x="5764" y="2606"/>
                    <a:pt x="5097" y="2440"/>
                    <a:pt x="5026" y="2154"/>
                  </a:cubicBezTo>
                  <a:cubicBezTo>
                    <a:pt x="4954" y="1892"/>
                    <a:pt x="5407" y="1392"/>
                    <a:pt x="5240" y="1154"/>
                  </a:cubicBezTo>
                  <a:cubicBezTo>
                    <a:pt x="5182" y="1056"/>
                    <a:pt x="5036" y="1039"/>
                    <a:pt x="4869" y="1039"/>
                  </a:cubicBezTo>
                  <a:cubicBezTo>
                    <a:pt x="4773" y="1039"/>
                    <a:pt x="4670" y="1045"/>
                    <a:pt x="4573" y="1045"/>
                  </a:cubicBezTo>
                  <a:cubicBezTo>
                    <a:pt x="4426" y="1045"/>
                    <a:pt x="4292" y="1031"/>
                    <a:pt x="4216" y="963"/>
                  </a:cubicBezTo>
                  <a:cubicBezTo>
                    <a:pt x="4002" y="797"/>
                    <a:pt x="4049" y="106"/>
                    <a:pt x="3811" y="11"/>
                  </a:cubicBezTo>
                  <a:cubicBezTo>
                    <a:pt x="3792" y="4"/>
                    <a:pt x="3772" y="0"/>
                    <a:pt x="3751" y="0"/>
                  </a:cubicBezTo>
                  <a:cubicBezTo>
                    <a:pt x="3493" y="0"/>
                    <a:pt x="3147" y="511"/>
                    <a:pt x="2882" y="511"/>
                  </a:cubicBezTo>
                  <a:cubicBezTo>
                    <a:pt x="2618" y="511"/>
                    <a:pt x="2271" y="0"/>
                    <a:pt x="20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75"/>
            <p:cNvSpPr/>
            <p:nvPr/>
          </p:nvSpPr>
          <p:spPr>
            <a:xfrm>
              <a:off x="4845482" y="2798813"/>
              <a:ext cx="131580" cy="112685"/>
            </a:xfrm>
            <a:custGeom>
              <a:avLst/>
              <a:gdLst/>
              <a:ahLst/>
              <a:cxnLst/>
              <a:rect l="l" t="t" r="r" b="b"/>
              <a:pathLst>
                <a:path w="3454" h="2958" extrusionOk="0">
                  <a:moveTo>
                    <a:pt x="1977" y="1"/>
                  </a:moveTo>
                  <a:cubicBezTo>
                    <a:pt x="667" y="1"/>
                    <a:pt x="1" y="1596"/>
                    <a:pt x="929" y="2525"/>
                  </a:cubicBezTo>
                  <a:cubicBezTo>
                    <a:pt x="1228" y="2824"/>
                    <a:pt x="1597" y="2958"/>
                    <a:pt x="1958" y="2958"/>
                  </a:cubicBezTo>
                  <a:cubicBezTo>
                    <a:pt x="2720" y="2958"/>
                    <a:pt x="3454" y="2365"/>
                    <a:pt x="3454" y="1477"/>
                  </a:cubicBezTo>
                  <a:cubicBezTo>
                    <a:pt x="3454" y="668"/>
                    <a:pt x="2787" y="1"/>
                    <a:pt x="19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75"/>
            <p:cNvSpPr/>
            <p:nvPr/>
          </p:nvSpPr>
          <p:spPr>
            <a:xfrm>
              <a:off x="4901748" y="2798813"/>
              <a:ext cx="75314" cy="112533"/>
            </a:xfrm>
            <a:custGeom>
              <a:avLst/>
              <a:gdLst/>
              <a:ahLst/>
              <a:cxnLst/>
              <a:rect l="l" t="t" r="r" b="b"/>
              <a:pathLst>
                <a:path w="1977" h="2954" extrusionOk="0">
                  <a:moveTo>
                    <a:pt x="500" y="1"/>
                  </a:moveTo>
                  <a:cubicBezTo>
                    <a:pt x="504" y="1"/>
                    <a:pt x="507" y="1"/>
                    <a:pt x="511" y="1"/>
                  </a:cubicBezTo>
                  <a:lnTo>
                    <a:pt x="511" y="1"/>
                  </a:lnTo>
                  <a:cubicBezTo>
                    <a:pt x="515" y="1"/>
                    <a:pt x="520" y="1"/>
                    <a:pt x="524" y="1"/>
                  </a:cubicBezTo>
                  <a:close/>
                  <a:moveTo>
                    <a:pt x="511" y="1"/>
                  </a:moveTo>
                  <a:cubicBezTo>
                    <a:pt x="326" y="2"/>
                    <a:pt x="163" y="26"/>
                    <a:pt x="0" y="96"/>
                  </a:cubicBezTo>
                  <a:cubicBezTo>
                    <a:pt x="1286" y="572"/>
                    <a:pt x="1286" y="2382"/>
                    <a:pt x="0" y="2858"/>
                  </a:cubicBezTo>
                  <a:cubicBezTo>
                    <a:pt x="167" y="2906"/>
                    <a:pt x="334" y="2954"/>
                    <a:pt x="500" y="2954"/>
                  </a:cubicBezTo>
                  <a:cubicBezTo>
                    <a:pt x="1310" y="2954"/>
                    <a:pt x="1977" y="2287"/>
                    <a:pt x="1977" y="1477"/>
                  </a:cubicBezTo>
                  <a:cubicBezTo>
                    <a:pt x="1977" y="671"/>
                    <a:pt x="1316" y="7"/>
                    <a:pt x="5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75"/>
            <p:cNvSpPr/>
            <p:nvPr/>
          </p:nvSpPr>
          <p:spPr>
            <a:xfrm>
              <a:off x="5035995" y="3067344"/>
              <a:ext cx="29066" cy="113447"/>
            </a:xfrm>
            <a:custGeom>
              <a:avLst/>
              <a:gdLst/>
              <a:ahLst/>
              <a:cxnLst/>
              <a:rect l="l" t="t" r="r" b="b"/>
              <a:pathLst>
                <a:path w="763" h="2978" extrusionOk="0">
                  <a:moveTo>
                    <a:pt x="1" y="1"/>
                  </a:moveTo>
                  <a:lnTo>
                    <a:pt x="1" y="2978"/>
                  </a:lnTo>
                  <a:lnTo>
                    <a:pt x="763" y="2978"/>
                  </a:lnTo>
                  <a:lnTo>
                    <a:pt x="76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75"/>
            <p:cNvSpPr/>
            <p:nvPr/>
          </p:nvSpPr>
          <p:spPr>
            <a:xfrm>
              <a:off x="5045976" y="3067344"/>
              <a:ext cx="19086" cy="113447"/>
            </a:xfrm>
            <a:custGeom>
              <a:avLst/>
              <a:gdLst/>
              <a:ahLst/>
              <a:cxnLst/>
              <a:rect l="l" t="t" r="r" b="b"/>
              <a:pathLst>
                <a:path w="501" h="2978" extrusionOk="0">
                  <a:moveTo>
                    <a:pt x="1" y="1"/>
                  </a:moveTo>
                  <a:lnTo>
                    <a:pt x="1" y="2978"/>
                  </a:lnTo>
                  <a:lnTo>
                    <a:pt x="501" y="2978"/>
                  </a:lnTo>
                  <a:lnTo>
                    <a:pt x="501" y="1"/>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75"/>
            <p:cNvSpPr/>
            <p:nvPr/>
          </p:nvSpPr>
          <p:spPr>
            <a:xfrm>
              <a:off x="4995195" y="3155306"/>
              <a:ext cx="111618" cy="25486"/>
            </a:xfrm>
            <a:custGeom>
              <a:avLst/>
              <a:gdLst/>
              <a:ahLst/>
              <a:cxnLst/>
              <a:rect l="l" t="t" r="r" b="b"/>
              <a:pathLst>
                <a:path w="2930" h="669" extrusionOk="0">
                  <a:moveTo>
                    <a:pt x="2277" y="0"/>
                  </a:moveTo>
                  <a:cubicBezTo>
                    <a:pt x="2264" y="0"/>
                    <a:pt x="2252" y="1"/>
                    <a:pt x="2239" y="2"/>
                  </a:cubicBezTo>
                  <a:lnTo>
                    <a:pt x="667" y="2"/>
                  </a:lnTo>
                  <a:cubicBezTo>
                    <a:pt x="310" y="2"/>
                    <a:pt x="0" y="288"/>
                    <a:pt x="0" y="669"/>
                  </a:cubicBezTo>
                  <a:lnTo>
                    <a:pt x="2929" y="669"/>
                  </a:lnTo>
                  <a:cubicBezTo>
                    <a:pt x="2929" y="301"/>
                    <a:pt x="2620" y="0"/>
                    <a:pt x="22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75"/>
            <p:cNvSpPr/>
            <p:nvPr/>
          </p:nvSpPr>
          <p:spPr>
            <a:xfrm>
              <a:off x="5051423" y="3155306"/>
              <a:ext cx="55390" cy="25486"/>
            </a:xfrm>
            <a:custGeom>
              <a:avLst/>
              <a:gdLst/>
              <a:ahLst/>
              <a:cxnLst/>
              <a:rect l="l" t="t" r="r" b="b"/>
              <a:pathLst>
                <a:path w="1454" h="669" extrusionOk="0">
                  <a:moveTo>
                    <a:pt x="801" y="0"/>
                  </a:moveTo>
                  <a:cubicBezTo>
                    <a:pt x="788" y="0"/>
                    <a:pt x="776" y="1"/>
                    <a:pt x="763" y="2"/>
                  </a:cubicBezTo>
                  <a:lnTo>
                    <a:pt x="1" y="2"/>
                  </a:lnTo>
                  <a:cubicBezTo>
                    <a:pt x="382" y="2"/>
                    <a:pt x="691" y="288"/>
                    <a:pt x="691" y="669"/>
                  </a:cubicBezTo>
                  <a:lnTo>
                    <a:pt x="1453" y="669"/>
                  </a:lnTo>
                  <a:cubicBezTo>
                    <a:pt x="1453" y="301"/>
                    <a:pt x="1144" y="0"/>
                    <a:pt x="8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75"/>
            <p:cNvSpPr/>
            <p:nvPr/>
          </p:nvSpPr>
          <p:spPr>
            <a:xfrm>
              <a:off x="4935118" y="2906774"/>
              <a:ext cx="88952" cy="94399"/>
            </a:xfrm>
            <a:custGeom>
              <a:avLst/>
              <a:gdLst/>
              <a:ahLst/>
              <a:cxnLst/>
              <a:rect l="l" t="t" r="r" b="b"/>
              <a:pathLst>
                <a:path w="2335" h="2478" extrusionOk="0">
                  <a:moveTo>
                    <a:pt x="1334" y="1"/>
                  </a:moveTo>
                  <a:cubicBezTo>
                    <a:pt x="1144" y="1"/>
                    <a:pt x="977" y="96"/>
                    <a:pt x="905" y="286"/>
                  </a:cubicBezTo>
                  <a:lnTo>
                    <a:pt x="0" y="2477"/>
                  </a:lnTo>
                  <a:lnTo>
                    <a:pt x="1334" y="2477"/>
                  </a:lnTo>
                  <a:lnTo>
                    <a:pt x="23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75"/>
            <p:cNvSpPr/>
            <p:nvPr/>
          </p:nvSpPr>
          <p:spPr>
            <a:xfrm>
              <a:off x="5043271" y="2906774"/>
              <a:ext cx="95276" cy="94399"/>
            </a:xfrm>
            <a:custGeom>
              <a:avLst/>
              <a:gdLst/>
              <a:ahLst/>
              <a:cxnLst/>
              <a:rect l="l" t="t" r="r" b="b"/>
              <a:pathLst>
                <a:path w="2501" h="2478" extrusionOk="0">
                  <a:moveTo>
                    <a:pt x="1000" y="1"/>
                  </a:moveTo>
                  <a:lnTo>
                    <a:pt x="0" y="2477"/>
                  </a:lnTo>
                  <a:lnTo>
                    <a:pt x="1501" y="2477"/>
                  </a:lnTo>
                  <a:lnTo>
                    <a:pt x="25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75"/>
            <p:cNvSpPr/>
            <p:nvPr/>
          </p:nvSpPr>
          <p:spPr>
            <a:xfrm>
              <a:off x="4900642" y="3000221"/>
              <a:ext cx="86209" cy="94399"/>
            </a:xfrm>
            <a:custGeom>
              <a:avLst/>
              <a:gdLst/>
              <a:ahLst/>
              <a:cxnLst/>
              <a:rect l="l" t="t" r="r" b="b"/>
              <a:pathLst>
                <a:path w="2263" h="2478" extrusionOk="0">
                  <a:moveTo>
                    <a:pt x="2263" y="0"/>
                  </a:moveTo>
                  <a:lnTo>
                    <a:pt x="929" y="24"/>
                  </a:lnTo>
                  <a:lnTo>
                    <a:pt x="72" y="2191"/>
                  </a:lnTo>
                  <a:cubicBezTo>
                    <a:pt x="1" y="2334"/>
                    <a:pt x="120" y="2477"/>
                    <a:pt x="286" y="2477"/>
                  </a:cubicBezTo>
                  <a:lnTo>
                    <a:pt x="1263" y="2477"/>
                  </a:lnTo>
                  <a:lnTo>
                    <a:pt x="2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75"/>
            <p:cNvSpPr/>
            <p:nvPr/>
          </p:nvSpPr>
          <p:spPr>
            <a:xfrm>
              <a:off x="5100414" y="2906774"/>
              <a:ext cx="94399" cy="94399"/>
            </a:xfrm>
            <a:custGeom>
              <a:avLst/>
              <a:gdLst/>
              <a:ahLst/>
              <a:cxnLst/>
              <a:rect l="l" t="t" r="r" b="b"/>
              <a:pathLst>
                <a:path w="2478" h="2478" extrusionOk="0">
                  <a:moveTo>
                    <a:pt x="1001" y="1"/>
                  </a:moveTo>
                  <a:lnTo>
                    <a:pt x="1" y="2477"/>
                  </a:lnTo>
                  <a:lnTo>
                    <a:pt x="1477" y="2477"/>
                  </a:lnTo>
                  <a:lnTo>
                    <a:pt x="247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75"/>
            <p:cNvSpPr/>
            <p:nvPr/>
          </p:nvSpPr>
          <p:spPr>
            <a:xfrm>
              <a:off x="4986090" y="2906774"/>
              <a:ext cx="95314" cy="94399"/>
            </a:xfrm>
            <a:custGeom>
              <a:avLst/>
              <a:gdLst/>
              <a:ahLst/>
              <a:cxnLst/>
              <a:rect l="l" t="t" r="r" b="b"/>
              <a:pathLst>
                <a:path w="2502" h="2478" extrusionOk="0">
                  <a:moveTo>
                    <a:pt x="1001" y="1"/>
                  </a:moveTo>
                  <a:lnTo>
                    <a:pt x="1" y="2477"/>
                  </a:lnTo>
                  <a:lnTo>
                    <a:pt x="1501" y="2477"/>
                  </a:lnTo>
                  <a:lnTo>
                    <a:pt x="25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75"/>
            <p:cNvSpPr/>
            <p:nvPr/>
          </p:nvSpPr>
          <p:spPr>
            <a:xfrm>
              <a:off x="4948718" y="3001135"/>
              <a:ext cx="95314" cy="94361"/>
            </a:xfrm>
            <a:custGeom>
              <a:avLst/>
              <a:gdLst/>
              <a:ahLst/>
              <a:cxnLst/>
              <a:rect l="l" t="t" r="r" b="b"/>
              <a:pathLst>
                <a:path w="2502" h="2477" extrusionOk="0">
                  <a:moveTo>
                    <a:pt x="1001" y="0"/>
                  </a:moveTo>
                  <a:lnTo>
                    <a:pt x="1" y="2477"/>
                  </a:lnTo>
                  <a:lnTo>
                    <a:pt x="1501" y="2477"/>
                  </a:lnTo>
                  <a:lnTo>
                    <a:pt x="250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75"/>
            <p:cNvSpPr/>
            <p:nvPr/>
          </p:nvSpPr>
          <p:spPr>
            <a:xfrm>
              <a:off x="5156680" y="2906698"/>
              <a:ext cx="89676" cy="94476"/>
            </a:xfrm>
            <a:custGeom>
              <a:avLst/>
              <a:gdLst/>
              <a:ahLst/>
              <a:cxnLst/>
              <a:rect l="l" t="t" r="r" b="b"/>
              <a:pathLst>
                <a:path w="2354" h="2480" extrusionOk="0">
                  <a:moveTo>
                    <a:pt x="2104" y="0"/>
                  </a:moveTo>
                  <a:cubicBezTo>
                    <a:pt x="2093" y="0"/>
                    <a:pt x="2083" y="1"/>
                    <a:pt x="2072" y="3"/>
                  </a:cubicBezTo>
                  <a:lnTo>
                    <a:pt x="1000" y="3"/>
                  </a:lnTo>
                  <a:lnTo>
                    <a:pt x="0" y="2479"/>
                  </a:lnTo>
                  <a:lnTo>
                    <a:pt x="1429" y="2479"/>
                  </a:lnTo>
                  <a:lnTo>
                    <a:pt x="2286" y="312"/>
                  </a:lnTo>
                  <a:cubicBezTo>
                    <a:pt x="2353" y="156"/>
                    <a:pt x="2253" y="0"/>
                    <a:pt x="21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75"/>
            <p:cNvSpPr/>
            <p:nvPr/>
          </p:nvSpPr>
          <p:spPr>
            <a:xfrm>
              <a:off x="5182051" y="2906698"/>
              <a:ext cx="64342" cy="94476"/>
            </a:xfrm>
            <a:custGeom>
              <a:avLst/>
              <a:gdLst/>
              <a:ahLst/>
              <a:cxnLst/>
              <a:rect l="l" t="t" r="r" b="b"/>
              <a:pathLst>
                <a:path w="1689" h="2480" extrusionOk="0">
                  <a:moveTo>
                    <a:pt x="1438" y="0"/>
                  </a:moveTo>
                  <a:cubicBezTo>
                    <a:pt x="1427" y="0"/>
                    <a:pt x="1417" y="1"/>
                    <a:pt x="1406" y="3"/>
                  </a:cubicBezTo>
                  <a:lnTo>
                    <a:pt x="668" y="3"/>
                  </a:lnTo>
                  <a:cubicBezTo>
                    <a:pt x="811" y="3"/>
                    <a:pt x="930" y="145"/>
                    <a:pt x="882" y="288"/>
                  </a:cubicBezTo>
                  <a:lnTo>
                    <a:pt x="1" y="2479"/>
                  </a:lnTo>
                  <a:lnTo>
                    <a:pt x="763" y="2479"/>
                  </a:lnTo>
                  <a:lnTo>
                    <a:pt x="1644" y="312"/>
                  </a:lnTo>
                  <a:cubicBezTo>
                    <a:pt x="1689" y="156"/>
                    <a:pt x="1587" y="0"/>
                    <a:pt x="143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75"/>
            <p:cNvSpPr/>
            <p:nvPr/>
          </p:nvSpPr>
          <p:spPr>
            <a:xfrm>
              <a:off x="5118547" y="3000221"/>
              <a:ext cx="92571" cy="95276"/>
            </a:xfrm>
            <a:custGeom>
              <a:avLst/>
              <a:gdLst/>
              <a:ahLst/>
              <a:cxnLst/>
              <a:rect l="l" t="t" r="r" b="b"/>
              <a:pathLst>
                <a:path w="2430" h="2501" extrusionOk="0">
                  <a:moveTo>
                    <a:pt x="1025" y="0"/>
                  </a:moveTo>
                  <a:lnTo>
                    <a:pt x="1" y="2501"/>
                  </a:lnTo>
                  <a:lnTo>
                    <a:pt x="1120" y="2501"/>
                  </a:lnTo>
                  <a:cubicBezTo>
                    <a:pt x="1311" y="2501"/>
                    <a:pt x="1477" y="2382"/>
                    <a:pt x="1549" y="2191"/>
                  </a:cubicBezTo>
                  <a:lnTo>
                    <a:pt x="24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75"/>
            <p:cNvSpPr/>
            <p:nvPr/>
          </p:nvSpPr>
          <p:spPr>
            <a:xfrm>
              <a:off x="5132185" y="3001135"/>
              <a:ext cx="78933" cy="94361"/>
            </a:xfrm>
            <a:custGeom>
              <a:avLst/>
              <a:gdLst/>
              <a:ahLst/>
              <a:cxnLst/>
              <a:rect l="l" t="t" r="r" b="b"/>
              <a:pathLst>
                <a:path w="2072" h="2477" extrusionOk="0">
                  <a:moveTo>
                    <a:pt x="1310" y="0"/>
                  </a:moveTo>
                  <a:lnTo>
                    <a:pt x="429" y="2191"/>
                  </a:lnTo>
                  <a:cubicBezTo>
                    <a:pt x="357" y="2358"/>
                    <a:pt x="191" y="2477"/>
                    <a:pt x="0" y="2477"/>
                  </a:cubicBezTo>
                  <a:lnTo>
                    <a:pt x="738" y="2477"/>
                  </a:lnTo>
                  <a:cubicBezTo>
                    <a:pt x="929" y="2477"/>
                    <a:pt x="1096" y="2358"/>
                    <a:pt x="1167" y="2191"/>
                  </a:cubicBezTo>
                  <a:lnTo>
                    <a:pt x="2072" y="0"/>
                  </a:ln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75"/>
            <p:cNvSpPr/>
            <p:nvPr/>
          </p:nvSpPr>
          <p:spPr>
            <a:xfrm>
              <a:off x="5062319" y="3001135"/>
              <a:ext cx="94399" cy="94361"/>
            </a:xfrm>
            <a:custGeom>
              <a:avLst/>
              <a:gdLst/>
              <a:ahLst/>
              <a:cxnLst/>
              <a:rect l="l" t="t" r="r" b="b"/>
              <a:pathLst>
                <a:path w="2478" h="2477" extrusionOk="0">
                  <a:moveTo>
                    <a:pt x="1001" y="0"/>
                  </a:moveTo>
                  <a:lnTo>
                    <a:pt x="0" y="2477"/>
                  </a:lnTo>
                  <a:lnTo>
                    <a:pt x="1477" y="2477"/>
                  </a:lnTo>
                  <a:lnTo>
                    <a:pt x="24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75"/>
            <p:cNvSpPr/>
            <p:nvPr/>
          </p:nvSpPr>
          <p:spPr>
            <a:xfrm>
              <a:off x="5005898" y="3001135"/>
              <a:ext cx="94361" cy="94361"/>
            </a:xfrm>
            <a:custGeom>
              <a:avLst/>
              <a:gdLst/>
              <a:ahLst/>
              <a:cxnLst/>
              <a:rect l="l" t="t" r="r" b="b"/>
              <a:pathLst>
                <a:path w="2477" h="2477" extrusionOk="0">
                  <a:moveTo>
                    <a:pt x="1000" y="0"/>
                  </a:moveTo>
                  <a:lnTo>
                    <a:pt x="0" y="2477"/>
                  </a:lnTo>
                  <a:lnTo>
                    <a:pt x="1500" y="2477"/>
                  </a:lnTo>
                  <a:lnTo>
                    <a:pt x="24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4" name="Google Shape;3074;p75"/>
          <p:cNvGrpSpPr/>
          <p:nvPr/>
        </p:nvGrpSpPr>
        <p:grpSpPr>
          <a:xfrm rot="3845610" flipH="1">
            <a:off x="7183356" y="-772817"/>
            <a:ext cx="2865876" cy="2866160"/>
            <a:chOff x="7229917" y="-939609"/>
            <a:chExt cx="2865902" cy="2866186"/>
          </a:xfrm>
        </p:grpSpPr>
        <p:grpSp>
          <p:nvGrpSpPr>
            <p:cNvPr id="3075" name="Google Shape;3075;p75"/>
            <p:cNvGrpSpPr/>
            <p:nvPr/>
          </p:nvGrpSpPr>
          <p:grpSpPr>
            <a:xfrm>
              <a:off x="7229917" y="-938831"/>
              <a:ext cx="2865902" cy="2666882"/>
              <a:chOff x="7229917" y="-938831"/>
              <a:chExt cx="2865902" cy="2666882"/>
            </a:xfrm>
          </p:grpSpPr>
          <p:sp>
            <p:nvSpPr>
              <p:cNvPr id="3076" name="Google Shape;3076;p75"/>
              <p:cNvSpPr/>
              <p:nvPr/>
            </p:nvSpPr>
            <p:spPr>
              <a:xfrm rot="5202986" flipH="1">
                <a:off x="7405437" y="-968556"/>
                <a:ext cx="2514862" cy="2726332"/>
              </a:xfrm>
              <a:custGeom>
                <a:avLst/>
                <a:gdLst/>
                <a:ahLst/>
                <a:cxnLst/>
                <a:rect l="l" t="t" r="r" b="b"/>
                <a:pathLst>
                  <a:path w="62425" h="67670" extrusionOk="0">
                    <a:moveTo>
                      <a:pt x="42599" y="1"/>
                    </a:moveTo>
                    <a:cubicBezTo>
                      <a:pt x="33273" y="1"/>
                      <a:pt x="24436" y="5343"/>
                      <a:pt x="14889" y="5343"/>
                    </a:cubicBezTo>
                    <a:cubicBezTo>
                      <a:pt x="14388" y="5343"/>
                      <a:pt x="13885" y="5329"/>
                      <a:pt x="13379" y="5298"/>
                    </a:cubicBezTo>
                    <a:cubicBezTo>
                      <a:pt x="12134" y="5228"/>
                      <a:pt x="10849" y="5098"/>
                      <a:pt x="9587" y="5098"/>
                    </a:cubicBezTo>
                    <a:cubicBezTo>
                      <a:pt x="8161" y="5098"/>
                      <a:pt x="6763" y="5263"/>
                      <a:pt x="5483" y="5864"/>
                    </a:cubicBezTo>
                    <a:cubicBezTo>
                      <a:pt x="2831" y="7085"/>
                      <a:pt x="1252" y="9946"/>
                      <a:pt x="567" y="12806"/>
                    </a:cubicBezTo>
                    <a:cubicBezTo>
                      <a:pt x="1" y="15279"/>
                      <a:pt x="1" y="17812"/>
                      <a:pt x="537" y="20285"/>
                    </a:cubicBezTo>
                    <a:cubicBezTo>
                      <a:pt x="1461" y="24695"/>
                      <a:pt x="3993" y="28598"/>
                      <a:pt x="7658" y="31221"/>
                    </a:cubicBezTo>
                    <a:cubicBezTo>
                      <a:pt x="13350" y="35184"/>
                      <a:pt x="21603" y="35958"/>
                      <a:pt x="25209" y="41918"/>
                    </a:cubicBezTo>
                    <a:cubicBezTo>
                      <a:pt x="27801" y="46208"/>
                      <a:pt x="26937" y="51721"/>
                      <a:pt x="28337" y="56518"/>
                    </a:cubicBezTo>
                    <a:cubicBezTo>
                      <a:pt x="30524" y="64017"/>
                      <a:pt x="36902" y="67669"/>
                      <a:pt x="43484" y="67669"/>
                    </a:cubicBezTo>
                    <a:cubicBezTo>
                      <a:pt x="49010" y="67669"/>
                      <a:pt x="54680" y="65095"/>
                      <a:pt x="58134" y="60064"/>
                    </a:cubicBezTo>
                    <a:cubicBezTo>
                      <a:pt x="61531" y="55117"/>
                      <a:pt x="62425" y="48622"/>
                      <a:pt x="60875" y="42841"/>
                    </a:cubicBezTo>
                    <a:cubicBezTo>
                      <a:pt x="59713" y="38521"/>
                      <a:pt x="57300" y="34647"/>
                      <a:pt x="56108" y="30356"/>
                    </a:cubicBezTo>
                    <a:cubicBezTo>
                      <a:pt x="55274" y="27436"/>
                      <a:pt x="55005" y="24367"/>
                      <a:pt x="55363" y="21358"/>
                    </a:cubicBezTo>
                    <a:cubicBezTo>
                      <a:pt x="55840" y="16888"/>
                      <a:pt x="57598" y="12270"/>
                      <a:pt x="56197" y="7979"/>
                    </a:cubicBezTo>
                    <a:cubicBezTo>
                      <a:pt x="54767" y="3599"/>
                      <a:pt x="50208" y="828"/>
                      <a:pt x="45649" y="202"/>
                    </a:cubicBezTo>
                    <a:cubicBezTo>
                      <a:pt x="44626" y="63"/>
                      <a:pt x="43609" y="1"/>
                      <a:pt x="42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7" name="Google Shape;3077;p75"/>
              <p:cNvGrpSpPr/>
              <p:nvPr/>
            </p:nvGrpSpPr>
            <p:grpSpPr>
              <a:xfrm rot="8100000">
                <a:off x="8939114" y="1159920"/>
                <a:ext cx="70212" cy="266577"/>
                <a:chOff x="5735123" y="3863031"/>
                <a:chExt cx="70213" cy="266579"/>
              </a:xfrm>
            </p:grpSpPr>
            <p:sp>
              <p:nvSpPr>
                <p:cNvPr id="3078" name="Google Shape;3078;p75"/>
                <p:cNvSpPr/>
                <p:nvPr/>
              </p:nvSpPr>
              <p:spPr>
                <a:xfrm>
                  <a:off x="5744701" y="3863031"/>
                  <a:ext cx="60635" cy="166844"/>
                </a:xfrm>
                <a:custGeom>
                  <a:avLst/>
                  <a:gdLst/>
                  <a:ahLst/>
                  <a:cxnLst/>
                  <a:rect l="l" t="t" r="r" b="b"/>
                  <a:pathLst>
                    <a:path w="2355" h="6480" extrusionOk="0">
                      <a:moveTo>
                        <a:pt x="880" y="0"/>
                      </a:moveTo>
                      <a:cubicBezTo>
                        <a:pt x="827" y="0"/>
                        <a:pt x="773" y="6"/>
                        <a:pt x="716" y="19"/>
                      </a:cubicBezTo>
                      <a:cubicBezTo>
                        <a:pt x="298" y="93"/>
                        <a:pt x="135" y="436"/>
                        <a:pt x="90" y="823"/>
                      </a:cubicBezTo>
                      <a:cubicBezTo>
                        <a:pt x="60" y="1077"/>
                        <a:pt x="60" y="1330"/>
                        <a:pt x="75" y="1583"/>
                      </a:cubicBezTo>
                      <a:cubicBezTo>
                        <a:pt x="135" y="2581"/>
                        <a:pt x="120" y="3564"/>
                        <a:pt x="30" y="4548"/>
                      </a:cubicBezTo>
                      <a:cubicBezTo>
                        <a:pt x="1" y="4905"/>
                        <a:pt x="15" y="5278"/>
                        <a:pt x="60" y="5635"/>
                      </a:cubicBezTo>
                      <a:cubicBezTo>
                        <a:pt x="120" y="6067"/>
                        <a:pt x="343" y="6410"/>
                        <a:pt x="805" y="6470"/>
                      </a:cubicBezTo>
                      <a:cubicBezTo>
                        <a:pt x="850" y="6476"/>
                        <a:pt x="895" y="6479"/>
                        <a:pt x="939" y="6479"/>
                      </a:cubicBezTo>
                      <a:cubicBezTo>
                        <a:pt x="1309" y="6479"/>
                        <a:pt x="1655" y="6262"/>
                        <a:pt x="1788" y="5903"/>
                      </a:cubicBezTo>
                      <a:cubicBezTo>
                        <a:pt x="1937" y="5620"/>
                        <a:pt x="2056" y="5308"/>
                        <a:pt x="2131" y="4995"/>
                      </a:cubicBezTo>
                      <a:cubicBezTo>
                        <a:pt x="2354" y="3654"/>
                        <a:pt x="2265" y="2268"/>
                        <a:pt x="1848" y="972"/>
                      </a:cubicBezTo>
                      <a:cubicBezTo>
                        <a:pt x="1788" y="838"/>
                        <a:pt x="1729" y="689"/>
                        <a:pt x="1669" y="555"/>
                      </a:cubicBezTo>
                      <a:cubicBezTo>
                        <a:pt x="1439" y="223"/>
                        <a:pt x="1198" y="0"/>
                        <a:pt x="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75"/>
                <p:cNvSpPr/>
                <p:nvPr/>
              </p:nvSpPr>
              <p:spPr>
                <a:xfrm>
                  <a:off x="5735123" y="4069722"/>
                  <a:ext cx="48354" cy="59889"/>
                </a:xfrm>
                <a:custGeom>
                  <a:avLst/>
                  <a:gdLst/>
                  <a:ahLst/>
                  <a:cxnLst/>
                  <a:rect l="l" t="t" r="r" b="b"/>
                  <a:pathLst>
                    <a:path w="1878" h="2326" extrusionOk="0">
                      <a:moveTo>
                        <a:pt x="1026" y="0"/>
                      </a:moveTo>
                      <a:cubicBezTo>
                        <a:pt x="855" y="0"/>
                        <a:pt x="683" y="69"/>
                        <a:pt x="551" y="214"/>
                      </a:cubicBezTo>
                      <a:cubicBezTo>
                        <a:pt x="164" y="617"/>
                        <a:pt x="0" y="1168"/>
                        <a:pt x="89" y="1719"/>
                      </a:cubicBezTo>
                      <a:cubicBezTo>
                        <a:pt x="132" y="2084"/>
                        <a:pt x="447" y="2326"/>
                        <a:pt x="781" y="2326"/>
                      </a:cubicBezTo>
                      <a:cubicBezTo>
                        <a:pt x="910" y="2326"/>
                        <a:pt x="1042" y="2290"/>
                        <a:pt x="1162" y="2211"/>
                      </a:cubicBezTo>
                      <a:cubicBezTo>
                        <a:pt x="1639" y="1913"/>
                        <a:pt x="1877" y="795"/>
                        <a:pt x="1579" y="319"/>
                      </a:cubicBezTo>
                      <a:cubicBezTo>
                        <a:pt x="1454" y="111"/>
                        <a:pt x="1242" y="0"/>
                        <a:pt x="10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80" name="Google Shape;3080;p75"/>
            <p:cNvSpPr/>
            <p:nvPr/>
          </p:nvSpPr>
          <p:spPr>
            <a:xfrm rot="4740398" flipH="1">
              <a:off x="7473622" y="-684296"/>
              <a:ext cx="2462087" cy="2355561"/>
            </a:xfrm>
            <a:custGeom>
              <a:avLst/>
              <a:gdLst/>
              <a:ahLst/>
              <a:cxnLst/>
              <a:rect l="l" t="t" r="r" b="b"/>
              <a:pathLst>
                <a:path w="61114" h="58462" fill="none" extrusionOk="0">
                  <a:moveTo>
                    <a:pt x="2920" y="14929"/>
                  </a:moveTo>
                  <a:cubicBezTo>
                    <a:pt x="4231" y="18594"/>
                    <a:pt x="7479" y="21216"/>
                    <a:pt x="10995" y="22825"/>
                  </a:cubicBezTo>
                  <a:cubicBezTo>
                    <a:pt x="13617" y="24047"/>
                    <a:pt x="16478" y="24821"/>
                    <a:pt x="18951" y="26341"/>
                  </a:cubicBezTo>
                  <a:cubicBezTo>
                    <a:pt x="22735" y="28695"/>
                    <a:pt x="25298" y="32598"/>
                    <a:pt x="25953" y="37008"/>
                  </a:cubicBezTo>
                  <a:cubicBezTo>
                    <a:pt x="26340" y="39600"/>
                    <a:pt x="26013" y="42223"/>
                    <a:pt x="26251" y="44815"/>
                  </a:cubicBezTo>
                  <a:cubicBezTo>
                    <a:pt x="26579" y="48778"/>
                    <a:pt x="28277" y="52741"/>
                    <a:pt x="31495" y="55065"/>
                  </a:cubicBezTo>
                  <a:cubicBezTo>
                    <a:pt x="33641" y="56614"/>
                    <a:pt x="36263" y="57359"/>
                    <a:pt x="38885" y="57627"/>
                  </a:cubicBezTo>
                  <a:cubicBezTo>
                    <a:pt x="46185" y="58462"/>
                    <a:pt x="54320" y="55601"/>
                    <a:pt x="57925" y="49195"/>
                  </a:cubicBezTo>
                  <a:cubicBezTo>
                    <a:pt x="61113" y="43474"/>
                    <a:pt x="60160" y="36412"/>
                    <a:pt x="58580" y="30066"/>
                  </a:cubicBezTo>
                  <a:cubicBezTo>
                    <a:pt x="57001" y="23749"/>
                    <a:pt x="54856" y="17253"/>
                    <a:pt x="55899" y="10817"/>
                  </a:cubicBezTo>
                  <a:cubicBezTo>
                    <a:pt x="56286" y="8612"/>
                    <a:pt x="56971" y="6348"/>
                    <a:pt x="56227" y="4232"/>
                  </a:cubicBezTo>
                  <a:cubicBezTo>
                    <a:pt x="55213" y="1342"/>
                    <a:pt x="51757" y="1"/>
                    <a:pt x="48688" y="239"/>
                  </a:cubicBezTo>
                  <a:cubicBezTo>
                    <a:pt x="45619" y="448"/>
                    <a:pt x="42788" y="1818"/>
                    <a:pt x="39838" y="2712"/>
                  </a:cubicBezTo>
                  <a:cubicBezTo>
                    <a:pt x="35488" y="4023"/>
                    <a:pt x="30870" y="4292"/>
                    <a:pt x="26370" y="3517"/>
                  </a:cubicBezTo>
                  <a:cubicBezTo>
                    <a:pt x="22556" y="2861"/>
                    <a:pt x="18862" y="1431"/>
                    <a:pt x="14958" y="1103"/>
                  </a:cubicBezTo>
                  <a:cubicBezTo>
                    <a:pt x="7420" y="537"/>
                    <a:pt x="0" y="6765"/>
                    <a:pt x="2920" y="14929"/>
                  </a:cubicBezTo>
                  <a:close/>
                </a:path>
              </a:pathLst>
            </a:custGeom>
            <a:noFill/>
            <a:ln w="9675" cap="flat" cmpd="sng">
              <a:solidFill>
                <a:schemeClr val="accent1"/>
              </a:solidFill>
              <a:prstDash val="solid"/>
              <a:miter lim="297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1" name="Google Shape;3081;p75"/>
            <p:cNvGrpSpPr/>
            <p:nvPr/>
          </p:nvGrpSpPr>
          <p:grpSpPr>
            <a:xfrm rot="-3298310">
              <a:off x="8268470" y="-365522"/>
              <a:ext cx="781177" cy="840852"/>
              <a:chOff x="8604632" y="-457076"/>
              <a:chExt cx="781149" cy="840821"/>
            </a:xfrm>
          </p:grpSpPr>
          <p:sp>
            <p:nvSpPr>
              <p:cNvPr id="3082" name="Google Shape;3082;p75"/>
              <p:cNvSpPr/>
              <p:nvPr/>
            </p:nvSpPr>
            <p:spPr>
              <a:xfrm>
                <a:off x="8617645" y="162156"/>
                <a:ext cx="91775" cy="76632"/>
              </a:xfrm>
              <a:custGeom>
                <a:avLst/>
                <a:gdLst/>
                <a:ahLst/>
                <a:cxnLst/>
                <a:rect l="l" t="t" r="r" b="b"/>
                <a:pathLst>
                  <a:path w="2278" h="1902" extrusionOk="0">
                    <a:moveTo>
                      <a:pt x="958" y="0"/>
                    </a:moveTo>
                    <a:cubicBezTo>
                      <a:pt x="479" y="0"/>
                      <a:pt x="1" y="856"/>
                      <a:pt x="362" y="1556"/>
                    </a:cubicBezTo>
                    <a:cubicBezTo>
                      <a:pt x="486" y="1794"/>
                      <a:pt x="716" y="1901"/>
                      <a:pt x="956" y="1901"/>
                    </a:cubicBezTo>
                    <a:cubicBezTo>
                      <a:pt x="1585" y="1901"/>
                      <a:pt x="2278" y="1169"/>
                      <a:pt x="1286" y="155"/>
                    </a:cubicBezTo>
                    <a:cubicBezTo>
                      <a:pt x="1184" y="47"/>
                      <a:pt x="1071" y="0"/>
                      <a:pt x="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75"/>
              <p:cNvSpPr/>
              <p:nvPr/>
            </p:nvSpPr>
            <p:spPr>
              <a:xfrm>
                <a:off x="8805309" y="295309"/>
                <a:ext cx="134480" cy="88437"/>
              </a:xfrm>
              <a:custGeom>
                <a:avLst/>
                <a:gdLst/>
                <a:ahLst/>
                <a:cxnLst/>
                <a:rect l="l" t="t" r="r" b="b"/>
                <a:pathLst>
                  <a:path w="3338" h="2195" extrusionOk="0">
                    <a:moveTo>
                      <a:pt x="1367" y="1"/>
                    </a:moveTo>
                    <a:cubicBezTo>
                      <a:pt x="636" y="1"/>
                      <a:pt x="0" y="1354"/>
                      <a:pt x="1008" y="2035"/>
                    </a:cubicBezTo>
                    <a:cubicBezTo>
                      <a:pt x="1183" y="2145"/>
                      <a:pt x="1368" y="2194"/>
                      <a:pt x="1547" y="2194"/>
                    </a:cubicBezTo>
                    <a:cubicBezTo>
                      <a:pt x="2524" y="2194"/>
                      <a:pt x="3337" y="744"/>
                      <a:pt x="1574" y="38"/>
                    </a:cubicBezTo>
                    <a:cubicBezTo>
                      <a:pt x="1505" y="13"/>
                      <a:pt x="1436" y="1"/>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75"/>
              <p:cNvSpPr/>
              <p:nvPr/>
            </p:nvSpPr>
            <p:spPr>
              <a:xfrm>
                <a:off x="8604632" y="-232871"/>
                <a:ext cx="102935" cy="110677"/>
              </a:xfrm>
              <a:custGeom>
                <a:avLst/>
                <a:gdLst/>
                <a:ahLst/>
                <a:cxnLst/>
                <a:rect l="l" t="t" r="r" b="b"/>
                <a:pathLst>
                  <a:path w="2555" h="2747" extrusionOk="0">
                    <a:moveTo>
                      <a:pt x="1324" y="1"/>
                    </a:moveTo>
                    <a:cubicBezTo>
                      <a:pt x="1290" y="1"/>
                      <a:pt x="1255" y="3"/>
                      <a:pt x="1222" y="8"/>
                    </a:cubicBezTo>
                    <a:cubicBezTo>
                      <a:pt x="149" y="127"/>
                      <a:pt x="0" y="991"/>
                      <a:pt x="179" y="2154"/>
                    </a:cubicBezTo>
                    <a:cubicBezTo>
                      <a:pt x="255" y="2576"/>
                      <a:pt x="551" y="2746"/>
                      <a:pt x="905" y="2746"/>
                    </a:cubicBezTo>
                    <a:cubicBezTo>
                      <a:pt x="1524" y="2746"/>
                      <a:pt x="2319" y="2224"/>
                      <a:pt x="2414" y="1617"/>
                    </a:cubicBezTo>
                    <a:cubicBezTo>
                      <a:pt x="2554" y="690"/>
                      <a:pt x="1899" y="1"/>
                      <a:pt x="1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75"/>
              <p:cNvSpPr/>
              <p:nvPr/>
            </p:nvSpPr>
            <p:spPr>
              <a:xfrm>
                <a:off x="8790684" y="-457076"/>
                <a:ext cx="142376" cy="145729"/>
              </a:xfrm>
              <a:custGeom>
                <a:avLst/>
                <a:gdLst/>
                <a:ahLst/>
                <a:cxnLst/>
                <a:rect l="l" t="t" r="r" b="b"/>
                <a:pathLst>
                  <a:path w="3534" h="3617" extrusionOk="0">
                    <a:moveTo>
                      <a:pt x="1139" y="0"/>
                    </a:moveTo>
                    <a:cubicBezTo>
                      <a:pt x="1127" y="0"/>
                      <a:pt x="1115" y="1"/>
                      <a:pt x="1103" y="1"/>
                    </a:cubicBezTo>
                    <a:cubicBezTo>
                      <a:pt x="60" y="61"/>
                      <a:pt x="1" y="1193"/>
                      <a:pt x="150" y="1849"/>
                    </a:cubicBezTo>
                    <a:cubicBezTo>
                      <a:pt x="292" y="2467"/>
                      <a:pt x="947" y="3616"/>
                      <a:pt x="1766" y="3616"/>
                    </a:cubicBezTo>
                    <a:cubicBezTo>
                      <a:pt x="1974" y="3616"/>
                      <a:pt x="2191" y="3543"/>
                      <a:pt x="2414" y="3368"/>
                    </a:cubicBezTo>
                    <a:cubicBezTo>
                      <a:pt x="3533" y="2514"/>
                      <a:pt x="2178" y="0"/>
                      <a:pt x="1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75"/>
              <p:cNvSpPr/>
              <p:nvPr/>
            </p:nvSpPr>
            <p:spPr>
              <a:xfrm>
                <a:off x="9263669" y="116510"/>
                <a:ext cx="122111" cy="129170"/>
              </a:xfrm>
              <a:custGeom>
                <a:avLst/>
                <a:gdLst/>
                <a:ahLst/>
                <a:cxnLst/>
                <a:rect l="l" t="t" r="r" b="b"/>
                <a:pathLst>
                  <a:path w="3031" h="3206" extrusionOk="0">
                    <a:moveTo>
                      <a:pt x="1533" y="0"/>
                    </a:moveTo>
                    <a:cubicBezTo>
                      <a:pt x="1499" y="0"/>
                      <a:pt x="1464" y="3"/>
                      <a:pt x="1431" y="7"/>
                    </a:cubicBezTo>
                    <a:cubicBezTo>
                      <a:pt x="179" y="186"/>
                      <a:pt x="0" y="1169"/>
                      <a:pt x="239" y="2510"/>
                    </a:cubicBezTo>
                    <a:cubicBezTo>
                      <a:pt x="325" y="3006"/>
                      <a:pt x="666" y="3206"/>
                      <a:pt x="1075" y="3206"/>
                    </a:cubicBezTo>
                    <a:cubicBezTo>
                      <a:pt x="1795" y="3206"/>
                      <a:pt x="2728" y="2587"/>
                      <a:pt x="2861" y="1884"/>
                    </a:cubicBezTo>
                    <a:cubicBezTo>
                      <a:pt x="3031" y="808"/>
                      <a:pt x="2204" y="0"/>
                      <a:pt x="1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75"/>
              <p:cNvSpPr/>
              <p:nvPr/>
            </p:nvSpPr>
            <p:spPr>
              <a:xfrm>
                <a:off x="8937495" y="-208053"/>
                <a:ext cx="179763" cy="162570"/>
              </a:xfrm>
              <a:custGeom>
                <a:avLst/>
                <a:gdLst/>
                <a:ahLst/>
                <a:cxnLst/>
                <a:rect l="l" t="t" r="r" b="b"/>
                <a:pathLst>
                  <a:path w="4462" h="4035" extrusionOk="0">
                    <a:moveTo>
                      <a:pt x="2115" y="0"/>
                    </a:moveTo>
                    <a:cubicBezTo>
                      <a:pt x="1605" y="0"/>
                      <a:pt x="1084" y="161"/>
                      <a:pt x="737" y="495"/>
                    </a:cubicBezTo>
                    <a:cubicBezTo>
                      <a:pt x="1" y="1202"/>
                      <a:pt x="1201" y="4035"/>
                      <a:pt x="2498" y="4035"/>
                    </a:cubicBezTo>
                    <a:cubicBezTo>
                      <a:pt x="2566" y="4035"/>
                      <a:pt x="2635" y="4027"/>
                      <a:pt x="2703" y="4011"/>
                    </a:cubicBezTo>
                    <a:cubicBezTo>
                      <a:pt x="4074" y="3713"/>
                      <a:pt x="4461" y="2163"/>
                      <a:pt x="3597" y="703"/>
                    </a:cubicBezTo>
                    <a:cubicBezTo>
                      <a:pt x="3351" y="243"/>
                      <a:pt x="2741" y="0"/>
                      <a:pt x="21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75"/>
              <p:cNvSpPr/>
              <p:nvPr/>
            </p:nvSpPr>
            <p:spPr>
              <a:xfrm>
                <a:off x="8990474" y="198053"/>
                <a:ext cx="112040" cy="93795"/>
              </a:xfrm>
              <a:custGeom>
                <a:avLst/>
                <a:gdLst/>
                <a:ahLst/>
                <a:cxnLst/>
                <a:rect l="l" t="t" r="r" b="b"/>
                <a:pathLst>
                  <a:path w="2781" h="2328" extrusionOk="0">
                    <a:moveTo>
                      <a:pt x="1169" y="1"/>
                    </a:moveTo>
                    <a:cubicBezTo>
                      <a:pt x="583" y="1"/>
                      <a:pt x="0" y="1047"/>
                      <a:pt x="435" y="1916"/>
                    </a:cubicBezTo>
                    <a:cubicBezTo>
                      <a:pt x="589" y="2200"/>
                      <a:pt x="868" y="2328"/>
                      <a:pt x="1157" y="2328"/>
                    </a:cubicBezTo>
                    <a:cubicBezTo>
                      <a:pt x="1929" y="2328"/>
                      <a:pt x="2781" y="1423"/>
                      <a:pt x="1567" y="188"/>
                    </a:cubicBezTo>
                    <a:cubicBezTo>
                      <a:pt x="1443" y="58"/>
                      <a:pt x="1306" y="1"/>
                      <a:pt x="1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75"/>
              <p:cNvSpPr/>
              <p:nvPr/>
            </p:nvSpPr>
            <p:spPr>
              <a:xfrm>
                <a:off x="8799628" y="-25507"/>
                <a:ext cx="134157" cy="87510"/>
              </a:xfrm>
              <a:custGeom>
                <a:avLst/>
                <a:gdLst/>
                <a:ahLst/>
                <a:cxnLst/>
                <a:rect l="l" t="t" r="r" b="b"/>
                <a:pathLst>
                  <a:path w="3330" h="2172" extrusionOk="0">
                    <a:moveTo>
                      <a:pt x="1341" y="1"/>
                    </a:moveTo>
                    <a:cubicBezTo>
                      <a:pt x="617" y="1"/>
                      <a:pt x="1" y="1337"/>
                      <a:pt x="1000" y="2012"/>
                    </a:cubicBezTo>
                    <a:cubicBezTo>
                      <a:pt x="1176" y="2123"/>
                      <a:pt x="1360" y="2172"/>
                      <a:pt x="1539" y="2172"/>
                    </a:cubicBezTo>
                    <a:cubicBezTo>
                      <a:pt x="2517" y="2172"/>
                      <a:pt x="3329" y="726"/>
                      <a:pt x="1566" y="46"/>
                    </a:cubicBezTo>
                    <a:cubicBezTo>
                      <a:pt x="1491" y="15"/>
                      <a:pt x="1415" y="1"/>
                      <a:pt x="1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14"/>
        <p:cNvGrpSpPr/>
        <p:nvPr/>
      </p:nvGrpSpPr>
      <p:grpSpPr>
        <a:xfrm>
          <a:off x="0" y="0"/>
          <a:ext cx="0" cy="0"/>
          <a:chOff x="0" y="0"/>
          <a:chExt cx="0" cy="0"/>
        </a:xfrm>
      </p:grpSpPr>
      <p:sp>
        <p:nvSpPr>
          <p:cNvPr id="3115" name="Google Shape;3115;p77"/>
          <p:cNvSpPr txBox="1">
            <a:spLocks noGrp="1"/>
          </p:cNvSpPr>
          <p:nvPr>
            <p:ph type="title"/>
          </p:nvPr>
        </p:nvSpPr>
        <p:spPr>
          <a:xfrm>
            <a:off x="943175" y="352425"/>
            <a:ext cx="3562200" cy="97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3116" name="Google Shape;3116;p77"/>
          <p:cNvSpPr txBox="1">
            <a:spLocks noGrp="1"/>
          </p:cNvSpPr>
          <p:nvPr>
            <p:ph type="subTitle" idx="1"/>
          </p:nvPr>
        </p:nvSpPr>
        <p:spPr>
          <a:xfrm>
            <a:off x="943175" y="1415251"/>
            <a:ext cx="3562200" cy="115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6"/>
              </a:buClr>
              <a:buSzPts val="1100"/>
              <a:buFont typeface="Arial"/>
              <a:buNone/>
            </a:pPr>
            <a:r>
              <a:rPr lang="en"/>
              <a:t>Do you have any questions?</a:t>
            </a:r>
            <a:endParaRPr/>
          </a:p>
          <a:p>
            <a:pPr marL="0" lvl="0" indent="0" algn="l" rtl="0">
              <a:spcBef>
                <a:spcPts val="1000"/>
              </a:spcBef>
              <a:spcAft>
                <a:spcPts val="0"/>
              </a:spcAft>
              <a:buClr>
                <a:schemeClr val="accent6"/>
              </a:buClr>
              <a:buSzPts val="1100"/>
              <a:buFont typeface="Arial"/>
              <a:buNone/>
            </a:pPr>
            <a:r>
              <a:rPr lang="en"/>
              <a:t>youremail@freepik.com </a:t>
            </a:r>
            <a:endParaRPr/>
          </a:p>
          <a:p>
            <a:pPr marL="0" lvl="0" indent="0" algn="l" rtl="0">
              <a:spcBef>
                <a:spcPts val="0"/>
              </a:spcBef>
              <a:spcAft>
                <a:spcPts val="0"/>
              </a:spcAft>
              <a:buClr>
                <a:schemeClr val="accent6"/>
              </a:buClr>
              <a:buSzPts val="1100"/>
              <a:buFont typeface="Arial"/>
              <a:buNone/>
            </a:pPr>
            <a:r>
              <a:rPr lang="en"/>
              <a:t>+91  620 421 838 </a:t>
            </a:r>
            <a:endParaRPr/>
          </a:p>
          <a:p>
            <a:pPr marL="0" lvl="0" indent="0" algn="l" rtl="0">
              <a:spcBef>
                <a:spcPts val="0"/>
              </a:spcBef>
              <a:spcAft>
                <a:spcPts val="0"/>
              </a:spcAft>
              <a:buNone/>
            </a:pPr>
            <a:r>
              <a:rPr lang="en"/>
              <a:t>yourwebsite.com</a:t>
            </a:r>
            <a:endParaRPr/>
          </a:p>
        </p:txBody>
      </p:sp>
      <p:sp>
        <p:nvSpPr>
          <p:cNvPr id="3117" name="Google Shape;3117;p77"/>
          <p:cNvSpPr txBox="1"/>
          <p:nvPr/>
        </p:nvSpPr>
        <p:spPr>
          <a:xfrm>
            <a:off x="941700" y="4310550"/>
            <a:ext cx="3218400" cy="2955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dk1"/>
                </a:solidFill>
                <a:latin typeface="ABeeZee"/>
                <a:ea typeface="ABeeZee"/>
                <a:cs typeface="ABeeZee"/>
                <a:sym typeface="ABeeZee"/>
              </a:rPr>
              <a:t>Please keep this slide for attribution</a:t>
            </a:r>
            <a:endParaRPr sz="1200">
              <a:solidFill>
                <a:schemeClr val="dk1"/>
              </a:solidFill>
              <a:latin typeface="ABeeZee"/>
              <a:ea typeface="ABeeZee"/>
              <a:cs typeface="ABeeZee"/>
              <a:sym typeface="ABeeZee"/>
            </a:endParaRPr>
          </a:p>
        </p:txBody>
      </p:sp>
      <p:sp>
        <p:nvSpPr>
          <p:cNvPr id="3118" name="Google Shape;3118;p77"/>
          <p:cNvSpPr/>
          <p:nvPr/>
        </p:nvSpPr>
        <p:spPr>
          <a:xfrm>
            <a:off x="971749" y="2782309"/>
            <a:ext cx="864721" cy="787923"/>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77"/>
          <p:cNvSpPr/>
          <p:nvPr/>
        </p:nvSpPr>
        <p:spPr>
          <a:xfrm>
            <a:off x="1957981" y="2782309"/>
            <a:ext cx="864721" cy="787923"/>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77"/>
          <p:cNvSpPr/>
          <p:nvPr/>
        </p:nvSpPr>
        <p:spPr>
          <a:xfrm>
            <a:off x="2944212" y="2782309"/>
            <a:ext cx="864721" cy="787923"/>
          </a:xfrm>
          <a:custGeom>
            <a:avLst/>
            <a:gdLst/>
            <a:ahLst/>
            <a:cxnLst/>
            <a:rect l="l" t="t" r="r" b="b"/>
            <a:pathLst>
              <a:path w="91845" h="83688" extrusionOk="0">
                <a:moveTo>
                  <a:pt x="45924" y="1"/>
                </a:moveTo>
                <a:cubicBezTo>
                  <a:pt x="35215" y="1"/>
                  <a:pt x="24507" y="4086"/>
                  <a:pt x="16343" y="12258"/>
                </a:cubicBezTo>
                <a:cubicBezTo>
                  <a:pt x="1" y="28600"/>
                  <a:pt x="1" y="55088"/>
                  <a:pt x="16343" y="71431"/>
                </a:cubicBezTo>
                <a:cubicBezTo>
                  <a:pt x="24507" y="79602"/>
                  <a:pt x="35215" y="83688"/>
                  <a:pt x="45924" y="83688"/>
                </a:cubicBezTo>
                <a:cubicBezTo>
                  <a:pt x="56634" y="83688"/>
                  <a:pt x="67345" y="79602"/>
                  <a:pt x="75517" y="71431"/>
                </a:cubicBezTo>
                <a:cubicBezTo>
                  <a:pt x="91844" y="55088"/>
                  <a:pt x="91844" y="28600"/>
                  <a:pt x="75517" y="12258"/>
                </a:cubicBezTo>
                <a:cubicBezTo>
                  <a:pt x="67345" y="4086"/>
                  <a:pt x="56634" y="1"/>
                  <a:pt x="459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77"/>
          <p:cNvSpPr/>
          <p:nvPr/>
        </p:nvSpPr>
        <p:spPr>
          <a:xfrm>
            <a:off x="6267407" y="4430884"/>
            <a:ext cx="109016" cy="124943"/>
          </a:xfrm>
          <a:custGeom>
            <a:avLst/>
            <a:gdLst/>
            <a:ahLst/>
            <a:cxnLst/>
            <a:rect l="l" t="t" r="r" b="b"/>
            <a:pathLst>
              <a:path w="2772" h="3177" extrusionOk="0">
                <a:moveTo>
                  <a:pt x="2170" y="1"/>
                </a:moveTo>
                <a:cubicBezTo>
                  <a:pt x="1926" y="1"/>
                  <a:pt x="1729" y="163"/>
                  <a:pt x="1610" y="403"/>
                </a:cubicBezTo>
                <a:cubicBezTo>
                  <a:pt x="1341" y="924"/>
                  <a:pt x="909" y="1252"/>
                  <a:pt x="537" y="1625"/>
                </a:cubicBezTo>
                <a:cubicBezTo>
                  <a:pt x="90" y="2071"/>
                  <a:pt x="1" y="2533"/>
                  <a:pt x="254" y="2891"/>
                </a:cubicBezTo>
                <a:cubicBezTo>
                  <a:pt x="379" y="3079"/>
                  <a:pt x="563" y="3176"/>
                  <a:pt x="782" y="3176"/>
                </a:cubicBezTo>
                <a:cubicBezTo>
                  <a:pt x="979" y="3176"/>
                  <a:pt x="1206" y="3098"/>
                  <a:pt x="1446" y="2936"/>
                </a:cubicBezTo>
                <a:cubicBezTo>
                  <a:pt x="1997" y="2548"/>
                  <a:pt x="2399" y="1997"/>
                  <a:pt x="2608" y="1356"/>
                </a:cubicBezTo>
                <a:cubicBezTo>
                  <a:pt x="2652" y="1192"/>
                  <a:pt x="2697" y="1044"/>
                  <a:pt x="2727" y="880"/>
                </a:cubicBezTo>
                <a:cubicBezTo>
                  <a:pt x="2772" y="507"/>
                  <a:pt x="2727" y="150"/>
                  <a:pt x="2354" y="30"/>
                </a:cubicBezTo>
                <a:cubicBezTo>
                  <a:pt x="2290" y="10"/>
                  <a:pt x="2229" y="1"/>
                  <a:pt x="21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77"/>
          <p:cNvSpPr/>
          <p:nvPr/>
        </p:nvSpPr>
        <p:spPr>
          <a:xfrm>
            <a:off x="6372291" y="4361552"/>
            <a:ext cx="50418" cy="52030"/>
          </a:xfrm>
          <a:custGeom>
            <a:avLst/>
            <a:gdLst/>
            <a:ahLst/>
            <a:cxnLst/>
            <a:rect l="l" t="t" r="r" b="b"/>
            <a:pathLst>
              <a:path w="1282" h="1323" extrusionOk="0">
                <a:moveTo>
                  <a:pt x="780" y="0"/>
                </a:moveTo>
                <a:cubicBezTo>
                  <a:pt x="723" y="0"/>
                  <a:pt x="666" y="12"/>
                  <a:pt x="611" y="36"/>
                </a:cubicBezTo>
                <a:cubicBezTo>
                  <a:pt x="224" y="185"/>
                  <a:pt x="0" y="602"/>
                  <a:pt x="105" y="1004"/>
                </a:cubicBezTo>
                <a:cubicBezTo>
                  <a:pt x="153" y="1198"/>
                  <a:pt x="339" y="1322"/>
                  <a:pt x="535" y="1322"/>
                </a:cubicBezTo>
                <a:cubicBezTo>
                  <a:pt x="580" y="1322"/>
                  <a:pt x="626" y="1316"/>
                  <a:pt x="671" y="1302"/>
                </a:cubicBezTo>
                <a:cubicBezTo>
                  <a:pt x="1058" y="1153"/>
                  <a:pt x="1281" y="736"/>
                  <a:pt x="1192" y="334"/>
                </a:cubicBezTo>
                <a:cubicBezTo>
                  <a:pt x="1146" y="127"/>
                  <a:pt x="968" y="0"/>
                  <a:pt x="7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3" name="Google Shape;3123;p77"/>
          <p:cNvGrpSpPr/>
          <p:nvPr/>
        </p:nvGrpSpPr>
        <p:grpSpPr>
          <a:xfrm>
            <a:off x="4806106" y="740700"/>
            <a:ext cx="3233084" cy="3865306"/>
            <a:chOff x="4806106" y="740700"/>
            <a:chExt cx="3233084" cy="3865306"/>
          </a:xfrm>
        </p:grpSpPr>
        <p:sp>
          <p:nvSpPr>
            <p:cNvPr id="3124" name="Google Shape;3124;p77"/>
            <p:cNvSpPr/>
            <p:nvPr/>
          </p:nvSpPr>
          <p:spPr>
            <a:xfrm>
              <a:off x="4895900" y="889946"/>
              <a:ext cx="3143290" cy="3143290"/>
            </a:xfrm>
            <a:custGeom>
              <a:avLst/>
              <a:gdLst/>
              <a:ahLst/>
              <a:cxnLst/>
              <a:rect l="l" t="t" r="r" b="b"/>
              <a:pathLst>
                <a:path w="79926" h="79926" extrusionOk="0">
                  <a:moveTo>
                    <a:pt x="39956" y="0"/>
                  </a:moveTo>
                  <a:cubicBezTo>
                    <a:pt x="17892" y="0"/>
                    <a:pt x="0" y="17892"/>
                    <a:pt x="0" y="39955"/>
                  </a:cubicBezTo>
                  <a:cubicBezTo>
                    <a:pt x="0" y="62033"/>
                    <a:pt x="17892" y="79925"/>
                    <a:pt x="39956" y="79925"/>
                  </a:cubicBezTo>
                  <a:cubicBezTo>
                    <a:pt x="62034" y="79925"/>
                    <a:pt x="79926" y="62033"/>
                    <a:pt x="79926" y="39955"/>
                  </a:cubicBezTo>
                  <a:cubicBezTo>
                    <a:pt x="79926" y="17892"/>
                    <a:pt x="62034" y="0"/>
                    <a:pt x="399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77"/>
            <p:cNvSpPr/>
            <p:nvPr/>
          </p:nvSpPr>
          <p:spPr>
            <a:xfrm>
              <a:off x="5380401" y="2032374"/>
              <a:ext cx="1618248" cy="935680"/>
            </a:xfrm>
            <a:custGeom>
              <a:avLst/>
              <a:gdLst/>
              <a:ahLst/>
              <a:cxnLst/>
              <a:rect l="l" t="t" r="r" b="b"/>
              <a:pathLst>
                <a:path w="41148" h="23792" extrusionOk="0">
                  <a:moveTo>
                    <a:pt x="9431" y="21795"/>
                  </a:moveTo>
                  <a:cubicBezTo>
                    <a:pt x="10086" y="22004"/>
                    <a:pt x="10742" y="22212"/>
                    <a:pt x="11397" y="22391"/>
                  </a:cubicBezTo>
                  <a:cubicBezTo>
                    <a:pt x="16775" y="23792"/>
                    <a:pt x="22034" y="23196"/>
                    <a:pt x="27174" y="21229"/>
                  </a:cubicBezTo>
                  <a:cubicBezTo>
                    <a:pt x="27814" y="20991"/>
                    <a:pt x="28395" y="20678"/>
                    <a:pt x="29006" y="20380"/>
                  </a:cubicBezTo>
                  <a:cubicBezTo>
                    <a:pt x="32135" y="18860"/>
                    <a:pt x="34906" y="16671"/>
                    <a:pt x="37096" y="13959"/>
                  </a:cubicBezTo>
                  <a:cubicBezTo>
                    <a:pt x="39137" y="11471"/>
                    <a:pt x="40477" y="8507"/>
                    <a:pt x="40999" y="5348"/>
                  </a:cubicBezTo>
                  <a:cubicBezTo>
                    <a:pt x="41148" y="4410"/>
                    <a:pt x="41118" y="3501"/>
                    <a:pt x="40716" y="2667"/>
                  </a:cubicBezTo>
                  <a:cubicBezTo>
                    <a:pt x="39926" y="983"/>
                    <a:pt x="38585" y="30"/>
                    <a:pt x="36693" y="15"/>
                  </a:cubicBezTo>
                  <a:cubicBezTo>
                    <a:pt x="34786" y="0"/>
                    <a:pt x="33431" y="939"/>
                    <a:pt x="32626" y="2682"/>
                  </a:cubicBezTo>
                  <a:cubicBezTo>
                    <a:pt x="32343" y="3307"/>
                    <a:pt x="32045" y="3933"/>
                    <a:pt x="31718" y="4544"/>
                  </a:cubicBezTo>
                  <a:cubicBezTo>
                    <a:pt x="29349" y="9073"/>
                    <a:pt x="25476" y="11620"/>
                    <a:pt x="20708" y="13021"/>
                  </a:cubicBezTo>
                  <a:cubicBezTo>
                    <a:pt x="19368" y="13408"/>
                    <a:pt x="17982" y="13587"/>
                    <a:pt x="16597" y="13557"/>
                  </a:cubicBezTo>
                  <a:cubicBezTo>
                    <a:pt x="15152" y="13512"/>
                    <a:pt x="13706" y="13453"/>
                    <a:pt x="12351" y="12991"/>
                  </a:cubicBezTo>
                  <a:cubicBezTo>
                    <a:pt x="11561" y="12723"/>
                    <a:pt x="10727" y="11725"/>
                    <a:pt x="10057" y="11218"/>
                  </a:cubicBezTo>
                  <a:cubicBezTo>
                    <a:pt x="9252" y="10607"/>
                    <a:pt x="7926" y="9728"/>
                    <a:pt x="7435" y="10220"/>
                  </a:cubicBezTo>
                  <a:cubicBezTo>
                    <a:pt x="7047" y="10592"/>
                    <a:pt x="7837" y="11710"/>
                    <a:pt x="8358" y="12395"/>
                  </a:cubicBezTo>
                  <a:cubicBezTo>
                    <a:pt x="6079" y="13050"/>
                    <a:pt x="3665" y="13602"/>
                    <a:pt x="1729" y="14764"/>
                  </a:cubicBezTo>
                  <a:cubicBezTo>
                    <a:pt x="1133" y="15121"/>
                    <a:pt x="1" y="15807"/>
                    <a:pt x="224" y="16328"/>
                  </a:cubicBezTo>
                  <a:cubicBezTo>
                    <a:pt x="626" y="17281"/>
                    <a:pt x="2921" y="16209"/>
                    <a:pt x="4202" y="16224"/>
                  </a:cubicBezTo>
                  <a:cubicBezTo>
                    <a:pt x="3189" y="17088"/>
                    <a:pt x="388" y="17996"/>
                    <a:pt x="701" y="19233"/>
                  </a:cubicBezTo>
                  <a:cubicBezTo>
                    <a:pt x="1178" y="20127"/>
                    <a:pt x="2578" y="19129"/>
                    <a:pt x="3949" y="19084"/>
                  </a:cubicBezTo>
                  <a:cubicBezTo>
                    <a:pt x="3278" y="19397"/>
                    <a:pt x="1341" y="20395"/>
                    <a:pt x="1654" y="21140"/>
                  </a:cubicBezTo>
                  <a:cubicBezTo>
                    <a:pt x="1893" y="21691"/>
                    <a:pt x="2965" y="21244"/>
                    <a:pt x="3487" y="21155"/>
                  </a:cubicBezTo>
                  <a:cubicBezTo>
                    <a:pt x="4098" y="21036"/>
                    <a:pt x="4738" y="20812"/>
                    <a:pt x="5438" y="20782"/>
                  </a:cubicBezTo>
                  <a:cubicBezTo>
                    <a:pt x="5155" y="21214"/>
                    <a:pt x="3963" y="22719"/>
                    <a:pt x="4366" y="23136"/>
                  </a:cubicBezTo>
                  <a:cubicBezTo>
                    <a:pt x="4872" y="23658"/>
                    <a:pt x="5721" y="22928"/>
                    <a:pt x="6228" y="22585"/>
                  </a:cubicBezTo>
                  <a:cubicBezTo>
                    <a:pt x="6734" y="22227"/>
                    <a:pt x="7315" y="21617"/>
                    <a:pt x="7762" y="21542"/>
                  </a:cubicBezTo>
                  <a:cubicBezTo>
                    <a:pt x="8150" y="21497"/>
                    <a:pt x="8790" y="21617"/>
                    <a:pt x="9431" y="2179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77"/>
            <p:cNvSpPr/>
            <p:nvPr/>
          </p:nvSpPr>
          <p:spPr>
            <a:xfrm>
              <a:off x="5021272" y="2007048"/>
              <a:ext cx="2802320" cy="2598958"/>
            </a:xfrm>
            <a:custGeom>
              <a:avLst/>
              <a:gdLst/>
              <a:ahLst/>
              <a:cxnLst/>
              <a:rect l="l" t="t" r="r" b="b"/>
              <a:pathLst>
                <a:path w="71256" h="66085" extrusionOk="0">
                  <a:moveTo>
                    <a:pt x="49506" y="0"/>
                  </a:moveTo>
                  <a:cubicBezTo>
                    <a:pt x="48226" y="0"/>
                    <a:pt x="46950" y="159"/>
                    <a:pt x="45706" y="495"/>
                  </a:cubicBezTo>
                  <a:cubicBezTo>
                    <a:pt x="44395" y="838"/>
                    <a:pt x="43263" y="1672"/>
                    <a:pt x="42548" y="2819"/>
                  </a:cubicBezTo>
                  <a:cubicBezTo>
                    <a:pt x="41729" y="4145"/>
                    <a:pt x="41341" y="5620"/>
                    <a:pt x="41088" y="7125"/>
                  </a:cubicBezTo>
                  <a:cubicBezTo>
                    <a:pt x="40537" y="10283"/>
                    <a:pt x="40328" y="13471"/>
                    <a:pt x="40075" y="16644"/>
                  </a:cubicBezTo>
                  <a:cubicBezTo>
                    <a:pt x="40015" y="17493"/>
                    <a:pt x="39747" y="19728"/>
                    <a:pt x="39166" y="19773"/>
                  </a:cubicBezTo>
                  <a:cubicBezTo>
                    <a:pt x="37468" y="19907"/>
                    <a:pt x="30123" y="20652"/>
                    <a:pt x="28172" y="20935"/>
                  </a:cubicBezTo>
                  <a:cubicBezTo>
                    <a:pt x="25654" y="21322"/>
                    <a:pt x="23375" y="22365"/>
                    <a:pt x="21155" y="23557"/>
                  </a:cubicBezTo>
                  <a:cubicBezTo>
                    <a:pt x="18786" y="24823"/>
                    <a:pt x="16462" y="26164"/>
                    <a:pt x="14183" y="27564"/>
                  </a:cubicBezTo>
                  <a:cubicBezTo>
                    <a:pt x="9982" y="30141"/>
                    <a:pt x="8105" y="31542"/>
                    <a:pt x="3904" y="34119"/>
                  </a:cubicBezTo>
                  <a:cubicBezTo>
                    <a:pt x="3512" y="34360"/>
                    <a:pt x="3326" y="34492"/>
                    <a:pt x="3180" y="34492"/>
                  </a:cubicBezTo>
                  <a:cubicBezTo>
                    <a:pt x="3009" y="34492"/>
                    <a:pt x="2892" y="34312"/>
                    <a:pt x="2563" y="33910"/>
                  </a:cubicBezTo>
                  <a:cubicBezTo>
                    <a:pt x="2176" y="33434"/>
                    <a:pt x="1684" y="33046"/>
                    <a:pt x="1133" y="32793"/>
                  </a:cubicBezTo>
                  <a:cubicBezTo>
                    <a:pt x="989" y="32734"/>
                    <a:pt x="854" y="32705"/>
                    <a:pt x="729" y="32705"/>
                  </a:cubicBezTo>
                  <a:cubicBezTo>
                    <a:pt x="322" y="32705"/>
                    <a:pt x="35" y="33006"/>
                    <a:pt x="0" y="33508"/>
                  </a:cubicBezTo>
                  <a:cubicBezTo>
                    <a:pt x="0" y="33881"/>
                    <a:pt x="60" y="34253"/>
                    <a:pt x="209" y="34611"/>
                  </a:cubicBezTo>
                  <a:cubicBezTo>
                    <a:pt x="492" y="35504"/>
                    <a:pt x="879" y="36354"/>
                    <a:pt x="1356" y="37158"/>
                  </a:cubicBezTo>
                  <a:cubicBezTo>
                    <a:pt x="2146" y="38499"/>
                    <a:pt x="2950" y="39810"/>
                    <a:pt x="3799" y="41121"/>
                  </a:cubicBezTo>
                  <a:cubicBezTo>
                    <a:pt x="4410" y="42044"/>
                    <a:pt x="5825" y="44145"/>
                    <a:pt x="6600" y="44935"/>
                  </a:cubicBezTo>
                  <a:cubicBezTo>
                    <a:pt x="7149" y="45484"/>
                    <a:pt x="7637" y="45752"/>
                    <a:pt x="8178" y="45752"/>
                  </a:cubicBezTo>
                  <a:cubicBezTo>
                    <a:pt x="8560" y="45752"/>
                    <a:pt x="8970" y="45617"/>
                    <a:pt x="9446" y="45352"/>
                  </a:cubicBezTo>
                  <a:cubicBezTo>
                    <a:pt x="10354" y="44815"/>
                    <a:pt x="11248" y="44234"/>
                    <a:pt x="12097" y="43609"/>
                  </a:cubicBezTo>
                  <a:cubicBezTo>
                    <a:pt x="17043" y="40078"/>
                    <a:pt x="19844" y="38052"/>
                    <a:pt x="25118" y="35058"/>
                  </a:cubicBezTo>
                  <a:cubicBezTo>
                    <a:pt x="26995" y="33985"/>
                    <a:pt x="28991" y="33136"/>
                    <a:pt x="31136" y="32719"/>
                  </a:cubicBezTo>
                  <a:cubicBezTo>
                    <a:pt x="32719" y="32425"/>
                    <a:pt x="42292" y="30661"/>
                    <a:pt x="43309" y="30661"/>
                  </a:cubicBezTo>
                  <a:cubicBezTo>
                    <a:pt x="43326" y="30661"/>
                    <a:pt x="43340" y="30662"/>
                    <a:pt x="43352" y="30663"/>
                  </a:cubicBezTo>
                  <a:lnTo>
                    <a:pt x="46928" y="31616"/>
                  </a:lnTo>
                  <a:cubicBezTo>
                    <a:pt x="46928" y="31616"/>
                    <a:pt x="42056" y="34953"/>
                    <a:pt x="38928" y="37233"/>
                  </a:cubicBezTo>
                  <a:cubicBezTo>
                    <a:pt x="36589" y="38946"/>
                    <a:pt x="34548" y="40927"/>
                    <a:pt x="32999" y="43385"/>
                  </a:cubicBezTo>
                  <a:cubicBezTo>
                    <a:pt x="31851" y="45188"/>
                    <a:pt x="26339" y="53933"/>
                    <a:pt x="24164" y="57597"/>
                  </a:cubicBezTo>
                  <a:cubicBezTo>
                    <a:pt x="23922" y="58005"/>
                    <a:pt x="23843" y="58147"/>
                    <a:pt x="23612" y="58147"/>
                  </a:cubicBezTo>
                  <a:cubicBezTo>
                    <a:pt x="23489" y="58147"/>
                    <a:pt x="23321" y="58107"/>
                    <a:pt x="23062" y="58044"/>
                  </a:cubicBezTo>
                  <a:cubicBezTo>
                    <a:pt x="22651" y="57907"/>
                    <a:pt x="22220" y="57843"/>
                    <a:pt x="21793" y="57843"/>
                  </a:cubicBezTo>
                  <a:cubicBezTo>
                    <a:pt x="21709" y="57843"/>
                    <a:pt x="21626" y="57846"/>
                    <a:pt x="21542" y="57851"/>
                  </a:cubicBezTo>
                  <a:cubicBezTo>
                    <a:pt x="20976" y="57940"/>
                    <a:pt x="20723" y="58327"/>
                    <a:pt x="20902" y="58864"/>
                  </a:cubicBezTo>
                  <a:cubicBezTo>
                    <a:pt x="20991" y="59117"/>
                    <a:pt x="21125" y="59340"/>
                    <a:pt x="21319" y="59519"/>
                  </a:cubicBezTo>
                  <a:cubicBezTo>
                    <a:pt x="21647" y="59817"/>
                    <a:pt x="21959" y="60145"/>
                    <a:pt x="22302" y="60428"/>
                  </a:cubicBezTo>
                  <a:cubicBezTo>
                    <a:pt x="24462" y="62186"/>
                    <a:pt x="27919" y="64033"/>
                    <a:pt x="30347" y="65389"/>
                  </a:cubicBezTo>
                  <a:cubicBezTo>
                    <a:pt x="30824" y="65642"/>
                    <a:pt x="31330" y="65836"/>
                    <a:pt x="31851" y="65970"/>
                  </a:cubicBezTo>
                  <a:cubicBezTo>
                    <a:pt x="32079" y="66047"/>
                    <a:pt x="32311" y="66084"/>
                    <a:pt x="32540" y="66084"/>
                  </a:cubicBezTo>
                  <a:cubicBezTo>
                    <a:pt x="33197" y="66084"/>
                    <a:pt x="33830" y="65777"/>
                    <a:pt x="34250" y="65225"/>
                  </a:cubicBezTo>
                  <a:cubicBezTo>
                    <a:pt x="34578" y="64838"/>
                    <a:pt x="34876" y="64406"/>
                    <a:pt x="35129" y="63959"/>
                  </a:cubicBezTo>
                  <a:cubicBezTo>
                    <a:pt x="35725" y="62946"/>
                    <a:pt x="41907" y="52726"/>
                    <a:pt x="45289" y="47765"/>
                  </a:cubicBezTo>
                  <a:cubicBezTo>
                    <a:pt x="45766" y="47050"/>
                    <a:pt x="46377" y="46454"/>
                    <a:pt x="47092" y="45992"/>
                  </a:cubicBezTo>
                  <a:cubicBezTo>
                    <a:pt x="47851" y="45501"/>
                    <a:pt x="48626" y="45009"/>
                    <a:pt x="49416" y="44532"/>
                  </a:cubicBezTo>
                  <a:cubicBezTo>
                    <a:pt x="51993" y="42938"/>
                    <a:pt x="62600" y="36532"/>
                    <a:pt x="66056" y="33687"/>
                  </a:cubicBezTo>
                  <a:cubicBezTo>
                    <a:pt x="67606" y="32421"/>
                    <a:pt x="68291" y="30573"/>
                    <a:pt x="68857" y="28711"/>
                  </a:cubicBezTo>
                  <a:cubicBezTo>
                    <a:pt x="69766" y="25642"/>
                    <a:pt x="69915" y="25195"/>
                    <a:pt x="70287" y="22022"/>
                  </a:cubicBezTo>
                  <a:cubicBezTo>
                    <a:pt x="70540" y="19743"/>
                    <a:pt x="70794" y="17464"/>
                    <a:pt x="70913" y="15154"/>
                  </a:cubicBezTo>
                  <a:cubicBezTo>
                    <a:pt x="71032" y="12652"/>
                    <a:pt x="71255" y="10149"/>
                    <a:pt x="71032" y="7631"/>
                  </a:cubicBezTo>
                  <a:cubicBezTo>
                    <a:pt x="70928" y="6231"/>
                    <a:pt x="70555" y="4845"/>
                    <a:pt x="69959" y="3579"/>
                  </a:cubicBezTo>
                  <a:cubicBezTo>
                    <a:pt x="69393" y="2357"/>
                    <a:pt x="68306" y="1464"/>
                    <a:pt x="66995" y="1151"/>
                  </a:cubicBezTo>
                  <a:cubicBezTo>
                    <a:pt x="65982" y="897"/>
                    <a:pt x="64939" y="719"/>
                    <a:pt x="63881" y="585"/>
                  </a:cubicBezTo>
                  <a:cubicBezTo>
                    <a:pt x="63166" y="480"/>
                    <a:pt x="60753" y="376"/>
                    <a:pt x="58429" y="272"/>
                  </a:cubicBezTo>
                  <a:cubicBezTo>
                    <a:pt x="56448" y="200"/>
                    <a:pt x="51469" y="18"/>
                    <a:pt x="50373" y="18"/>
                  </a:cubicBezTo>
                  <a:cubicBezTo>
                    <a:pt x="50331" y="18"/>
                    <a:pt x="50295" y="18"/>
                    <a:pt x="50265" y="19"/>
                  </a:cubicBezTo>
                  <a:cubicBezTo>
                    <a:pt x="50012" y="6"/>
                    <a:pt x="49759" y="0"/>
                    <a:pt x="49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77"/>
            <p:cNvSpPr/>
            <p:nvPr/>
          </p:nvSpPr>
          <p:spPr>
            <a:xfrm>
              <a:off x="5917639" y="2918788"/>
              <a:ext cx="156484" cy="78222"/>
            </a:xfrm>
            <a:custGeom>
              <a:avLst/>
              <a:gdLst/>
              <a:ahLst/>
              <a:cxnLst/>
              <a:rect l="l" t="t" r="r" b="b"/>
              <a:pathLst>
                <a:path w="3979" h="1989" extrusionOk="0">
                  <a:moveTo>
                    <a:pt x="3159" y="0"/>
                  </a:moveTo>
                  <a:cubicBezTo>
                    <a:pt x="2310" y="15"/>
                    <a:pt x="1476" y="224"/>
                    <a:pt x="731" y="626"/>
                  </a:cubicBezTo>
                  <a:cubicBezTo>
                    <a:pt x="552" y="730"/>
                    <a:pt x="403" y="849"/>
                    <a:pt x="254" y="998"/>
                  </a:cubicBezTo>
                  <a:cubicBezTo>
                    <a:pt x="60" y="1162"/>
                    <a:pt x="1" y="1445"/>
                    <a:pt x="120" y="1684"/>
                  </a:cubicBezTo>
                  <a:cubicBezTo>
                    <a:pt x="215" y="1874"/>
                    <a:pt x="406" y="1989"/>
                    <a:pt x="608" y="1989"/>
                  </a:cubicBezTo>
                  <a:cubicBezTo>
                    <a:pt x="659" y="1989"/>
                    <a:pt x="710" y="1982"/>
                    <a:pt x="761" y="1967"/>
                  </a:cubicBezTo>
                  <a:cubicBezTo>
                    <a:pt x="984" y="1922"/>
                    <a:pt x="1193" y="1847"/>
                    <a:pt x="1416" y="1758"/>
                  </a:cubicBezTo>
                  <a:cubicBezTo>
                    <a:pt x="1967" y="1520"/>
                    <a:pt x="2548" y="1311"/>
                    <a:pt x="3144" y="1162"/>
                  </a:cubicBezTo>
                  <a:cubicBezTo>
                    <a:pt x="3293" y="1118"/>
                    <a:pt x="3442" y="1058"/>
                    <a:pt x="3591" y="998"/>
                  </a:cubicBezTo>
                  <a:cubicBezTo>
                    <a:pt x="3815" y="894"/>
                    <a:pt x="3978" y="730"/>
                    <a:pt x="3949" y="477"/>
                  </a:cubicBezTo>
                  <a:cubicBezTo>
                    <a:pt x="3919" y="209"/>
                    <a:pt x="3725" y="90"/>
                    <a:pt x="3442" y="15"/>
                  </a:cubicBezTo>
                  <a:cubicBezTo>
                    <a:pt x="3338" y="0"/>
                    <a:pt x="3248" y="0"/>
                    <a:pt x="31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77"/>
            <p:cNvSpPr/>
            <p:nvPr/>
          </p:nvSpPr>
          <p:spPr>
            <a:xfrm>
              <a:off x="5831828" y="2989890"/>
              <a:ext cx="59503" cy="46406"/>
            </a:xfrm>
            <a:custGeom>
              <a:avLst/>
              <a:gdLst/>
              <a:ahLst/>
              <a:cxnLst/>
              <a:rect l="l" t="t" r="r" b="b"/>
              <a:pathLst>
                <a:path w="1513" h="1180" extrusionOk="0">
                  <a:moveTo>
                    <a:pt x="1029" y="0"/>
                  </a:moveTo>
                  <a:cubicBezTo>
                    <a:pt x="679" y="0"/>
                    <a:pt x="164" y="335"/>
                    <a:pt x="82" y="620"/>
                  </a:cubicBezTo>
                  <a:cubicBezTo>
                    <a:pt x="1" y="906"/>
                    <a:pt x="229" y="1179"/>
                    <a:pt x="508" y="1179"/>
                  </a:cubicBezTo>
                  <a:cubicBezTo>
                    <a:pt x="535" y="1179"/>
                    <a:pt x="562" y="1177"/>
                    <a:pt x="589" y="1172"/>
                  </a:cubicBezTo>
                  <a:cubicBezTo>
                    <a:pt x="931" y="1112"/>
                    <a:pt x="1229" y="904"/>
                    <a:pt x="1378" y="591"/>
                  </a:cubicBezTo>
                  <a:cubicBezTo>
                    <a:pt x="1512" y="367"/>
                    <a:pt x="1378" y="69"/>
                    <a:pt x="1125" y="10"/>
                  </a:cubicBezTo>
                  <a:cubicBezTo>
                    <a:pt x="1095" y="3"/>
                    <a:pt x="1063" y="0"/>
                    <a:pt x="10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77"/>
            <p:cNvSpPr/>
            <p:nvPr/>
          </p:nvSpPr>
          <p:spPr>
            <a:xfrm>
              <a:off x="6744318" y="1150128"/>
              <a:ext cx="1010677" cy="943506"/>
            </a:xfrm>
            <a:custGeom>
              <a:avLst/>
              <a:gdLst/>
              <a:ahLst/>
              <a:cxnLst/>
              <a:rect l="l" t="t" r="r" b="b"/>
              <a:pathLst>
                <a:path w="25699" h="23991" extrusionOk="0">
                  <a:moveTo>
                    <a:pt x="12978" y="0"/>
                  </a:moveTo>
                  <a:cubicBezTo>
                    <a:pt x="9673" y="0"/>
                    <a:pt x="6413" y="1367"/>
                    <a:pt x="4067" y="3961"/>
                  </a:cubicBezTo>
                  <a:cubicBezTo>
                    <a:pt x="671" y="7715"/>
                    <a:pt x="0" y="13213"/>
                    <a:pt x="2414" y="17682"/>
                  </a:cubicBezTo>
                  <a:cubicBezTo>
                    <a:pt x="4519" y="21605"/>
                    <a:pt x="8599" y="23990"/>
                    <a:pt x="12961" y="23990"/>
                  </a:cubicBezTo>
                  <a:cubicBezTo>
                    <a:pt x="13568" y="23990"/>
                    <a:pt x="14180" y="23944"/>
                    <a:pt x="14793" y="23849"/>
                  </a:cubicBezTo>
                  <a:cubicBezTo>
                    <a:pt x="19799" y="23075"/>
                    <a:pt x="23792" y="19231"/>
                    <a:pt x="24745" y="14255"/>
                  </a:cubicBezTo>
                  <a:cubicBezTo>
                    <a:pt x="25698" y="9265"/>
                    <a:pt x="23419" y="4229"/>
                    <a:pt x="19039" y="1652"/>
                  </a:cubicBezTo>
                  <a:lnTo>
                    <a:pt x="18965" y="1607"/>
                  </a:lnTo>
                  <a:cubicBezTo>
                    <a:pt x="17090" y="525"/>
                    <a:pt x="15025" y="0"/>
                    <a:pt x="129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77"/>
            <p:cNvSpPr/>
            <p:nvPr/>
          </p:nvSpPr>
          <p:spPr>
            <a:xfrm>
              <a:off x="6647654" y="1467019"/>
              <a:ext cx="175204" cy="274821"/>
            </a:xfrm>
            <a:custGeom>
              <a:avLst/>
              <a:gdLst/>
              <a:ahLst/>
              <a:cxnLst/>
              <a:rect l="l" t="t" r="r" b="b"/>
              <a:pathLst>
                <a:path w="4455" h="6988" extrusionOk="0">
                  <a:moveTo>
                    <a:pt x="0" y="2562"/>
                  </a:moveTo>
                  <a:cubicBezTo>
                    <a:pt x="0" y="3918"/>
                    <a:pt x="1654" y="6987"/>
                    <a:pt x="3263" y="6793"/>
                  </a:cubicBezTo>
                  <a:cubicBezTo>
                    <a:pt x="4454" y="6644"/>
                    <a:pt x="4395" y="3903"/>
                    <a:pt x="4395" y="2548"/>
                  </a:cubicBezTo>
                  <a:cubicBezTo>
                    <a:pt x="4410" y="1818"/>
                    <a:pt x="4320" y="1088"/>
                    <a:pt x="4142" y="373"/>
                  </a:cubicBezTo>
                  <a:cubicBezTo>
                    <a:pt x="2801" y="0"/>
                    <a:pt x="1877" y="194"/>
                    <a:pt x="1356" y="402"/>
                  </a:cubicBezTo>
                  <a:cubicBezTo>
                    <a:pt x="387" y="760"/>
                    <a:pt x="0" y="1609"/>
                    <a:pt x="0" y="256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77"/>
            <p:cNvSpPr/>
            <p:nvPr/>
          </p:nvSpPr>
          <p:spPr>
            <a:xfrm>
              <a:off x="6714430" y="1521919"/>
              <a:ext cx="121325" cy="126753"/>
            </a:xfrm>
            <a:custGeom>
              <a:avLst/>
              <a:gdLst/>
              <a:ahLst/>
              <a:cxnLst/>
              <a:rect l="l" t="t" r="r" b="b"/>
              <a:pathLst>
                <a:path w="3085" h="3223" extrusionOk="0">
                  <a:moveTo>
                    <a:pt x="411" y="1"/>
                  </a:moveTo>
                  <a:cubicBezTo>
                    <a:pt x="273" y="1"/>
                    <a:pt x="149" y="86"/>
                    <a:pt x="90" y="228"/>
                  </a:cubicBezTo>
                  <a:cubicBezTo>
                    <a:pt x="30" y="392"/>
                    <a:pt x="134" y="585"/>
                    <a:pt x="313" y="630"/>
                  </a:cubicBezTo>
                  <a:cubicBezTo>
                    <a:pt x="641" y="734"/>
                    <a:pt x="954" y="898"/>
                    <a:pt x="1237" y="1122"/>
                  </a:cubicBezTo>
                  <a:cubicBezTo>
                    <a:pt x="537" y="1539"/>
                    <a:pt x="105" y="2150"/>
                    <a:pt x="30" y="2850"/>
                  </a:cubicBezTo>
                  <a:cubicBezTo>
                    <a:pt x="0" y="3044"/>
                    <a:pt x="134" y="3207"/>
                    <a:pt x="328" y="3222"/>
                  </a:cubicBezTo>
                  <a:lnTo>
                    <a:pt x="373" y="3222"/>
                  </a:lnTo>
                  <a:cubicBezTo>
                    <a:pt x="537" y="3222"/>
                    <a:pt x="686" y="3103"/>
                    <a:pt x="716" y="2939"/>
                  </a:cubicBezTo>
                  <a:cubicBezTo>
                    <a:pt x="790" y="2388"/>
                    <a:pt x="1148" y="1926"/>
                    <a:pt x="1729" y="1613"/>
                  </a:cubicBezTo>
                  <a:cubicBezTo>
                    <a:pt x="2026" y="2001"/>
                    <a:pt x="2235" y="2448"/>
                    <a:pt x="2369" y="2939"/>
                  </a:cubicBezTo>
                  <a:cubicBezTo>
                    <a:pt x="2399" y="3088"/>
                    <a:pt x="2548" y="3193"/>
                    <a:pt x="2697" y="3193"/>
                  </a:cubicBezTo>
                  <a:cubicBezTo>
                    <a:pt x="2727" y="3193"/>
                    <a:pt x="2756" y="3178"/>
                    <a:pt x="2786" y="3178"/>
                  </a:cubicBezTo>
                  <a:cubicBezTo>
                    <a:pt x="2965" y="3133"/>
                    <a:pt x="3084" y="2954"/>
                    <a:pt x="3040" y="2775"/>
                  </a:cubicBezTo>
                  <a:cubicBezTo>
                    <a:pt x="2667" y="1375"/>
                    <a:pt x="1773" y="392"/>
                    <a:pt x="522" y="19"/>
                  </a:cubicBezTo>
                  <a:cubicBezTo>
                    <a:pt x="485" y="7"/>
                    <a:pt x="447" y="1"/>
                    <a:pt x="4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77"/>
            <p:cNvSpPr/>
            <p:nvPr/>
          </p:nvSpPr>
          <p:spPr>
            <a:xfrm>
              <a:off x="7682292" y="1483418"/>
              <a:ext cx="181654" cy="275961"/>
            </a:xfrm>
            <a:custGeom>
              <a:avLst/>
              <a:gdLst/>
              <a:ahLst/>
              <a:cxnLst/>
              <a:rect l="l" t="t" r="r" b="b"/>
              <a:pathLst>
                <a:path w="4619" h="7017" extrusionOk="0">
                  <a:moveTo>
                    <a:pt x="4589" y="2637"/>
                  </a:moveTo>
                  <a:cubicBezTo>
                    <a:pt x="4529" y="3993"/>
                    <a:pt x="2786" y="7017"/>
                    <a:pt x="1192" y="6764"/>
                  </a:cubicBezTo>
                  <a:cubicBezTo>
                    <a:pt x="0" y="6585"/>
                    <a:pt x="149" y="3844"/>
                    <a:pt x="194" y="2488"/>
                  </a:cubicBezTo>
                  <a:cubicBezTo>
                    <a:pt x="209" y="1758"/>
                    <a:pt x="313" y="1028"/>
                    <a:pt x="507" y="328"/>
                  </a:cubicBezTo>
                  <a:cubicBezTo>
                    <a:pt x="1862" y="0"/>
                    <a:pt x="2786" y="209"/>
                    <a:pt x="3307" y="432"/>
                  </a:cubicBezTo>
                  <a:cubicBezTo>
                    <a:pt x="4261" y="835"/>
                    <a:pt x="4618" y="1699"/>
                    <a:pt x="4589" y="263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77"/>
            <p:cNvSpPr/>
            <p:nvPr/>
          </p:nvSpPr>
          <p:spPr>
            <a:xfrm>
              <a:off x="7672303" y="1538397"/>
              <a:ext cx="123095" cy="127264"/>
            </a:xfrm>
            <a:custGeom>
              <a:avLst/>
              <a:gdLst/>
              <a:ahLst/>
              <a:cxnLst/>
              <a:rect l="l" t="t" r="r" b="b"/>
              <a:pathLst>
                <a:path w="3130" h="3236" extrusionOk="0">
                  <a:moveTo>
                    <a:pt x="2756" y="1"/>
                  </a:moveTo>
                  <a:cubicBezTo>
                    <a:pt x="2722" y="1"/>
                    <a:pt x="2687" y="6"/>
                    <a:pt x="2653" y="18"/>
                  </a:cubicBezTo>
                  <a:cubicBezTo>
                    <a:pt x="1401" y="345"/>
                    <a:pt x="478" y="1299"/>
                    <a:pt x="61" y="2699"/>
                  </a:cubicBezTo>
                  <a:cubicBezTo>
                    <a:pt x="1" y="2878"/>
                    <a:pt x="105" y="3072"/>
                    <a:pt x="284" y="3116"/>
                  </a:cubicBezTo>
                  <a:cubicBezTo>
                    <a:pt x="314" y="3116"/>
                    <a:pt x="344" y="3131"/>
                    <a:pt x="373" y="3131"/>
                  </a:cubicBezTo>
                  <a:cubicBezTo>
                    <a:pt x="537" y="3131"/>
                    <a:pt x="671" y="3042"/>
                    <a:pt x="716" y="2893"/>
                  </a:cubicBezTo>
                  <a:cubicBezTo>
                    <a:pt x="865" y="2416"/>
                    <a:pt x="1088" y="1969"/>
                    <a:pt x="1401" y="1582"/>
                  </a:cubicBezTo>
                  <a:cubicBezTo>
                    <a:pt x="1982" y="1924"/>
                    <a:pt x="2325" y="2401"/>
                    <a:pt x="2370" y="2952"/>
                  </a:cubicBezTo>
                  <a:cubicBezTo>
                    <a:pt x="2399" y="3116"/>
                    <a:pt x="2534" y="3235"/>
                    <a:pt x="2712" y="3235"/>
                  </a:cubicBezTo>
                  <a:lnTo>
                    <a:pt x="2757" y="3235"/>
                  </a:lnTo>
                  <a:cubicBezTo>
                    <a:pt x="2936" y="3220"/>
                    <a:pt x="3085" y="3072"/>
                    <a:pt x="3070" y="2878"/>
                  </a:cubicBezTo>
                  <a:cubicBezTo>
                    <a:pt x="2995" y="2163"/>
                    <a:pt x="2593" y="1552"/>
                    <a:pt x="1908" y="1105"/>
                  </a:cubicBezTo>
                  <a:cubicBezTo>
                    <a:pt x="2191" y="896"/>
                    <a:pt x="2504" y="747"/>
                    <a:pt x="2846" y="643"/>
                  </a:cubicBezTo>
                  <a:cubicBezTo>
                    <a:pt x="3025" y="613"/>
                    <a:pt x="3129" y="420"/>
                    <a:pt x="3085" y="241"/>
                  </a:cubicBezTo>
                  <a:cubicBezTo>
                    <a:pt x="3037" y="97"/>
                    <a:pt x="2901" y="1"/>
                    <a:pt x="2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77"/>
            <p:cNvSpPr/>
            <p:nvPr/>
          </p:nvSpPr>
          <p:spPr>
            <a:xfrm>
              <a:off x="6904259" y="1094914"/>
              <a:ext cx="758745" cy="292518"/>
            </a:xfrm>
            <a:custGeom>
              <a:avLst/>
              <a:gdLst/>
              <a:ahLst/>
              <a:cxnLst/>
              <a:rect l="l" t="t" r="r" b="b"/>
              <a:pathLst>
                <a:path w="19293" h="7438" extrusionOk="0">
                  <a:moveTo>
                    <a:pt x="15520" y="0"/>
                  </a:moveTo>
                  <a:cubicBezTo>
                    <a:pt x="15295" y="0"/>
                    <a:pt x="14936" y="775"/>
                    <a:pt x="14719" y="1790"/>
                  </a:cubicBezTo>
                  <a:cubicBezTo>
                    <a:pt x="14645" y="2073"/>
                    <a:pt x="14600" y="2371"/>
                    <a:pt x="14570" y="2654"/>
                  </a:cubicBezTo>
                  <a:cubicBezTo>
                    <a:pt x="12814" y="1741"/>
                    <a:pt x="10873" y="1278"/>
                    <a:pt x="8909" y="1278"/>
                  </a:cubicBezTo>
                  <a:cubicBezTo>
                    <a:pt x="8790" y="1278"/>
                    <a:pt x="8671" y="1280"/>
                    <a:pt x="8551" y="1283"/>
                  </a:cubicBezTo>
                  <a:cubicBezTo>
                    <a:pt x="5125" y="1373"/>
                    <a:pt x="1818" y="2877"/>
                    <a:pt x="0" y="5350"/>
                  </a:cubicBezTo>
                  <a:cubicBezTo>
                    <a:pt x="1700" y="5922"/>
                    <a:pt x="3488" y="6207"/>
                    <a:pt x="5282" y="6207"/>
                  </a:cubicBezTo>
                  <a:cubicBezTo>
                    <a:pt x="5453" y="6207"/>
                    <a:pt x="5624" y="6205"/>
                    <a:pt x="5795" y="6200"/>
                  </a:cubicBezTo>
                  <a:cubicBezTo>
                    <a:pt x="9624" y="6110"/>
                    <a:pt x="12946" y="4859"/>
                    <a:pt x="14883" y="3026"/>
                  </a:cubicBezTo>
                  <a:lnTo>
                    <a:pt x="14898" y="3041"/>
                  </a:lnTo>
                  <a:lnTo>
                    <a:pt x="14972" y="3086"/>
                  </a:lnTo>
                  <a:cubicBezTo>
                    <a:pt x="14734" y="3473"/>
                    <a:pt x="14600" y="3935"/>
                    <a:pt x="14615" y="4397"/>
                  </a:cubicBezTo>
                  <a:cubicBezTo>
                    <a:pt x="14658" y="6089"/>
                    <a:pt x="16473" y="7438"/>
                    <a:pt x="18716" y="7438"/>
                  </a:cubicBezTo>
                  <a:cubicBezTo>
                    <a:pt x="18764" y="7438"/>
                    <a:pt x="18812" y="7437"/>
                    <a:pt x="18861" y="7436"/>
                  </a:cubicBezTo>
                  <a:cubicBezTo>
                    <a:pt x="19010" y="7436"/>
                    <a:pt x="19144" y="7421"/>
                    <a:pt x="19293" y="7406"/>
                  </a:cubicBezTo>
                  <a:cubicBezTo>
                    <a:pt x="18458" y="5678"/>
                    <a:pt x="16998" y="4054"/>
                    <a:pt x="15464" y="3280"/>
                  </a:cubicBezTo>
                  <a:cubicBezTo>
                    <a:pt x="15509" y="3220"/>
                    <a:pt x="15494" y="3235"/>
                    <a:pt x="15538" y="3175"/>
                  </a:cubicBezTo>
                  <a:cubicBezTo>
                    <a:pt x="16224" y="2371"/>
                    <a:pt x="16641" y="1596"/>
                    <a:pt x="16462" y="1447"/>
                  </a:cubicBezTo>
                  <a:cubicBezTo>
                    <a:pt x="16439" y="1429"/>
                    <a:pt x="16409" y="1421"/>
                    <a:pt x="16374" y="1421"/>
                  </a:cubicBezTo>
                  <a:cubicBezTo>
                    <a:pt x="16203" y="1421"/>
                    <a:pt x="15896" y="1621"/>
                    <a:pt x="15538" y="1954"/>
                  </a:cubicBezTo>
                  <a:cubicBezTo>
                    <a:pt x="15777" y="941"/>
                    <a:pt x="15777" y="62"/>
                    <a:pt x="15538" y="2"/>
                  </a:cubicBezTo>
                  <a:cubicBezTo>
                    <a:pt x="15532" y="1"/>
                    <a:pt x="15526" y="0"/>
                    <a:pt x="15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77"/>
            <p:cNvSpPr/>
            <p:nvPr/>
          </p:nvSpPr>
          <p:spPr>
            <a:xfrm>
              <a:off x="7081188" y="1192286"/>
              <a:ext cx="99027" cy="48727"/>
            </a:xfrm>
            <a:custGeom>
              <a:avLst/>
              <a:gdLst/>
              <a:ahLst/>
              <a:cxnLst/>
              <a:rect l="l" t="t" r="r" b="b"/>
              <a:pathLst>
                <a:path w="2518" h="1239" extrusionOk="0">
                  <a:moveTo>
                    <a:pt x="1426" y="1"/>
                  </a:moveTo>
                  <a:cubicBezTo>
                    <a:pt x="1096" y="1"/>
                    <a:pt x="763" y="82"/>
                    <a:pt x="462" y="238"/>
                  </a:cubicBezTo>
                  <a:cubicBezTo>
                    <a:pt x="119" y="431"/>
                    <a:pt x="0" y="714"/>
                    <a:pt x="134" y="968"/>
                  </a:cubicBezTo>
                  <a:cubicBezTo>
                    <a:pt x="237" y="1141"/>
                    <a:pt x="409" y="1238"/>
                    <a:pt x="638" y="1238"/>
                  </a:cubicBezTo>
                  <a:cubicBezTo>
                    <a:pt x="742" y="1238"/>
                    <a:pt x="858" y="1218"/>
                    <a:pt x="984" y="1176"/>
                  </a:cubicBezTo>
                  <a:cubicBezTo>
                    <a:pt x="1326" y="1072"/>
                    <a:pt x="1639" y="908"/>
                    <a:pt x="2026" y="908"/>
                  </a:cubicBezTo>
                  <a:cubicBezTo>
                    <a:pt x="2045" y="910"/>
                    <a:pt x="2064" y="912"/>
                    <a:pt x="2083" y="912"/>
                  </a:cubicBezTo>
                  <a:cubicBezTo>
                    <a:pt x="2282" y="912"/>
                    <a:pt x="2447" y="770"/>
                    <a:pt x="2488" y="565"/>
                  </a:cubicBezTo>
                  <a:cubicBezTo>
                    <a:pt x="2518" y="312"/>
                    <a:pt x="2324" y="178"/>
                    <a:pt x="2086" y="103"/>
                  </a:cubicBezTo>
                  <a:cubicBezTo>
                    <a:pt x="1982" y="74"/>
                    <a:pt x="1877" y="44"/>
                    <a:pt x="1758" y="29"/>
                  </a:cubicBezTo>
                  <a:cubicBezTo>
                    <a:pt x="1649" y="10"/>
                    <a:pt x="1538" y="1"/>
                    <a:pt x="14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77"/>
            <p:cNvSpPr/>
            <p:nvPr/>
          </p:nvSpPr>
          <p:spPr>
            <a:xfrm>
              <a:off x="7034901" y="1232635"/>
              <a:ext cx="32838" cy="32327"/>
            </a:xfrm>
            <a:custGeom>
              <a:avLst/>
              <a:gdLst/>
              <a:ahLst/>
              <a:cxnLst/>
              <a:rect l="l" t="t" r="r" b="b"/>
              <a:pathLst>
                <a:path w="835" h="822" extrusionOk="0">
                  <a:moveTo>
                    <a:pt x="559" y="0"/>
                  </a:moveTo>
                  <a:cubicBezTo>
                    <a:pt x="552" y="0"/>
                    <a:pt x="544" y="0"/>
                    <a:pt x="537" y="1"/>
                  </a:cubicBezTo>
                  <a:cubicBezTo>
                    <a:pt x="254" y="16"/>
                    <a:pt x="30" y="239"/>
                    <a:pt x="0" y="523"/>
                  </a:cubicBezTo>
                  <a:cubicBezTo>
                    <a:pt x="0" y="679"/>
                    <a:pt x="136" y="822"/>
                    <a:pt x="303" y="822"/>
                  </a:cubicBezTo>
                  <a:cubicBezTo>
                    <a:pt x="312" y="822"/>
                    <a:pt x="320" y="821"/>
                    <a:pt x="328" y="820"/>
                  </a:cubicBezTo>
                  <a:cubicBezTo>
                    <a:pt x="596" y="791"/>
                    <a:pt x="820" y="582"/>
                    <a:pt x="835" y="299"/>
                  </a:cubicBezTo>
                  <a:cubicBezTo>
                    <a:pt x="835" y="143"/>
                    <a:pt x="713" y="0"/>
                    <a:pt x="5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77"/>
            <p:cNvSpPr/>
            <p:nvPr/>
          </p:nvSpPr>
          <p:spPr>
            <a:xfrm>
              <a:off x="7302045" y="1380816"/>
              <a:ext cx="230892" cy="58677"/>
            </a:xfrm>
            <a:custGeom>
              <a:avLst/>
              <a:gdLst/>
              <a:ahLst/>
              <a:cxnLst/>
              <a:rect l="l" t="t" r="r" b="b"/>
              <a:pathLst>
                <a:path w="5871" h="1492" extrusionOk="0">
                  <a:moveTo>
                    <a:pt x="2663" y="1"/>
                  </a:moveTo>
                  <a:cubicBezTo>
                    <a:pt x="1875" y="1"/>
                    <a:pt x="1089" y="122"/>
                    <a:pt x="343" y="390"/>
                  </a:cubicBezTo>
                  <a:cubicBezTo>
                    <a:pt x="1" y="524"/>
                    <a:pt x="75" y="1030"/>
                    <a:pt x="433" y="1060"/>
                  </a:cubicBezTo>
                  <a:lnTo>
                    <a:pt x="5379" y="1492"/>
                  </a:lnTo>
                  <a:lnTo>
                    <a:pt x="5408" y="1492"/>
                  </a:lnTo>
                  <a:cubicBezTo>
                    <a:pt x="5736" y="1477"/>
                    <a:pt x="5870" y="1045"/>
                    <a:pt x="5587" y="851"/>
                  </a:cubicBezTo>
                  <a:cubicBezTo>
                    <a:pt x="4753" y="315"/>
                    <a:pt x="3785" y="17"/>
                    <a:pt x="2801" y="2"/>
                  </a:cubicBezTo>
                  <a:cubicBezTo>
                    <a:pt x="2755" y="1"/>
                    <a:pt x="2709" y="1"/>
                    <a:pt x="26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77"/>
            <p:cNvSpPr/>
            <p:nvPr/>
          </p:nvSpPr>
          <p:spPr>
            <a:xfrm>
              <a:off x="6951136" y="1375861"/>
              <a:ext cx="232032" cy="52502"/>
            </a:xfrm>
            <a:custGeom>
              <a:avLst/>
              <a:gdLst/>
              <a:ahLst/>
              <a:cxnLst/>
              <a:rect l="l" t="t" r="r" b="b"/>
              <a:pathLst>
                <a:path w="5900" h="1335" extrusionOk="0">
                  <a:moveTo>
                    <a:pt x="2857" y="0"/>
                  </a:moveTo>
                  <a:cubicBezTo>
                    <a:pt x="1960" y="0"/>
                    <a:pt x="1075" y="237"/>
                    <a:pt x="298" y="679"/>
                  </a:cubicBezTo>
                  <a:cubicBezTo>
                    <a:pt x="0" y="858"/>
                    <a:pt x="119" y="1320"/>
                    <a:pt x="462" y="1335"/>
                  </a:cubicBezTo>
                  <a:lnTo>
                    <a:pt x="492" y="1335"/>
                  </a:lnTo>
                  <a:lnTo>
                    <a:pt x="5438" y="1186"/>
                  </a:lnTo>
                  <a:cubicBezTo>
                    <a:pt x="5810" y="1171"/>
                    <a:pt x="5899" y="679"/>
                    <a:pt x="5572" y="530"/>
                  </a:cubicBezTo>
                  <a:cubicBezTo>
                    <a:pt x="4812" y="203"/>
                    <a:pt x="3978" y="24"/>
                    <a:pt x="3158" y="9"/>
                  </a:cubicBezTo>
                  <a:cubicBezTo>
                    <a:pt x="3058" y="3"/>
                    <a:pt x="2957" y="0"/>
                    <a:pt x="28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77"/>
            <p:cNvSpPr/>
            <p:nvPr/>
          </p:nvSpPr>
          <p:spPr>
            <a:xfrm>
              <a:off x="7344753" y="1539026"/>
              <a:ext cx="93835" cy="79756"/>
            </a:xfrm>
            <a:custGeom>
              <a:avLst/>
              <a:gdLst/>
              <a:ahLst/>
              <a:cxnLst/>
              <a:rect l="l" t="t" r="r" b="b"/>
              <a:pathLst>
                <a:path w="2386" h="2028" extrusionOk="0">
                  <a:moveTo>
                    <a:pt x="1036" y="0"/>
                  </a:moveTo>
                  <a:cubicBezTo>
                    <a:pt x="508" y="0"/>
                    <a:pt x="61" y="422"/>
                    <a:pt x="32" y="970"/>
                  </a:cubicBezTo>
                  <a:cubicBezTo>
                    <a:pt x="1" y="1593"/>
                    <a:pt x="512" y="2027"/>
                    <a:pt x="1051" y="2027"/>
                  </a:cubicBezTo>
                  <a:cubicBezTo>
                    <a:pt x="1286" y="2027"/>
                    <a:pt x="1527" y="1945"/>
                    <a:pt x="1730" y="1759"/>
                  </a:cubicBezTo>
                  <a:cubicBezTo>
                    <a:pt x="2386" y="1164"/>
                    <a:pt x="1998" y="46"/>
                    <a:pt x="1090" y="2"/>
                  </a:cubicBezTo>
                  <a:cubicBezTo>
                    <a:pt x="1072" y="1"/>
                    <a:pt x="1054" y="0"/>
                    <a:pt x="1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77"/>
            <p:cNvSpPr/>
            <p:nvPr/>
          </p:nvSpPr>
          <p:spPr>
            <a:xfrm>
              <a:off x="7032502" y="1537256"/>
              <a:ext cx="93835" cy="79363"/>
            </a:xfrm>
            <a:custGeom>
              <a:avLst/>
              <a:gdLst/>
              <a:ahLst/>
              <a:cxnLst/>
              <a:rect l="l" t="t" r="r" b="b"/>
              <a:pathLst>
                <a:path w="2386" h="2018" extrusionOk="0">
                  <a:moveTo>
                    <a:pt x="1034" y="0"/>
                  </a:moveTo>
                  <a:cubicBezTo>
                    <a:pt x="506" y="0"/>
                    <a:pt x="60" y="408"/>
                    <a:pt x="32" y="940"/>
                  </a:cubicBezTo>
                  <a:cubicBezTo>
                    <a:pt x="0" y="1578"/>
                    <a:pt x="511" y="2017"/>
                    <a:pt x="1051" y="2017"/>
                  </a:cubicBezTo>
                  <a:cubicBezTo>
                    <a:pt x="1280" y="2017"/>
                    <a:pt x="1515" y="1938"/>
                    <a:pt x="1715" y="1760"/>
                  </a:cubicBezTo>
                  <a:cubicBezTo>
                    <a:pt x="2385" y="1149"/>
                    <a:pt x="1983" y="32"/>
                    <a:pt x="1089" y="2"/>
                  </a:cubicBezTo>
                  <a:cubicBezTo>
                    <a:pt x="1071" y="1"/>
                    <a:pt x="1052" y="0"/>
                    <a:pt x="10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77"/>
            <p:cNvSpPr/>
            <p:nvPr/>
          </p:nvSpPr>
          <p:spPr>
            <a:xfrm>
              <a:off x="7114576" y="1494548"/>
              <a:ext cx="178154" cy="235100"/>
            </a:xfrm>
            <a:custGeom>
              <a:avLst/>
              <a:gdLst/>
              <a:ahLst/>
              <a:cxnLst/>
              <a:rect l="l" t="t" r="r" b="b"/>
              <a:pathLst>
                <a:path w="4530" h="5978" extrusionOk="0">
                  <a:moveTo>
                    <a:pt x="3067" y="0"/>
                  </a:moveTo>
                  <a:cubicBezTo>
                    <a:pt x="2775" y="0"/>
                    <a:pt x="2481" y="164"/>
                    <a:pt x="2280" y="492"/>
                  </a:cubicBezTo>
                  <a:cubicBezTo>
                    <a:pt x="2146" y="715"/>
                    <a:pt x="2041" y="969"/>
                    <a:pt x="1997" y="1237"/>
                  </a:cubicBezTo>
                  <a:cubicBezTo>
                    <a:pt x="1952" y="1535"/>
                    <a:pt x="1907" y="1803"/>
                    <a:pt x="1863" y="2086"/>
                  </a:cubicBezTo>
                  <a:cubicBezTo>
                    <a:pt x="1758" y="2831"/>
                    <a:pt x="1446" y="3442"/>
                    <a:pt x="760" y="3814"/>
                  </a:cubicBezTo>
                  <a:cubicBezTo>
                    <a:pt x="671" y="3859"/>
                    <a:pt x="581" y="3903"/>
                    <a:pt x="507" y="3978"/>
                  </a:cubicBezTo>
                  <a:cubicBezTo>
                    <a:pt x="45" y="4321"/>
                    <a:pt x="0" y="4768"/>
                    <a:pt x="418" y="5170"/>
                  </a:cubicBezTo>
                  <a:cubicBezTo>
                    <a:pt x="522" y="5274"/>
                    <a:pt x="641" y="5363"/>
                    <a:pt x="790" y="5438"/>
                  </a:cubicBezTo>
                  <a:cubicBezTo>
                    <a:pt x="1446" y="5751"/>
                    <a:pt x="2146" y="5930"/>
                    <a:pt x="2876" y="5974"/>
                  </a:cubicBezTo>
                  <a:cubicBezTo>
                    <a:pt x="2908" y="5976"/>
                    <a:pt x="2940" y="5977"/>
                    <a:pt x="2972" y="5977"/>
                  </a:cubicBezTo>
                  <a:cubicBezTo>
                    <a:pt x="3589" y="5977"/>
                    <a:pt x="4135" y="5571"/>
                    <a:pt x="4291" y="4976"/>
                  </a:cubicBezTo>
                  <a:cubicBezTo>
                    <a:pt x="4365" y="4768"/>
                    <a:pt x="4410" y="4544"/>
                    <a:pt x="4440" y="4335"/>
                  </a:cubicBezTo>
                  <a:cubicBezTo>
                    <a:pt x="4529" y="3635"/>
                    <a:pt x="4514" y="2920"/>
                    <a:pt x="4395" y="2220"/>
                  </a:cubicBezTo>
                  <a:cubicBezTo>
                    <a:pt x="4321" y="1609"/>
                    <a:pt x="4142" y="1028"/>
                    <a:pt x="3844" y="492"/>
                  </a:cubicBezTo>
                  <a:cubicBezTo>
                    <a:pt x="3650" y="164"/>
                    <a:pt x="3360" y="0"/>
                    <a:pt x="3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77"/>
            <p:cNvSpPr/>
            <p:nvPr/>
          </p:nvSpPr>
          <p:spPr>
            <a:xfrm>
              <a:off x="7137110" y="1770028"/>
              <a:ext cx="176227" cy="104179"/>
            </a:xfrm>
            <a:custGeom>
              <a:avLst/>
              <a:gdLst/>
              <a:ahLst/>
              <a:cxnLst/>
              <a:rect l="l" t="t" r="r" b="b"/>
              <a:pathLst>
                <a:path w="4481" h="2649" extrusionOk="0">
                  <a:moveTo>
                    <a:pt x="383" y="1"/>
                  </a:moveTo>
                  <a:cubicBezTo>
                    <a:pt x="193" y="1"/>
                    <a:pt x="1" y="135"/>
                    <a:pt x="23" y="399"/>
                  </a:cubicBezTo>
                  <a:cubicBezTo>
                    <a:pt x="23" y="1532"/>
                    <a:pt x="858" y="2500"/>
                    <a:pt x="1990" y="2634"/>
                  </a:cubicBezTo>
                  <a:cubicBezTo>
                    <a:pt x="2124" y="2649"/>
                    <a:pt x="2243" y="2649"/>
                    <a:pt x="2362" y="2649"/>
                  </a:cubicBezTo>
                  <a:cubicBezTo>
                    <a:pt x="3182" y="2589"/>
                    <a:pt x="4105" y="2068"/>
                    <a:pt x="4463" y="653"/>
                  </a:cubicBezTo>
                  <a:cubicBezTo>
                    <a:pt x="4481" y="411"/>
                    <a:pt x="4289" y="266"/>
                    <a:pt x="4095" y="266"/>
                  </a:cubicBezTo>
                  <a:cubicBezTo>
                    <a:pt x="3965" y="266"/>
                    <a:pt x="3834" y="331"/>
                    <a:pt x="3763" y="474"/>
                  </a:cubicBezTo>
                  <a:cubicBezTo>
                    <a:pt x="3490" y="1536"/>
                    <a:pt x="2832" y="1914"/>
                    <a:pt x="2243" y="1914"/>
                  </a:cubicBezTo>
                  <a:cubicBezTo>
                    <a:pt x="2187" y="1914"/>
                    <a:pt x="2133" y="1910"/>
                    <a:pt x="2079" y="1904"/>
                  </a:cubicBezTo>
                  <a:cubicBezTo>
                    <a:pt x="1319" y="1815"/>
                    <a:pt x="738" y="1159"/>
                    <a:pt x="738" y="384"/>
                  </a:cubicBezTo>
                  <a:cubicBezTo>
                    <a:pt x="753" y="127"/>
                    <a:pt x="569" y="1"/>
                    <a:pt x="3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77"/>
            <p:cNvSpPr/>
            <p:nvPr/>
          </p:nvSpPr>
          <p:spPr>
            <a:xfrm>
              <a:off x="7364731" y="1652600"/>
              <a:ext cx="207807" cy="176069"/>
            </a:xfrm>
            <a:custGeom>
              <a:avLst/>
              <a:gdLst/>
              <a:ahLst/>
              <a:cxnLst/>
              <a:rect l="l" t="t" r="r" b="b"/>
              <a:pathLst>
                <a:path w="5284" h="4477" extrusionOk="0">
                  <a:moveTo>
                    <a:pt x="2944" y="1"/>
                  </a:moveTo>
                  <a:cubicBezTo>
                    <a:pt x="2907" y="1"/>
                    <a:pt x="2869" y="2"/>
                    <a:pt x="2831" y="4"/>
                  </a:cubicBezTo>
                  <a:cubicBezTo>
                    <a:pt x="850" y="123"/>
                    <a:pt x="1" y="2596"/>
                    <a:pt x="1490" y="3907"/>
                  </a:cubicBezTo>
                  <a:cubicBezTo>
                    <a:pt x="1933" y="4301"/>
                    <a:pt x="2452" y="4477"/>
                    <a:pt x="2958" y="4477"/>
                  </a:cubicBezTo>
                  <a:cubicBezTo>
                    <a:pt x="4154" y="4477"/>
                    <a:pt x="5284" y="3496"/>
                    <a:pt x="5200" y="2104"/>
                  </a:cubicBezTo>
                  <a:cubicBezTo>
                    <a:pt x="5128" y="906"/>
                    <a:pt x="4132" y="1"/>
                    <a:pt x="29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77"/>
            <p:cNvSpPr/>
            <p:nvPr/>
          </p:nvSpPr>
          <p:spPr>
            <a:xfrm>
              <a:off x="7210061" y="952632"/>
              <a:ext cx="188103" cy="230852"/>
            </a:xfrm>
            <a:custGeom>
              <a:avLst/>
              <a:gdLst/>
              <a:ahLst/>
              <a:cxnLst/>
              <a:rect l="l" t="t" r="r" b="b"/>
              <a:pathLst>
                <a:path w="4783" h="5870" extrusionOk="0">
                  <a:moveTo>
                    <a:pt x="2369" y="1639"/>
                  </a:moveTo>
                  <a:cubicBezTo>
                    <a:pt x="2265" y="1311"/>
                    <a:pt x="2101" y="1013"/>
                    <a:pt x="1893" y="745"/>
                  </a:cubicBezTo>
                  <a:cubicBezTo>
                    <a:pt x="1684" y="462"/>
                    <a:pt x="1386" y="253"/>
                    <a:pt x="1058" y="149"/>
                  </a:cubicBezTo>
                  <a:cubicBezTo>
                    <a:pt x="463" y="0"/>
                    <a:pt x="1" y="447"/>
                    <a:pt x="194" y="1058"/>
                  </a:cubicBezTo>
                  <a:cubicBezTo>
                    <a:pt x="254" y="1222"/>
                    <a:pt x="358" y="1386"/>
                    <a:pt x="477" y="1520"/>
                  </a:cubicBezTo>
                  <a:cubicBezTo>
                    <a:pt x="939" y="2026"/>
                    <a:pt x="1759" y="2399"/>
                    <a:pt x="2369" y="2711"/>
                  </a:cubicBezTo>
                  <a:cubicBezTo>
                    <a:pt x="2489" y="3590"/>
                    <a:pt x="2474" y="4484"/>
                    <a:pt x="2340" y="5363"/>
                  </a:cubicBezTo>
                  <a:cubicBezTo>
                    <a:pt x="2310" y="5512"/>
                    <a:pt x="2220" y="5795"/>
                    <a:pt x="2414" y="5825"/>
                  </a:cubicBezTo>
                  <a:cubicBezTo>
                    <a:pt x="2608" y="5870"/>
                    <a:pt x="2638" y="5363"/>
                    <a:pt x="2667" y="5080"/>
                  </a:cubicBezTo>
                  <a:cubicBezTo>
                    <a:pt x="2742" y="4276"/>
                    <a:pt x="2727" y="3471"/>
                    <a:pt x="2608" y="2667"/>
                  </a:cubicBezTo>
                  <a:cubicBezTo>
                    <a:pt x="3129" y="2592"/>
                    <a:pt x="3621" y="2384"/>
                    <a:pt x="4038" y="2041"/>
                  </a:cubicBezTo>
                  <a:cubicBezTo>
                    <a:pt x="4351" y="1803"/>
                    <a:pt x="4723" y="1445"/>
                    <a:pt x="4753" y="968"/>
                  </a:cubicBezTo>
                  <a:cubicBezTo>
                    <a:pt x="4783" y="656"/>
                    <a:pt x="4545" y="358"/>
                    <a:pt x="4217" y="313"/>
                  </a:cubicBezTo>
                  <a:cubicBezTo>
                    <a:pt x="3323" y="149"/>
                    <a:pt x="2578" y="879"/>
                    <a:pt x="2369" y="163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77"/>
            <p:cNvSpPr/>
            <p:nvPr/>
          </p:nvSpPr>
          <p:spPr>
            <a:xfrm>
              <a:off x="6467185" y="1948570"/>
              <a:ext cx="223262" cy="1044106"/>
            </a:xfrm>
            <a:custGeom>
              <a:avLst/>
              <a:gdLst/>
              <a:ahLst/>
              <a:cxnLst/>
              <a:rect l="l" t="t" r="r" b="b"/>
              <a:pathLst>
                <a:path w="5677" h="26549" extrusionOk="0">
                  <a:moveTo>
                    <a:pt x="5036" y="46"/>
                  </a:moveTo>
                  <a:cubicBezTo>
                    <a:pt x="5274" y="1"/>
                    <a:pt x="5528" y="135"/>
                    <a:pt x="5617" y="373"/>
                  </a:cubicBezTo>
                  <a:cubicBezTo>
                    <a:pt x="5677" y="716"/>
                    <a:pt x="5245" y="1342"/>
                    <a:pt x="5066" y="1803"/>
                  </a:cubicBezTo>
                  <a:cubicBezTo>
                    <a:pt x="3800" y="5126"/>
                    <a:pt x="3099" y="8761"/>
                    <a:pt x="2429" y="12768"/>
                  </a:cubicBezTo>
                  <a:cubicBezTo>
                    <a:pt x="1893" y="16090"/>
                    <a:pt x="1550" y="19517"/>
                    <a:pt x="1267" y="23271"/>
                  </a:cubicBezTo>
                  <a:cubicBezTo>
                    <a:pt x="1222" y="23762"/>
                    <a:pt x="1222" y="24254"/>
                    <a:pt x="1178" y="25148"/>
                  </a:cubicBezTo>
                  <a:cubicBezTo>
                    <a:pt x="1163" y="25654"/>
                    <a:pt x="1178" y="26444"/>
                    <a:pt x="686" y="26489"/>
                  </a:cubicBezTo>
                  <a:cubicBezTo>
                    <a:pt x="1" y="26548"/>
                    <a:pt x="75" y="25803"/>
                    <a:pt x="90" y="25148"/>
                  </a:cubicBezTo>
                  <a:cubicBezTo>
                    <a:pt x="120" y="24373"/>
                    <a:pt x="150" y="23524"/>
                    <a:pt x="179" y="23226"/>
                  </a:cubicBezTo>
                  <a:cubicBezTo>
                    <a:pt x="552" y="18116"/>
                    <a:pt x="1088" y="13647"/>
                    <a:pt x="1982" y="9044"/>
                  </a:cubicBezTo>
                  <a:cubicBezTo>
                    <a:pt x="2503" y="6288"/>
                    <a:pt x="3174" y="3695"/>
                    <a:pt x="4202" y="1297"/>
                  </a:cubicBezTo>
                  <a:cubicBezTo>
                    <a:pt x="4381" y="865"/>
                    <a:pt x="4664" y="135"/>
                    <a:pt x="5036" y="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77"/>
            <p:cNvSpPr/>
            <p:nvPr/>
          </p:nvSpPr>
          <p:spPr>
            <a:xfrm>
              <a:off x="6572659" y="2529773"/>
              <a:ext cx="196873" cy="485144"/>
            </a:xfrm>
            <a:custGeom>
              <a:avLst/>
              <a:gdLst/>
              <a:ahLst/>
              <a:cxnLst/>
              <a:rect l="l" t="t" r="r" b="b"/>
              <a:pathLst>
                <a:path w="5006" h="12336" extrusionOk="0">
                  <a:moveTo>
                    <a:pt x="4395" y="90"/>
                  </a:moveTo>
                  <a:cubicBezTo>
                    <a:pt x="4663" y="0"/>
                    <a:pt x="4931" y="179"/>
                    <a:pt x="4991" y="462"/>
                  </a:cubicBezTo>
                  <a:cubicBezTo>
                    <a:pt x="5006" y="656"/>
                    <a:pt x="4767" y="954"/>
                    <a:pt x="4648" y="1162"/>
                  </a:cubicBezTo>
                  <a:cubicBezTo>
                    <a:pt x="3784" y="2682"/>
                    <a:pt x="3203" y="4350"/>
                    <a:pt x="2607" y="6153"/>
                  </a:cubicBezTo>
                  <a:cubicBezTo>
                    <a:pt x="2056" y="7702"/>
                    <a:pt x="1639" y="9296"/>
                    <a:pt x="1341" y="10920"/>
                  </a:cubicBezTo>
                  <a:cubicBezTo>
                    <a:pt x="1267" y="11412"/>
                    <a:pt x="1237" y="12261"/>
                    <a:pt x="715" y="12291"/>
                  </a:cubicBezTo>
                  <a:cubicBezTo>
                    <a:pt x="0" y="12335"/>
                    <a:pt x="164" y="11501"/>
                    <a:pt x="253" y="10875"/>
                  </a:cubicBezTo>
                  <a:cubicBezTo>
                    <a:pt x="551" y="9147"/>
                    <a:pt x="983" y="7464"/>
                    <a:pt x="1564" y="5810"/>
                  </a:cubicBezTo>
                  <a:cubicBezTo>
                    <a:pt x="2071" y="4276"/>
                    <a:pt x="2697" y="2771"/>
                    <a:pt x="3442" y="1341"/>
                  </a:cubicBezTo>
                  <a:cubicBezTo>
                    <a:pt x="3650" y="924"/>
                    <a:pt x="3948" y="164"/>
                    <a:pt x="4395" y="9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77"/>
            <p:cNvSpPr/>
            <p:nvPr/>
          </p:nvSpPr>
          <p:spPr>
            <a:xfrm>
              <a:off x="6156114" y="2553801"/>
              <a:ext cx="175794" cy="448805"/>
            </a:xfrm>
            <a:custGeom>
              <a:avLst/>
              <a:gdLst/>
              <a:ahLst/>
              <a:cxnLst/>
              <a:rect l="l" t="t" r="r" b="b"/>
              <a:pathLst>
                <a:path w="4470" h="11412" extrusionOk="0">
                  <a:moveTo>
                    <a:pt x="536" y="179"/>
                  </a:moveTo>
                  <a:cubicBezTo>
                    <a:pt x="1117" y="0"/>
                    <a:pt x="1237" y="715"/>
                    <a:pt x="1460" y="1266"/>
                  </a:cubicBezTo>
                  <a:cubicBezTo>
                    <a:pt x="2413" y="3650"/>
                    <a:pt x="3218" y="6108"/>
                    <a:pt x="3844" y="8596"/>
                  </a:cubicBezTo>
                  <a:cubicBezTo>
                    <a:pt x="3948" y="9013"/>
                    <a:pt x="4067" y="9564"/>
                    <a:pt x="4216" y="10145"/>
                  </a:cubicBezTo>
                  <a:cubicBezTo>
                    <a:pt x="4380" y="10771"/>
                    <a:pt x="4469" y="11382"/>
                    <a:pt x="3873" y="11397"/>
                  </a:cubicBezTo>
                  <a:cubicBezTo>
                    <a:pt x="3397" y="11412"/>
                    <a:pt x="3322" y="10860"/>
                    <a:pt x="3173" y="10264"/>
                  </a:cubicBezTo>
                  <a:cubicBezTo>
                    <a:pt x="2399" y="7196"/>
                    <a:pt x="1475" y="4171"/>
                    <a:pt x="402" y="1192"/>
                  </a:cubicBezTo>
                  <a:cubicBezTo>
                    <a:pt x="283" y="834"/>
                    <a:pt x="0" y="343"/>
                    <a:pt x="536" y="1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77"/>
            <p:cNvSpPr/>
            <p:nvPr/>
          </p:nvSpPr>
          <p:spPr>
            <a:xfrm>
              <a:off x="6439067" y="1646269"/>
              <a:ext cx="672068" cy="721266"/>
            </a:xfrm>
            <a:custGeom>
              <a:avLst/>
              <a:gdLst/>
              <a:ahLst/>
              <a:cxnLst/>
              <a:rect l="l" t="t" r="r" b="b"/>
              <a:pathLst>
                <a:path w="17089" h="18340" extrusionOk="0">
                  <a:moveTo>
                    <a:pt x="16745" y="7390"/>
                  </a:moveTo>
                  <a:lnTo>
                    <a:pt x="16731" y="7390"/>
                  </a:lnTo>
                  <a:cubicBezTo>
                    <a:pt x="16328" y="7390"/>
                    <a:pt x="16313" y="6794"/>
                    <a:pt x="16671" y="6734"/>
                  </a:cubicBezTo>
                  <a:cubicBezTo>
                    <a:pt x="16567" y="5915"/>
                    <a:pt x="16388" y="5126"/>
                    <a:pt x="16135" y="4351"/>
                  </a:cubicBezTo>
                  <a:cubicBezTo>
                    <a:pt x="15151" y="4559"/>
                    <a:pt x="14302" y="4798"/>
                    <a:pt x="13155" y="4977"/>
                  </a:cubicBezTo>
                  <a:cubicBezTo>
                    <a:pt x="12336" y="5111"/>
                    <a:pt x="10354" y="5423"/>
                    <a:pt x="10354" y="4440"/>
                  </a:cubicBezTo>
                  <a:cubicBezTo>
                    <a:pt x="10354" y="3666"/>
                    <a:pt x="11874" y="3427"/>
                    <a:pt x="12574" y="3263"/>
                  </a:cubicBezTo>
                  <a:cubicBezTo>
                    <a:pt x="13587" y="3025"/>
                    <a:pt x="14421" y="2861"/>
                    <a:pt x="15360" y="2667"/>
                  </a:cubicBezTo>
                  <a:cubicBezTo>
                    <a:pt x="14913" y="1967"/>
                    <a:pt x="14407" y="1282"/>
                    <a:pt x="13706" y="775"/>
                  </a:cubicBezTo>
                  <a:cubicBezTo>
                    <a:pt x="13587" y="835"/>
                    <a:pt x="13453" y="895"/>
                    <a:pt x="13319" y="939"/>
                  </a:cubicBezTo>
                  <a:cubicBezTo>
                    <a:pt x="13036" y="924"/>
                    <a:pt x="12887" y="612"/>
                    <a:pt x="13051" y="388"/>
                  </a:cubicBezTo>
                  <a:cubicBezTo>
                    <a:pt x="12395" y="105"/>
                    <a:pt x="11665" y="1"/>
                    <a:pt x="10965" y="90"/>
                  </a:cubicBezTo>
                  <a:cubicBezTo>
                    <a:pt x="9326" y="254"/>
                    <a:pt x="8239" y="1371"/>
                    <a:pt x="7509" y="2563"/>
                  </a:cubicBezTo>
                  <a:cubicBezTo>
                    <a:pt x="7673" y="2801"/>
                    <a:pt x="7628" y="3159"/>
                    <a:pt x="7285" y="3159"/>
                  </a:cubicBezTo>
                  <a:cubicBezTo>
                    <a:pt x="7241" y="3159"/>
                    <a:pt x="7211" y="3159"/>
                    <a:pt x="7181" y="3144"/>
                  </a:cubicBezTo>
                  <a:lnTo>
                    <a:pt x="7107" y="3263"/>
                  </a:lnTo>
                  <a:cubicBezTo>
                    <a:pt x="3904" y="2072"/>
                    <a:pt x="328" y="3085"/>
                    <a:pt x="30" y="6228"/>
                  </a:cubicBezTo>
                  <a:cubicBezTo>
                    <a:pt x="15" y="6481"/>
                    <a:pt x="1" y="6720"/>
                    <a:pt x="15" y="6958"/>
                  </a:cubicBezTo>
                  <a:cubicBezTo>
                    <a:pt x="30" y="6958"/>
                    <a:pt x="45" y="6958"/>
                    <a:pt x="75" y="6958"/>
                  </a:cubicBezTo>
                  <a:cubicBezTo>
                    <a:pt x="462" y="6958"/>
                    <a:pt x="120" y="7658"/>
                    <a:pt x="75" y="7673"/>
                  </a:cubicBezTo>
                  <a:cubicBezTo>
                    <a:pt x="224" y="8477"/>
                    <a:pt x="492" y="9252"/>
                    <a:pt x="909" y="9952"/>
                  </a:cubicBezTo>
                  <a:cubicBezTo>
                    <a:pt x="1788" y="9193"/>
                    <a:pt x="2548" y="8284"/>
                    <a:pt x="3457" y="7494"/>
                  </a:cubicBezTo>
                  <a:cubicBezTo>
                    <a:pt x="3829" y="7166"/>
                    <a:pt x="4872" y="6422"/>
                    <a:pt x="5006" y="7360"/>
                  </a:cubicBezTo>
                  <a:cubicBezTo>
                    <a:pt x="5081" y="7852"/>
                    <a:pt x="4678" y="8209"/>
                    <a:pt x="4425" y="8537"/>
                  </a:cubicBezTo>
                  <a:cubicBezTo>
                    <a:pt x="3621" y="9550"/>
                    <a:pt x="2563" y="10414"/>
                    <a:pt x="1788" y="11174"/>
                  </a:cubicBezTo>
                  <a:cubicBezTo>
                    <a:pt x="2235" y="11695"/>
                    <a:pt x="2727" y="12187"/>
                    <a:pt x="3248" y="12649"/>
                  </a:cubicBezTo>
                  <a:cubicBezTo>
                    <a:pt x="3308" y="12559"/>
                    <a:pt x="3397" y="12515"/>
                    <a:pt x="3501" y="12515"/>
                  </a:cubicBezTo>
                  <a:cubicBezTo>
                    <a:pt x="3785" y="12530"/>
                    <a:pt x="3934" y="12857"/>
                    <a:pt x="3755" y="13081"/>
                  </a:cubicBezTo>
                  <a:cubicBezTo>
                    <a:pt x="4634" y="13781"/>
                    <a:pt x="5557" y="14392"/>
                    <a:pt x="6555" y="14898"/>
                  </a:cubicBezTo>
                  <a:cubicBezTo>
                    <a:pt x="6943" y="14049"/>
                    <a:pt x="7241" y="13230"/>
                    <a:pt x="7643" y="12261"/>
                  </a:cubicBezTo>
                  <a:cubicBezTo>
                    <a:pt x="7881" y="11680"/>
                    <a:pt x="8373" y="10057"/>
                    <a:pt x="9237" y="10131"/>
                  </a:cubicBezTo>
                  <a:cubicBezTo>
                    <a:pt x="10056" y="10206"/>
                    <a:pt x="9788" y="11353"/>
                    <a:pt x="9609" y="12008"/>
                  </a:cubicBezTo>
                  <a:cubicBezTo>
                    <a:pt x="9237" y="13319"/>
                    <a:pt x="8611" y="14690"/>
                    <a:pt x="8224" y="15777"/>
                  </a:cubicBezTo>
                  <a:cubicBezTo>
                    <a:pt x="8954" y="16105"/>
                    <a:pt x="9684" y="16418"/>
                    <a:pt x="10444" y="16716"/>
                  </a:cubicBezTo>
                  <a:cubicBezTo>
                    <a:pt x="10503" y="16626"/>
                    <a:pt x="10593" y="16567"/>
                    <a:pt x="10697" y="16582"/>
                  </a:cubicBezTo>
                  <a:cubicBezTo>
                    <a:pt x="10906" y="16582"/>
                    <a:pt x="11055" y="16746"/>
                    <a:pt x="11025" y="16954"/>
                  </a:cubicBezTo>
                  <a:cubicBezTo>
                    <a:pt x="12366" y="17461"/>
                    <a:pt x="13706" y="17922"/>
                    <a:pt x="15122" y="18340"/>
                  </a:cubicBezTo>
                  <a:cubicBezTo>
                    <a:pt x="15062" y="18131"/>
                    <a:pt x="15211" y="17908"/>
                    <a:pt x="15434" y="17908"/>
                  </a:cubicBezTo>
                  <a:cubicBezTo>
                    <a:pt x="15524" y="17908"/>
                    <a:pt x="15598" y="17937"/>
                    <a:pt x="15658" y="17997"/>
                  </a:cubicBezTo>
                  <a:cubicBezTo>
                    <a:pt x="16403" y="14958"/>
                    <a:pt x="17088" y="10950"/>
                    <a:pt x="16745" y="739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77"/>
            <p:cNvSpPr/>
            <p:nvPr/>
          </p:nvSpPr>
          <p:spPr>
            <a:xfrm>
              <a:off x="6439067" y="1661527"/>
              <a:ext cx="658578" cy="710097"/>
            </a:xfrm>
            <a:custGeom>
              <a:avLst/>
              <a:gdLst/>
              <a:ahLst/>
              <a:cxnLst/>
              <a:rect l="l" t="t" r="r" b="b"/>
              <a:pathLst>
                <a:path w="16746" h="18056" extrusionOk="0">
                  <a:moveTo>
                    <a:pt x="10786" y="7523"/>
                  </a:moveTo>
                  <a:cubicBezTo>
                    <a:pt x="10056" y="6317"/>
                    <a:pt x="9297" y="5125"/>
                    <a:pt x="8611" y="3873"/>
                  </a:cubicBezTo>
                  <a:cubicBezTo>
                    <a:pt x="10056" y="2518"/>
                    <a:pt x="11904" y="1415"/>
                    <a:pt x="13736" y="387"/>
                  </a:cubicBezTo>
                  <a:cubicBezTo>
                    <a:pt x="13528" y="238"/>
                    <a:pt x="13304" y="104"/>
                    <a:pt x="13066" y="0"/>
                  </a:cubicBezTo>
                  <a:cubicBezTo>
                    <a:pt x="11353" y="998"/>
                    <a:pt x="9565" y="2190"/>
                    <a:pt x="8224" y="3382"/>
                  </a:cubicBezTo>
                  <a:cubicBezTo>
                    <a:pt x="8001" y="2965"/>
                    <a:pt x="7762" y="2562"/>
                    <a:pt x="7494" y="2175"/>
                  </a:cubicBezTo>
                  <a:cubicBezTo>
                    <a:pt x="7375" y="2369"/>
                    <a:pt x="7271" y="2562"/>
                    <a:pt x="7166" y="2756"/>
                  </a:cubicBezTo>
                  <a:cubicBezTo>
                    <a:pt x="7375" y="3114"/>
                    <a:pt x="7583" y="3471"/>
                    <a:pt x="7762" y="3844"/>
                  </a:cubicBezTo>
                  <a:cubicBezTo>
                    <a:pt x="5840" y="4112"/>
                    <a:pt x="3948" y="4469"/>
                    <a:pt x="2369" y="5170"/>
                  </a:cubicBezTo>
                  <a:cubicBezTo>
                    <a:pt x="1535" y="5572"/>
                    <a:pt x="745" y="6034"/>
                    <a:pt x="1" y="6570"/>
                  </a:cubicBezTo>
                  <a:cubicBezTo>
                    <a:pt x="15" y="6808"/>
                    <a:pt x="30" y="7047"/>
                    <a:pt x="75" y="7285"/>
                  </a:cubicBezTo>
                  <a:cubicBezTo>
                    <a:pt x="909" y="6674"/>
                    <a:pt x="1803" y="6153"/>
                    <a:pt x="2742" y="5721"/>
                  </a:cubicBezTo>
                  <a:cubicBezTo>
                    <a:pt x="4336" y="5035"/>
                    <a:pt x="6094" y="4693"/>
                    <a:pt x="8105" y="4380"/>
                  </a:cubicBezTo>
                  <a:cubicBezTo>
                    <a:pt x="8403" y="4797"/>
                    <a:pt x="8671" y="5259"/>
                    <a:pt x="8939" y="5721"/>
                  </a:cubicBezTo>
                  <a:cubicBezTo>
                    <a:pt x="7017" y="7643"/>
                    <a:pt x="5185" y="9847"/>
                    <a:pt x="3457" y="11993"/>
                  </a:cubicBezTo>
                  <a:cubicBezTo>
                    <a:pt x="3397" y="12067"/>
                    <a:pt x="3323" y="12156"/>
                    <a:pt x="3248" y="12261"/>
                  </a:cubicBezTo>
                  <a:cubicBezTo>
                    <a:pt x="3412" y="12410"/>
                    <a:pt x="3576" y="12544"/>
                    <a:pt x="3755" y="12678"/>
                  </a:cubicBezTo>
                  <a:cubicBezTo>
                    <a:pt x="3799" y="12633"/>
                    <a:pt x="3829" y="12589"/>
                    <a:pt x="3829" y="12574"/>
                  </a:cubicBezTo>
                  <a:cubicBezTo>
                    <a:pt x="5617" y="10384"/>
                    <a:pt x="7330" y="8119"/>
                    <a:pt x="9312" y="6257"/>
                  </a:cubicBezTo>
                  <a:cubicBezTo>
                    <a:pt x="10056" y="7598"/>
                    <a:pt x="10786" y="8954"/>
                    <a:pt x="11531" y="10354"/>
                  </a:cubicBezTo>
                  <a:cubicBezTo>
                    <a:pt x="11680" y="10652"/>
                    <a:pt x="12231" y="11471"/>
                    <a:pt x="12246" y="11784"/>
                  </a:cubicBezTo>
                  <a:cubicBezTo>
                    <a:pt x="12246" y="11948"/>
                    <a:pt x="12053" y="12335"/>
                    <a:pt x="11948" y="12618"/>
                  </a:cubicBezTo>
                  <a:cubicBezTo>
                    <a:pt x="11844" y="12916"/>
                    <a:pt x="11695" y="13244"/>
                    <a:pt x="11621" y="13453"/>
                  </a:cubicBezTo>
                  <a:cubicBezTo>
                    <a:pt x="11218" y="14391"/>
                    <a:pt x="10816" y="15359"/>
                    <a:pt x="10444" y="16313"/>
                  </a:cubicBezTo>
                  <a:lnTo>
                    <a:pt x="11040" y="16536"/>
                  </a:lnTo>
                  <a:cubicBezTo>
                    <a:pt x="11531" y="15181"/>
                    <a:pt x="12112" y="13825"/>
                    <a:pt x="12619" y="12574"/>
                  </a:cubicBezTo>
                  <a:cubicBezTo>
                    <a:pt x="13498" y="14287"/>
                    <a:pt x="14317" y="16104"/>
                    <a:pt x="15122" y="17937"/>
                  </a:cubicBezTo>
                  <a:lnTo>
                    <a:pt x="15554" y="18056"/>
                  </a:lnTo>
                  <a:cubicBezTo>
                    <a:pt x="15583" y="17907"/>
                    <a:pt x="15628" y="17758"/>
                    <a:pt x="15658" y="17594"/>
                  </a:cubicBezTo>
                  <a:cubicBezTo>
                    <a:pt x="14198" y="14302"/>
                    <a:pt x="12708" y="11084"/>
                    <a:pt x="11069" y="8060"/>
                  </a:cubicBezTo>
                  <a:cubicBezTo>
                    <a:pt x="12753" y="7523"/>
                    <a:pt x="14779" y="7285"/>
                    <a:pt x="16745" y="7002"/>
                  </a:cubicBezTo>
                  <a:cubicBezTo>
                    <a:pt x="16716" y="6778"/>
                    <a:pt x="16701" y="6555"/>
                    <a:pt x="16671" y="6346"/>
                  </a:cubicBezTo>
                  <a:cubicBezTo>
                    <a:pt x="14570" y="6674"/>
                    <a:pt x="12544" y="6972"/>
                    <a:pt x="10786" y="75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77"/>
            <p:cNvSpPr/>
            <p:nvPr/>
          </p:nvSpPr>
          <p:spPr>
            <a:xfrm>
              <a:off x="5943437" y="2327636"/>
              <a:ext cx="441766" cy="452345"/>
            </a:xfrm>
            <a:custGeom>
              <a:avLst/>
              <a:gdLst/>
              <a:ahLst/>
              <a:cxnLst/>
              <a:rect l="l" t="t" r="r" b="b"/>
              <a:pathLst>
                <a:path w="11233" h="11502" extrusionOk="0">
                  <a:moveTo>
                    <a:pt x="6138" y="3531"/>
                  </a:moveTo>
                  <a:cubicBezTo>
                    <a:pt x="6823" y="3323"/>
                    <a:pt x="7509" y="2965"/>
                    <a:pt x="8343" y="2995"/>
                  </a:cubicBezTo>
                  <a:cubicBezTo>
                    <a:pt x="9430" y="3040"/>
                    <a:pt x="10309" y="3502"/>
                    <a:pt x="10801" y="4246"/>
                  </a:cubicBezTo>
                  <a:cubicBezTo>
                    <a:pt x="10890" y="4366"/>
                    <a:pt x="10563" y="4574"/>
                    <a:pt x="10563" y="4574"/>
                  </a:cubicBezTo>
                  <a:cubicBezTo>
                    <a:pt x="10563" y="4574"/>
                    <a:pt x="11099" y="4872"/>
                    <a:pt x="11129" y="4991"/>
                  </a:cubicBezTo>
                  <a:cubicBezTo>
                    <a:pt x="11218" y="5364"/>
                    <a:pt x="11233" y="5751"/>
                    <a:pt x="11188" y="6123"/>
                  </a:cubicBezTo>
                  <a:cubicBezTo>
                    <a:pt x="11054" y="7092"/>
                    <a:pt x="10592" y="7643"/>
                    <a:pt x="10086" y="8224"/>
                  </a:cubicBezTo>
                  <a:cubicBezTo>
                    <a:pt x="9907" y="7792"/>
                    <a:pt x="9818" y="7330"/>
                    <a:pt x="9579" y="6839"/>
                  </a:cubicBezTo>
                  <a:cubicBezTo>
                    <a:pt x="9401" y="6481"/>
                    <a:pt x="9088" y="5870"/>
                    <a:pt x="8686" y="5796"/>
                  </a:cubicBezTo>
                  <a:cubicBezTo>
                    <a:pt x="8343" y="5721"/>
                    <a:pt x="8000" y="5915"/>
                    <a:pt x="7896" y="6243"/>
                  </a:cubicBezTo>
                  <a:cubicBezTo>
                    <a:pt x="7732" y="6794"/>
                    <a:pt x="8105" y="7345"/>
                    <a:pt x="8328" y="7807"/>
                  </a:cubicBezTo>
                  <a:cubicBezTo>
                    <a:pt x="8581" y="8328"/>
                    <a:pt x="8790" y="8775"/>
                    <a:pt x="8983" y="9163"/>
                  </a:cubicBezTo>
                  <a:cubicBezTo>
                    <a:pt x="8715" y="9386"/>
                    <a:pt x="8417" y="9609"/>
                    <a:pt x="8105" y="9788"/>
                  </a:cubicBezTo>
                  <a:cubicBezTo>
                    <a:pt x="8000" y="9848"/>
                    <a:pt x="7553" y="9624"/>
                    <a:pt x="7553" y="9624"/>
                  </a:cubicBezTo>
                  <a:cubicBezTo>
                    <a:pt x="7553" y="9624"/>
                    <a:pt x="7553" y="10071"/>
                    <a:pt x="7434" y="10131"/>
                  </a:cubicBezTo>
                  <a:cubicBezTo>
                    <a:pt x="6957" y="10339"/>
                    <a:pt x="6466" y="10503"/>
                    <a:pt x="5974" y="10623"/>
                  </a:cubicBezTo>
                  <a:cubicBezTo>
                    <a:pt x="6078" y="9833"/>
                    <a:pt x="5438" y="8820"/>
                    <a:pt x="4723" y="9624"/>
                  </a:cubicBezTo>
                  <a:cubicBezTo>
                    <a:pt x="4648" y="10071"/>
                    <a:pt x="4618" y="10548"/>
                    <a:pt x="4663" y="11010"/>
                  </a:cubicBezTo>
                  <a:cubicBezTo>
                    <a:pt x="3769" y="11189"/>
                    <a:pt x="2875" y="11352"/>
                    <a:pt x="1937" y="11487"/>
                  </a:cubicBezTo>
                  <a:cubicBezTo>
                    <a:pt x="1788" y="11501"/>
                    <a:pt x="1386" y="11204"/>
                    <a:pt x="1326" y="11025"/>
                  </a:cubicBezTo>
                  <a:cubicBezTo>
                    <a:pt x="1058" y="10176"/>
                    <a:pt x="805" y="9312"/>
                    <a:pt x="581" y="8403"/>
                  </a:cubicBezTo>
                  <a:cubicBezTo>
                    <a:pt x="566" y="8299"/>
                    <a:pt x="805" y="8060"/>
                    <a:pt x="805" y="8060"/>
                  </a:cubicBezTo>
                  <a:cubicBezTo>
                    <a:pt x="805" y="8060"/>
                    <a:pt x="462" y="7852"/>
                    <a:pt x="432" y="7732"/>
                  </a:cubicBezTo>
                  <a:cubicBezTo>
                    <a:pt x="343" y="7300"/>
                    <a:pt x="268" y="6868"/>
                    <a:pt x="209" y="6436"/>
                  </a:cubicBezTo>
                  <a:cubicBezTo>
                    <a:pt x="909" y="6362"/>
                    <a:pt x="1594" y="6258"/>
                    <a:pt x="2280" y="6123"/>
                  </a:cubicBezTo>
                  <a:cubicBezTo>
                    <a:pt x="2831" y="5989"/>
                    <a:pt x="3680" y="5736"/>
                    <a:pt x="3784" y="5096"/>
                  </a:cubicBezTo>
                  <a:cubicBezTo>
                    <a:pt x="3814" y="4708"/>
                    <a:pt x="3605" y="4351"/>
                    <a:pt x="3248" y="4202"/>
                  </a:cubicBezTo>
                  <a:cubicBezTo>
                    <a:pt x="2131" y="3770"/>
                    <a:pt x="760" y="4500"/>
                    <a:pt x="60" y="4574"/>
                  </a:cubicBezTo>
                  <a:cubicBezTo>
                    <a:pt x="0" y="3367"/>
                    <a:pt x="268" y="2176"/>
                    <a:pt x="954" y="1326"/>
                  </a:cubicBezTo>
                  <a:cubicBezTo>
                    <a:pt x="1013" y="1237"/>
                    <a:pt x="1475" y="1222"/>
                    <a:pt x="1475" y="1222"/>
                  </a:cubicBezTo>
                  <a:cubicBezTo>
                    <a:pt x="1475" y="1222"/>
                    <a:pt x="1386" y="880"/>
                    <a:pt x="1490" y="790"/>
                  </a:cubicBezTo>
                  <a:cubicBezTo>
                    <a:pt x="2160" y="209"/>
                    <a:pt x="3084" y="1"/>
                    <a:pt x="3933" y="254"/>
                  </a:cubicBezTo>
                  <a:cubicBezTo>
                    <a:pt x="5363" y="626"/>
                    <a:pt x="6034" y="2101"/>
                    <a:pt x="6138" y="353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77"/>
            <p:cNvSpPr/>
            <p:nvPr/>
          </p:nvSpPr>
          <p:spPr>
            <a:xfrm>
              <a:off x="5961016" y="2358703"/>
              <a:ext cx="420096" cy="423636"/>
            </a:xfrm>
            <a:custGeom>
              <a:avLst/>
              <a:gdLst/>
              <a:ahLst/>
              <a:cxnLst/>
              <a:rect l="l" t="t" r="r" b="b"/>
              <a:pathLst>
                <a:path w="10682" h="10772" extrusionOk="0">
                  <a:moveTo>
                    <a:pt x="5870" y="3144"/>
                  </a:moveTo>
                  <a:cubicBezTo>
                    <a:pt x="5959" y="2950"/>
                    <a:pt x="6078" y="2771"/>
                    <a:pt x="6198" y="2563"/>
                  </a:cubicBezTo>
                  <a:cubicBezTo>
                    <a:pt x="6034" y="2622"/>
                    <a:pt x="5661" y="2369"/>
                    <a:pt x="5631" y="2190"/>
                  </a:cubicBezTo>
                  <a:cubicBezTo>
                    <a:pt x="5482" y="2443"/>
                    <a:pt x="5304" y="2697"/>
                    <a:pt x="5125" y="2935"/>
                  </a:cubicBezTo>
                  <a:cubicBezTo>
                    <a:pt x="4008" y="1862"/>
                    <a:pt x="2548" y="909"/>
                    <a:pt x="1088" y="15"/>
                  </a:cubicBezTo>
                  <a:lnTo>
                    <a:pt x="1058" y="0"/>
                  </a:lnTo>
                  <a:cubicBezTo>
                    <a:pt x="939" y="90"/>
                    <a:pt x="820" y="194"/>
                    <a:pt x="730" y="298"/>
                  </a:cubicBezTo>
                  <a:cubicBezTo>
                    <a:pt x="641" y="373"/>
                    <a:pt x="581" y="462"/>
                    <a:pt x="507" y="551"/>
                  </a:cubicBezTo>
                  <a:cubicBezTo>
                    <a:pt x="611" y="596"/>
                    <a:pt x="700" y="656"/>
                    <a:pt x="775" y="685"/>
                  </a:cubicBezTo>
                  <a:cubicBezTo>
                    <a:pt x="1773" y="1311"/>
                    <a:pt x="2712" y="1907"/>
                    <a:pt x="3561" y="2518"/>
                  </a:cubicBezTo>
                  <a:cubicBezTo>
                    <a:pt x="3993" y="2831"/>
                    <a:pt x="4455" y="3129"/>
                    <a:pt x="4782" y="3546"/>
                  </a:cubicBezTo>
                  <a:cubicBezTo>
                    <a:pt x="4082" y="4663"/>
                    <a:pt x="3427" y="5870"/>
                    <a:pt x="2712" y="6957"/>
                  </a:cubicBezTo>
                  <a:cubicBezTo>
                    <a:pt x="1892" y="6883"/>
                    <a:pt x="1162" y="6942"/>
                    <a:pt x="104" y="6957"/>
                  </a:cubicBezTo>
                  <a:lnTo>
                    <a:pt x="0" y="6957"/>
                  </a:lnTo>
                  <a:cubicBezTo>
                    <a:pt x="45" y="7181"/>
                    <a:pt x="90" y="7419"/>
                    <a:pt x="149" y="7628"/>
                  </a:cubicBezTo>
                  <a:cubicBezTo>
                    <a:pt x="939" y="7613"/>
                    <a:pt x="1698" y="7598"/>
                    <a:pt x="2354" y="7628"/>
                  </a:cubicBezTo>
                  <a:cubicBezTo>
                    <a:pt x="1892" y="8536"/>
                    <a:pt x="1386" y="9386"/>
                    <a:pt x="894" y="10250"/>
                  </a:cubicBezTo>
                  <a:cubicBezTo>
                    <a:pt x="939" y="10428"/>
                    <a:pt x="998" y="10592"/>
                    <a:pt x="1058" y="10771"/>
                  </a:cubicBezTo>
                  <a:lnTo>
                    <a:pt x="1490" y="10711"/>
                  </a:lnTo>
                  <a:cubicBezTo>
                    <a:pt x="2458" y="9013"/>
                    <a:pt x="3337" y="7300"/>
                    <a:pt x="4306" y="5795"/>
                  </a:cubicBezTo>
                  <a:cubicBezTo>
                    <a:pt x="5289" y="6913"/>
                    <a:pt x="6183" y="8104"/>
                    <a:pt x="7002" y="9356"/>
                  </a:cubicBezTo>
                  <a:cubicBezTo>
                    <a:pt x="7225" y="9252"/>
                    <a:pt x="7449" y="9132"/>
                    <a:pt x="7658" y="9013"/>
                  </a:cubicBezTo>
                  <a:cubicBezTo>
                    <a:pt x="6734" y="7657"/>
                    <a:pt x="5736" y="6361"/>
                    <a:pt x="4663" y="5125"/>
                  </a:cubicBezTo>
                  <a:cubicBezTo>
                    <a:pt x="4976" y="4738"/>
                    <a:pt x="5185" y="4201"/>
                    <a:pt x="5512" y="3829"/>
                  </a:cubicBezTo>
                  <a:cubicBezTo>
                    <a:pt x="7106" y="3874"/>
                    <a:pt x="8954" y="4052"/>
                    <a:pt x="10682" y="4231"/>
                  </a:cubicBezTo>
                  <a:cubicBezTo>
                    <a:pt x="10607" y="3963"/>
                    <a:pt x="10503" y="3710"/>
                    <a:pt x="10354" y="3486"/>
                  </a:cubicBezTo>
                  <a:cubicBezTo>
                    <a:pt x="8730" y="3293"/>
                    <a:pt x="7270" y="3158"/>
                    <a:pt x="5870" y="314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77"/>
            <p:cNvSpPr/>
            <p:nvPr/>
          </p:nvSpPr>
          <p:spPr>
            <a:xfrm>
              <a:off x="6580839" y="2348715"/>
              <a:ext cx="478144" cy="499223"/>
            </a:xfrm>
            <a:custGeom>
              <a:avLst/>
              <a:gdLst/>
              <a:ahLst/>
              <a:cxnLst/>
              <a:rect l="l" t="t" r="r" b="b"/>
              <a:pathLst>
                <a:path w="12158" h="12694" extrusionOk="0">
                  <a:moveTo>
                    <a:pt x="11680" y="12664"/>
                  </a:moveTo>
                  <a:cubicBezTo>
                    <a:pt x="10012" y="12321"/>
                    <a:pt x="8269" y="11740"/>
                    <a:pt x="6466" y="11129"/>
                  </a:cubicBezTo>
                  <a:cubicBezTo>
                    <a:pt x="6049" y="10980"/>
                    <a:pt x="5602" y="10831"/>
                    <a:pt x="5185" y="10682"/>
                  </a:cubicBezTo>
                  <a:cubicBezTo>
                    <a:pt x="5066" y="10653"/>
                    <a:pt x="4977" y="10355"/>
                    <a:pt x="4977" y="10355"/>
                  </a:cubicBezTo>
                  <a:cubicBezTo>
                    <a:pt x="4828" y="10414"/>
                    <a:pt x="4664" y="10444"/>
                    <a:pt x="4500" y="10444"/>
                  </a:cubicBezTo>
                  <a:cubicBezTo>
                    <a:pt x="3338" y="9997"/>
                    <a:pt x="2265" y="9506"/>
                    <a:pt x="1491" y="8820"/>
                  </a:cubicBezTo>
                  <a:cubicBezTo>
                    <a:pt x="761" y="8195"/>
                    <a:pt x="1" y="7137"/>
                    <a:pt x="120" y="5766"/>
                  </a:cubicBezTo>
                  <a:cubicBezTo>
                    <a:pt x="269" y="3874"/>
                    <a:pt x="2325" y="2533"/>
                    <a:pt x="4545" y="3100"/>
                  </a:cubicBezTo>
                  <a:cubicBezTo>
                    <a:pt x="4887" y="3204"/>
                    <a:pt x="5200" y="3338"/>
                    <a:pt x="5513" y="3517"/>
                  </a:cubicBezTo>
                  <a:cubicBezTo>
                    <a:pt x="5543" y="1744"/>
                    <a:pt x="6422" y="344"/>
                    <a:pt x="7896" y="165"/>
                  </a:cubicBezTo>
                  <a:cubicBezTo>
                    <a:pt x="9148" y="1"/>
                    <a:pt x="9937" y="671"/>
                    <a:pt x="10474" y="1520"/>
                  </a:cubicBezTo>
                  <a:cubicBezTo>
                    <a:pt x="10548" y="1625"/>
                    <a:pt x="10369" y="2042"/>
                    <a:pt x="10369" y="2042"/>
                  </a:cubicBezTo>
                  <a:cubicBezTo>
                    <a:pt x="10369" y="2042"/>
                    <a:pt x="10772" y="2042"/>
                    <a:pt x="10816" y="2131"/>
                  </a:cubicBezTo>
                  <a:cubicBezTo>
                    <a:pt x="10861" y="2221"/>
                    <a:pt x="10906" y="2325"/>
                    <a:pt x="10950" y="2414"/>
                  </a:cubicBezTo>
                  <a:cubicBezTo>
                    <a:pt x="11487" y="3681"/>
                    <a:pt x="11770" y="5349"/>
                    <a:pt x="11919" y="7122"/>
                  </a:cubicBezTo>
                  <a:cubicBezTo>
                    <a:pt x="11919" y="7226"/>
                    <a:pt x="11546" y="7569"/>
                    <a:pt x="11546" y="7569"/>
                  </a:cubicBezTo>
                  <a:cubicBezTo>
                    <a:pt x="11546" y="7569"/>
                    <a:pt x="11964" y="7688"/>
                    <a:pt x="11964" y="7792"/>
                  </a:cubicBezTo>
                  <a:cubicBezTo>
                    <a:pt x="12068" y="9282"/>
                    <a:pt x="12098" y="10816"/>
                    <a:pt x="12157" y="12187"/>
                  </a:cubicBezTo>
                  <a:cubicBezTo>
                    <a:pt x="12157" y="12381"/>
                    <a:pt x="11844" y="12694"/>
                    <a:pt x="11680" y="1266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77"/>
            <p:cNvSpPr/>
            <p:nvPr/>
          </p:nvSpPr>
          <p:spPr>
            <a:xfrm>
              <a:off x="6757768" y="2408491"/>
              <a:ext cx="301209" cy="441805"/>
            </a:xfrm>
            <a:custGeom>
              <a:avLst/>
              <a:gdLst/>
              <a:ahLst/>
              <a:cxnLst/>
              <a:rect l="l" t="t" r="r" b="b"/>
              <a:pathLst>
                <a:path w="7659" h="11234" extrusionOk="0">
                  <a:moveTo>
                    <a:pt x="7465" y="6272"/>
                  </a:moveTo>
                  <a:cubicBezTo>
                    <a:pt x="7450" y="6049"/>
                    <a:pt x="7435" y="5825"/>
                    <a:pt x="7420" y="5602"/>
                  </a:cubicBezTo>
                  <a:cubicBezTo>
                    <a:pt x="6496" y="5900"/>
                    <a:pt x="5617" y="6198"/>
                    <a:pt x="4813" y="6511"/>
                  </a:cubicBezTo>
                  <a:cubicBezTo>
                    <a:pt x="4232" y="5661"/>
                    <a:pt x="3591" y="4857"/>
                    <a:pt x="3025" y="4008"/>
                  </a:cubicBezTo>
                  <a:cubicBezTo>
                    <a:pt x="3964" y="2920"/>
                    <a:pt x="4977" y="1892"/>
                    <a:pt x="6034" y="864"/>
                  </a:cubicBezTo>
                  <a:cubicBezTo>
                    <a:pt x="6079" y="805"/>
                    <a:pt x="6198" y="716"/>
                    <a:pt x="6317" y="611"/>
                  </a:cubicBezTo>
                  <a:cubicBezTo>
                    <a:pt x="6213" y="403"/>
                    <a:pt x="6109" y="194"/>
                    <a:pt x="5975" y="0"/>
                  </a:cubicBezTo>
                  <a:cubicBezTo>
                    <a:pt x="5483" y="418"/>
                    <a:pt x="4992" y="969"/>
                    <a:pt x="4485" y="1490"/>
                  </a:cubicBezTo>
                  <a:cubicBezTo>
                    <a:pt x="3815" y="2175"/>
                    <a:pt x="3219" y="2950"/>
                    <a:pt x="2653" y="3546"/>
                  </a:cubicBezTo>
                  <a:cubicBezTo>
                    <a:pt x="2116" y="2846"/>
                    <a:pt x="1595" y="2131"/>
                    <a:pt x="1059" y="1460"/>
                  </a:cubicBezTo>
                  <a:cubicBezTo>
                    <a:pt x="1029" y="1624"/>
                    <a:pt x="641" y="1803"/>
                    <a:pt x="478" y="1729"/>
                  </a:cubicBezTo>
                  <a:cubicBezTo>
                    <a:pt x="1401" y="2920"/>
                    <a:pt x="2340" y="4142"/>
                    <a:pt x="3159" y="5334"/>
                  </a:cubicBezTo>
                  <a:cubicBezTo>
                    <a:pt x="2116" y="6526"/>
                    <a:pt x="984" y="7717"/>
                    <a:pt x="1" y="8924"/>
                  </a:cubicBezTo>
                  <a:cubicBezTo>
                    <a:pt x="224" y="8999"/>
                    <a:pt x="448" y="9088"/>
                    <a:pt x="686" y="9162"/>
                  </a:cubicBezTo>
                  <a:cubicBezTo>
                    <a:pt x="701" y="9133"/>
                    <a:pt x="731" y="9088"/>
                    <a:pt x="761" y="9058"/>
                  </a:cubicBezTo>
                  <a:cubicBezTo>
                    <a:pt x="1669" y="7941"/>
                    <a:pt x="2563" y="6764"/>
                    <a:pt x="3546" y="5840"/>
                  </a:cubicBezTo>
                  <a:cubicBezTo>
                    <a:pt x="4738" y="7419"/>
                    <a:pt x="5975" y="9326"/>
                    <a:pt x="7167" y="11144"/>
                  </a:cubicBezTo>
                  <a:cubicBezTo>
                    <a:pt x="7330" y="11174"/>
                    <a:pt x="7494" y="11203"/>
                    <a:pt x="7658" y="11233"/>
                  </a:cubicBezTo>
                  <a:cubicBezTo>
                    <a:pt x="7658" y="11054"/>
                    <a:pt x="7643" y="10861"/>
                    <a:pt x="7628" y="10682"/>
                  </a:cubicBezTo>
                  <a:cubicBezTo>
                    <a:pt x="6809" y="9416"/>
                    <a:pt x="5990" y="8179"/>
                    <a:pt x="5185" y="6972"/>
                  </a:cubicBezTo>
                  <a:cubicBezTo>
                    <a:pt x="5915" y="6704"/>
                    <a:pt x="6690" y="6481"/>
                    <a:pt x="7465" y="62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77"/>
            <p:cNvSpPr/>
            <p:nvPr/>
          </p:nvSpPr>
          <p:spPr>
            <a:xfrm>
              <a:off x="7016732" y="1887614"/>
              <a:ext cx="63907" cy="131433"/>
            </a:xfrm>
            <a:custGeom>
              <a:avLst/>
              <a:gdLst/>
              <a:ahLst/>
              <a:cxnLst/>
              <a:rect l="l" t="t" r="r" b="b"/>
              <a:pathLst>
                <a:path w="1625" h="3342" extrusionOk="0">
                  <a:moveTo>
                    <a:pt x="688" y="1"/>
                  </a:moveTo>
                  <a:cubicBezTo>
                    <a:pt x="677" y="1"/>
                    <a:pt x="667" y="1"/>
                    <a:pt x="656" y="2"/>
                  </a:cubicBezTo>
                  <a:cubicBezTo>
                    <a:pt x="388" y="16"/>
                    <a:pt x="209" y="195"/>
                    <a:pt x="135" y="538"/>
                  </a:cubicBezTo>
                  <a:cubicBezTo>
                    <a:pt x="1" y="1313"/>
                    <a:pt x="45" y="2102"/>
                    <a:pt x="254" y="2847"/>
                  </a:cubicBezTo>
                  <a:cubicBezTo>
                    <a:pt x="284" y="3100"/>
                    <a:pt x="492" y="3309"/>
                    <a:pt x="760" y="3339"/>
                  </a:cubicBezTo>
                  <a:cubicBezTo>
                    <a:pt x="778" y="3341"/>
                    <a:pt x="796" y="3342"/>
                    <a:pt x="814" y="3342"/>
                  </a:cubicBezTo>
                  <a:cubicBezTo>
                    <a:pt x="1043" y="3342"/>
                    <a:pt x="1236" y="3160"/>
                    <a:pt x="1416" y="2772"/>
                  </a:cubicBezTo>
                  <a:cubicBezTo>
                    <a:pt x="1624" y="1983"/>
                    <a:pt x="1565" y="1149"/>
                    <a:pt x="1237" y="404"/>
                  </a:cubicBezTo>
                  <a:cubicBezTo>
                    <a:pt x="1166" y="161"/>
                    <a:pt x="930" y="1"/>
                    <a:pt x="68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77"/>
            <p:cNvSpPr/>
            <p:nvPr/>
          </p:nvSpPr>
          <p:spPr>
            <a:xfrm>
              <a:off x="7022592" y="2059312"/>
              <a:ext cx="43968" cy="87346"/>
            </a:xfrm>
            <a:custGeom>
              <a:avLst/>
              <a:gdLst/>
              <a:ahLst/>
              <a:cxnLst/>
              <a:rect l="l" t="t" r="r" b="b"/>
              <a:pathLst>
                <a:path w="1118" h="2221" extrusionOk="0">
                  <a:moveTo>
                    <a:pt x="507" y="1"/>
                  </a:moveTo>
                  <a:cubicBezTo>
                    <a:pt x="343" y="1"/>
                    <a:pt x="194" y="90"/>
                    <a:pt x="135" y="239"/>
                  </a:cubicBezTo>
                  <a:cubicBezTo>
                    <a:pt x="105" y="313"/>
                    <a:pt x="75" y="388"/>
                    <a:pt x="75" y="447"/>
                  </a:cubicBezTo>
                  <a:cubicBezTo>
                    <a:pt x="1" y="909"/>
                    <a:pt x="45" y="1386"/>
                    <a:pt x="164" y="1833"/>
                  </a:cubicBezTo>
                  <a:cubicBezTo>
                    <a:pt x="209" y="2041"/>
                    <a:pt x="313" y="2220"/>
                    <a:pt x="567" y="2220"/>
                  </a:cubicBezTo>
                  <a:cubicBezTo>
                    <a:pt x="790" y="2220"/>
                    <a:pt x="984" y="2041"/>
                    <a:pt x="999" y="1818"/>
                  </a:cubicBezTo>
                  <a:cubicBezTo>
                    <a:pt x="1118" y="1297"/>
                    <a:pt x="1058" y="760"/>
                    <a:pt x="865" y="284"/>
                  </a:cubicBezTo>
                  <a:cubicBezTo>
                    <a:pt x="805" y="120"/>
                    <a:pt x="671" y="15"/>
                    <a:pt x="5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77"/>
            <p:cNvSpPr/>
            <p:nvPr/>
          </p:nvSpPr>
          <p:spPr>
            <a:xfrm>
              <a:off x="6621266" y="2563554"/>
              <a:ext cx="82666" cy="99184"/>
            </a:xfrm>
            <a:custGeom>
              <a:avLst/>
              <a:gdLst/>
              <a:ahLst/>
              <a:cxnLst/>
              <a:rect l="l" t="t" r="r" b="b"/>
              <a:pathLst>
                <a:path w="2102" h="2522" extrusionOk="0">
                  <a:moveTo>
                    <a:pt x="476" y="1"/>
                  </a:moveTo>
                  <a:cubicBezTo>
                    <a:pt x="432" y="1"/>
                    <a:pt x="388" y="7"/>
                    <a:pt x="343" y="20"/>
                  </a:cubicBezTo>
                  <a:cubicBezTo>
                    <a:pt x="45" y="110"/>
                    <a:pt x="1" y="378"/>
                    <a:pt x="31" y="676"/>
                  </a:cubicBezTo>
                  <a:cubicBezTo>
                    <a:pt x="60" y="795"/>
                    <a:pt x="75" y="914"/>
                    <a:pt x="120" y="1048"/>
                  </a:cubicBezTo>
                  <a:cubicBezTo>
                    <a:pt x="254" y="1555"/>
                    <a:pt x="552" y="2002"/>
                    <a:pt x="984" y="2314"/>
                  </a:cubicBezTo>
                  <a:cubicBezTo>
                    <a:pt x="1168" y="2454"/>
                    <a:pt x="1351" y="2521"/>
                    <a:pt x="1512" y="2521"/>
                  </a:cubicBezTo>
                  <a:cubicBezTo>
                    <a:pt x="1677" y="2521"/>
                    <a:pt x="1817" y="2450"/>
                    <a:pt x="1908" y="2314"/>
                  </a:cubicBezTo>
                  <a:cubicBezTo>
                    <a:pt x="2101" y="2046"/>
                    <a:pt x="2057" y="1689"/>
                    <a:pt x="1729" y="1316"/>
                  </a:cubicBezTo>
                  <a:cubicBezTo>
                    <a:pt x="1446" y="1003"/>
                    <a:pt x="1118" y="750"/>
                    <a:pt x="924" y="333"/>
                  </a:cubicBezTo>
                  <a:cubicBezTo>
                    <a:pt x="863" y="137"/>
                    <a:pt x="680" y="1"/>
                    <a:pt x="4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77"/>
            <p:cNvSpPr/>
            <p:nvPr/>
          </p:nvSpPr>
          <p:spPr>
            <a:xfrm>
              <a:off x="6710930" y="2665724"/>
              <a:ext cx="45738" cy="33704"/>
            </a:xfrm>
            <a:custGeom>
              <a:avLst/>
              <a:gdLst/>
              <a:ahLst/>
              <a:cxnLst/>
              <a:rect l="l" t="t" r="r" b="b"/>
              <a:pathLst>
                <a:path w="1163" h="857" extrusionOk="0">
                  <a:moveTo>
                    <a:pt x="488" y="1"/>
                  </a:moveTo>
                  <a:cubicBezTo>
                    <a:pt x="410" y="1"/>
                    <a:pt x="331" y="15"/>
                    <a:pt x="253" y="44"/>
                  </a:cubicBezTo>
                  <a:cubicBezTo>
                    <a:pt x="75" y="119"/>
                    <a:pt x="0" y="342"/>
                    <a:pt x="75" y="521"/>
                  </a:cubicBezTo>
                  <a:cubicBezTo>
                    <a:pt x="199" y="736"/>
                    <a:pt x="426" y="856"/>
                    <a:pt x="665" y="856"/>
                  </a:cubicBezTo>
                  <a:cubicBezTo>
                    <a:pt x="741" y="856"/>
                    <a:pt x="818" y="844"/>
                    <a:pt x="894" y="819"/>
                  </a:cubicBezTo>
                  <a:cubicBezTo>
                    <a:pt x="1088" y="744"/>
                    <a:pt x="1162" y="521"/>
                    <a:pt x="1058" y="342"/>
                  </a:cubicBezTo>
                  <a:cubicBezTo>
                    <a:pt x="946" y="129"/>
                    <a:pt x="724" y="1"/>
                    <a:pt x="48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77"/>
            <p:cNvSpPr/>
            <p:nvPr/>
          </p:nvSpPr>
          <p:spPr>
            <a:xfrm>
              <a:off x="6201221" y="2947497"/>
              <a:ext cx="513263" cy="466385"/>
            </a:xfrm>
            <a:custGeom>
              <a:avLst/>
              <a:gdLst/>
              <a:ahLst/>
              <a:cxnLst/>
              <a:rect l="l" t="t" r="r" b="b"/>
              <a:pathLst>
                <a:path w="13051" h="11859" extrusionOk="0">
                  <a:moveTo>
                    <a:pt x="879" y="0"/>
                  </a:moveTo>
                  <a:cubicBezTo>
                    <a:pt x="685" y="0"/>
                    <a:pt x="492" y="30"/>
                    <a:pt x="313" y="104"/>
                  </a:cubicBezTo>
                  <a:cubicBezTo>
                    <a:pt x="15" y="268"/>
                    <a:pt x="30" y="924"/>
                    <a:pt x="15" y="1415"/>
                  </a:cubicBezTo>
                  <a:cubicBezTo>
                    <a:pt x="0" y="1892"/>
                    <a:pt x="0" y="2563"/>
                    <a:pt x="298" y="2741"/>
                  </a:cubicBezTo>
                  <a:cubicBezTo>
                    <a:pt x="522" y="2890"/>
                    <a:pt x="849" y="2846"/>
                    <a:pt x="1281" y="2860"/>
                  </a:cubicBezTo>
                  <a:cubicBezTo>
                    <a:pt x="1296" y="2965"/>
                    <a:pt x="1520" y="3158"/>
                    <a:pt x="1520" y="3158"/>
                  </a:cubicBezTo>
                  <a:cubicBezTo>
                    <a:pt x="1445" y="3278"/>
                    <a:pt x="1386" y="3412"/>
                    <a:pt x="1371" y="3546"/>
                  </a:cubicBezTo>
                  <a:cubicBezTo>
                    <a:pt x="1669" y="5914"/>
                    <a:pt x="1967" y="8402"/>
                    <a:pt x="2235" y="10875"/>
                  </a:cubicBezTo>
                  <a:cubicBezTo>
                    <a:pt x="2294" y="11337"/>
                    <a:pt x="2309" y="11680"/>
                    <a:pt x="2518" y="11859"/>
                  </a:cubicBezTo>
                  <a:lnTo>
                    <a:pt x="10533" y="11859"/>
                  </a:lnTo>
                  <a:cubicBezTo>
                    <a:pt x="10741" y="11680"/>
                    <a:pt x="10756" y="11337"/>
                    <a:pt x="10816" y="10875"/>
                  </a:cubicBezTo>
                  <a:cubicBezTo>
                    <a:pt x="11114" y="8164"/>
                    <a:pt x="11441" y="5438"/>
                    <a:pt x="11769" y="2860"/>
                  </a:cubicBezTo>
                  <a:cubicBezTo>
                    <a:pt x="12201" y="2846"/>
                    <a:pt x="12529" y="2890"/>
                    <a:pt x="12752" y="2741"/>
                  </a:cubicBezTo>
                  <a:cubicBezTo>
                    <a:pt x="13050" y="2563"/>
                    <a:pt x="13050" y="1877"/>
                    <a:pt x="13036" y="1415"/>
                  </a:cubicBezTo>
                  <a:cubicBezTo>
                    <a:pt x="13021" y="954"/>
                    <a:pt x="13050" y="268"/>
                    <a:pt x="12752" y="104"/>
                  </a:cubicBezTo>
                  <a:cubicBezTo>
                    <a:pt x="12559" y="30"/>
                    <a:pt x="12365" y="0"/>
                    <a:pt x="121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77"/>
            <p:cNvSpPr/>
            <p:nvPr/>
          </p:nvSpPr>
          <p:spPr>
            <a:xfrm>
              <a:off x="6251598" y="3059970"/>
              <a:ext cx="412506" cy="26979"/>
            </a:xfrm>
            <a:custGeom>
              <a:avLst/>
              <a:gdLst/>
              <a:ahLst/>
              <a:cxnLst/>
              <a:rect l="l" t="t" r="r" b="b"/>
              <a:pathLst>
                <a:path w="10489" h="686" extrusionOk="0">
                  <a:moveTo>
                    <a:pt x="0" y="0"/>
                  </a:moveTo>
                  <a:cubicBezTo>
                    <a:pt x="30" y="224"/>
                    <a:pt x="60" y="447"/>
                    <a:pt x="90" y="686"/>
                  </a:cubicBezTo>
                  <a:lnTo>
                    <a:pt x="104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77"/>
            <p:cNvSpPr/>
            <p:nvPr/>
          </p:nvSpPr>
          <p:spPr>
            <a:xfrm>
              <a:off x="6560939" y="2051093"/>
              <a:ext cx="1311218" cy="1414964"/>
            </a:xfrm>
            <a:custGeom>
              <a:avLst/>
              <a:gdLst/>
              <a:ahLst/>
              <a:cxnLst/>
              <a:rect l="l" t="t" r="r" b="b"/>
              <a:pathLst>
                <a:path w="33341" h="35979" extrusionOk="0">
                  <a:moveTo>
                    <a:pt x="11099" y="32299"/>
                  </a:moveTo>
                  <a:cubicBezTo>
                    <a:pt x="11784" y="32224"/>
                    <a:pt x="12455" y="32120"/>
                    <a:pt x="13125" y="31986"/>
                  </a:cubicBezTo>
                  <a:cubicBezTo>
                    <a:pt x="18578" y="30898"/>
                    <a:pt x="23062" y="28068"/>
                    <a:pt x="26831" y="24075"/>
                  </a:cubicBezTo>
                  <a:cubicBezTo>
                    <a:pt x="27278" y="23569"/>
                    <a:pt x="27695" y="23047"/>
                    <a:pt x="28097" y="22511"/>
                  </a:cubicBezTo>
                  <a:cubicBezTo>
                    <a:pt x="30272" y="19770"/>
                    <a:pt x="31807" y="16597"/>
                    <a:pt x="32596" y="13200"/>
                  </a:cubicBezTo>
                  <a:cubicBezTo>
                    <a:pt x="33341" y="10072"/>
                    <a:pt x="33267" y="6824"/>
                    <a:pt x="32343" y="3740"/>
                  </a:cubicBezTo>
                  <a:cubicBezTo>
                    <a:pt x="32075" y="2846"/>
                    <a:pt x="31658" y="2042"/>
                    <a:pt x="30942" y="1446"/>
                  </a:cubicBezTo>
                  <a:cubicBezTo>
                    <a:pt x="29497" y="284"/>
                    <a:pt x="27874" y="1"/>
                    <a:pt x="26160" y="820"/>
                  </a:cubicBezTo>
                  <a:cubicBezTo>
                    <a:pt x="24462" y="1625"/>
                    <a:pt x="23613" y="3085"/>
                    <a:pt x="23658" y="4992"/>
                  </a:cubicBezTo>
                  <a:cubicBezTo>
                    <a:pt x="23672" y="5692"/>
                    <a:pt x="23672" y="6377"/>
                    <a:pt x="23658" y="7077"/>
                  </a:cubicBezTo>
                  <a:cubicBezTo>
                    <a:pt x="23494" y="12172"/>
                    <a:pt x="21110" y="16165"/>
                    <a:pt x="17430" y="19502"/>
                  </a:cubicBezTo>
                  <a:cubicBezTo>
                    <a:pt x="16402" y="20425"/>
                    <a:pt x="15226" y="21200"/>
                    <a:pt x="13959" y="21766"/>
                  </a:cubicBezTo>
                  <a:cubicBezTo>
                    <a:pt x="12663" y="22362"/>
                    <a:pt x="11322" y="22943"/>
                    <a:pt x="9907" y="23107"/>
                  </a:cubicBezTo>
                  <a:cubicBezTo>
                    <a:pt x="9073" y="23211"/>
                    <a:pt x="7896" y="22690"/>
                    <a:pt x="7077" y="22526"/>
                  </a:cubicBezTo>
                  <a:cubicBezTo>
                    <a:pt x="6064" y="22317"/>
                    <a:pt x="4499" y="22109"/>
                    <a:pt x="4261" y="22764"/>
                  </a:cubicBezTo>
                  <a:cubicBezTo>
                    <a:pt x="4082" y="23271"/>
                    <a:pt x="5289" y="23911"/>
                    <a:pt x="6049" y="24314"/>
                  </a:cubicBezTo>
                  <a:cubicBezTo>
                    <a:pt x="4276" y="25893"/>
                    <a:pt x="2354" y="27442"/>
                    <a:pt x="1118" y="29334"/>
                  </a:cubicBezTo>
                  <a:cubicBezTo>
                    <a:pt x="745" y="29930"/>
                    <a:pt x="0" y="31032"/>
                    <a:pt x="432" y="31405"/>
                  </a:cubicBezTo>
                  <a:cubicBezTo>
                    <a:pt x="1207" y="32090"/>
                    <a:pt x="2816" y="30124"/>
                    <a:pt x="3978" y="29587"/>
                  </a:cubicBezTo>
                  <a:cubicBezTo>
                    <a:pt x="3442" y="30794"/>
                    <a:pt x="1311" y="32835"/>
                    <a:pt x="2131" y="33803"/>
                  </a:cubicBezTo>
                  <a:cubicBezTo>
                    <a:pt x="2935" y="34414"/>
                    <a:pt x="3784" y="32895"/>
                    <a:pt x="4991" y="32269"/>
                  </a:cubicBezTo>
                  <a:cubicBezTo>
                    <a:pt x="4514" y="32850"/>
                    <a:pt x="3218" y="34578"/>
                    <a:pt x="3814" y="35100"/>
                  </a:cubicBezTo>
                  <a:cubicBezTo>
                    <a:pt x="4276" y="35502"/>
                    <a:pt x="5051" y="34638"/>
                    <a:pt x="5468" y="34325"/>
                  </a:cubicBezTo>
                  <a:cubicBezTo>
                    <a:pt x="5974" y="33952"/>
                    <a:pt x="6451" y="33461"/>
                    <a:pt x="7077" y="33148"/>
                  </a:cubicBezTo>
                  <a:cubicBezTo>
                    <a:pt x="7002" y="33669"/>
                    <a:pt x="6585" y="35532"/>
                    <a:pt x="7136" y="35740"/>
                  </a:cubicBezTo>
                  <a:cubicBezTo>
                    <a:pt x="7807" y="35978"/>
                    <a:pt x="8268" y="34951"/>
                    <a:pt x="8566" y="34429"/>
                  </a:cubicBezTo>
                  <a:cubicBezTo>
                    <a:pt x="8864" y="33908"/>
                    <a:pt x="9132" y="33088"/>
                    <a:pt x="9505" y="32820"/>
                  </a:cubicBezTo>
                  <a:cubicBezTo>
                    <a:pt x="9818" y="32597"/>
                    <a:pt x="10443" y="32433"/>
                    <a:pt x="11099" y="3229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77"/>
            <p:cNvSpPr/>
            <p:nvPr/>
          </p:nvSpPr>
          <p:spPr>
            <a:xfrm>
              <a:off x="7417468" y="2961811"/>
              <a:ext cx="138905" cy="113538"/>
            </a:xfrm>
            <a:custGeom>
              <a:avLst/>
              <a:gdLst/>
              <a:ahLst/>
              <a:cxnLst/>
              <a:rect l="l" t="t" r="r" b="b"/>
              <a:pathLst>
                <a:path w="3532" h="2887" extrusionOk="0">
                  <a:moveTo>
                    <a:pt x="2916" y="0"/>
                  </a:moveTo>
                  <a:cubicBezTo>
                    <a:pt x="2803" y="0"/>
                    <a:pt x="2688" y="38"/>
                    <a:pt x="2593" y="113"/>
                  </a:cubicBezTo>
                  <a:cubicBezTo>
                    <a:pt x="2399" y="232"/>
                    <a:pt x="2220" y="366"/>
                    <a:pt x="2056" y="530"/>
                  </a:cubicBezTo>
                  <a:cubicBezTo>
                    <a:pt x="1609" y="947"/>
                    <a:pt x="1133" y="1349"/>
                    <a:pt x="641" y="1707"/>
                  </a:cubicBezTo>
                  <a:cubicBezTo>
                    <a:pt x="507" y="1796"/>
                    <a:pt x="373" y="1886"/>
                    <a:pt x="269" y="2005"/>
                  </a:cubicBezTo>
                  <a:cubicBezTo>
                    <a:pt x="105" y="2184"/>
                    <a:pt x="0" y="2392"/>
                    <a:pt x="120" y="2631"/>
                  </a:cubicBezTo>
                  <a:cubicBezTo>
                    <a:pt x="225" y="2829"/>
                    <a:pt x="413" y="2886"/>
                    <a:pt x="663" y="2886"/>
                  </a:cubicBezTo>
                  <a:cubicBezTo>
                    <a:pt x="694" y="2886"/>
                    <a:pt x="727" y="2885"/>
                    <a:pt x="760" y="2884"/>
                  </a:cubicBezTo>
                  <a:cubicBezTo>
                    <a:pt x="820" y="2854"/>
                    <a:pt x="924" y="2839"/>
                    <a:pt x="1043" y="2794"/>
                  </a:cubicBezTo>
                  <a:cubicBezTo>
                    <a:pt x="1818" y="2496"/>
                    <a:pt x="2533" y="2005"/>
                    <a:pt x="3084" y="1364"/>
                  </a:cubicBezTo>
                  <a:cubicBezTo>
                    <a:pt x="3218" y="1215"/>
                    <a:pt x="3323" y="1037"/>
                    <a:pt x="3397" y="843"/>
                  </a:cubicBezTo>
                  <a:cubicBezTo>
                    <a:pt x="3531" y="619"/>
                    <a:pt x="3472" y="321"/>
                    <a:pt x="3278" y="158"/>
                  </a:cubicBezTo>
                  <a:cubicBezTo>
                    <a:pt x="3181" y="53"/>
                    <a:pt x="3049" y="0"/>
                    <a:pt x="29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77"/>
            <p:cNvSpPr/>
            <p:nvPr/>
          </p:nvSpPr>
          <p:spPr>
            <a:xfrm>
              <a:off x="7568757" y="2894091"/>
              <a:ext cx="50890" cy="52463"/>
            </a:xfrm>
            <a:custGeom>
              <a:avLst/>
              <a:gdLst/>
              <a:ahLst/>
              <a:cxnLst/>
              <a:rect l="l" t="t" r="r" b="b"/>
              <a:pathLst>
                <a:path w="1294" h="1334" extrusionOk="0">
                  <a:moveTo>
                    <a:pt x="813" y="0"/>
                  </a:moveTo>
                  <a:cubicBezTo>
                    <a:pt x="738" y="0"/>
                    <a:pt x="663" y="20"/>
                    <a:pt x="593" y="62"/>
                  </a:cubicBezTo>
                  <a:cubicBezTo>
                    <a:pt x="295" y="226"/>
                    <a:pt x="86" y="539"/>
                    <a:pt x="42" y="881"/>
                  </a:cubicBezTo>
                  <a:cubicBezTo>
                    <a:pt x="1" y="1114"/>
                    <a:pt x="198" y="1334"/>
                    <a:pt x="438" y="1334"/>
                  </a:cubicBezTo>
                  <a:cubicBezTo>
                    <a:pt x="460" y="1334"/>
                    <a:pt x="482" y="1332"/>
                    <a:pt x="504" y="1328"/>
                  </a:cubicBezTo>
                  <a:cubicBezTo>
                    <a:pt x="846" y="1284"/>
                    <a:pt x="1293" y="732"/>
                    <a:pt x="1248" y="390"/>
                  </a:cubicBezTo>
                  <a:cubicBezTo>
                    <a:pt x="1226" y="158"/>
                    <a:pt x="1025" y="0"/>
                    <a:pt x="8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77"/>
            <p:cNvSpPr/>
            <p:nvPr/>
          </p:nvSpPr>
          <p:spPr>
            <a:xfrm>
              <a:off x="5158278" y="2782358"/>
              <a:ext cx="111218" cy="130371"/>
            </a:xfrm>
            <a:custGeom>
              <a:avLst/>
              <a:gdLst/>
              <a:ahLst/>
              <a:cxnLst/>
              <a:rect l="l" t="t" r="r" b="b"/>
              <a:pathLst>
                <a:path w="2828" h="3315" extrusionOk="0">
                  <a:moveTo>
                    <a:pt x="1426" y="0"/>
                  </a:moveTo>
                  <a:cubicBezTo>
                    <a:pt x="1334" y="0"/>
                    <a:pt x="1241" y="13"/>
                    <a:pt x="1148" y="39"/>
                  </a:cubicBezTo>
                  <a:cubicBezTo>
                    <a:pt x="477" y="218"/>
                    <a:pt x="0" y="1097"/>
                    <a:pt x="135" y="1961"/>
                  </a:cubicBezTo>
                  <a:cubicBezTo>
                    <a:pt x="261" y="2886"/>
                    <a:pt x="830" y="3314"/>
                    <a:pt x="1403" y="3314"/>
                  </a:cubicBezTo>
                  <a:cubicBezTo>
                    <a:pt x="2112" y="3314"/>
                    <a:pt x="2827" y="2656"/>
                    <a:pt x="2712" y="1469"/>
                  </a:cubicBezTo>
                  <a:cubicBezTo>
                    <a:pt x="2634" y="609"/>
                    <a:pt x="2066" y="0"/>
                    <a:pt x="14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77"/>
            <p:cNvSpPr/>
            <p:nvPr/>
          </p:nvSpPr>
          <p:spPr>
            <a:xfrm>
              <a:off x="6326778" y="1511790"/>
              <a:ext cx="111218" cy="130292"/>
            </a:xfrm>
            <a:custGeom>
              <a:avLst/>
              <a:gdLst/>
              <a:ahLst/>
              <a:cxnLst/>
              <a:rect l="l" t="t" r="r" b="b"/>
              <a:pathLst>
                <a:path w="2828" h="3313" extrusionOk="0">
                  <a:moveTo>
                    <a:pt x="1415" y="0"/>
                  </a:moveTo>
                  <a:cubicBezTo>
                    <a:pt x="1327" y="0"/>
                    <a:pt x="1237" y="12"/>
                    <a:pt x="1148" y="35"/>
                  </a:cubicBezTo>
                  <a:cubicBezTo>
                    <a:pt x="462" y="214"/>
                    <a:pt x="1" y="1093"/>
                    <a:pt x="120" y="1972"/>
                  </a:cubicBezTo>
                  <a:cubicBezTo>
                    <a:pt x="252" y="2888"/>
                    <a:pt x="823" y="3313"/>
                    <a:pt x="1396" y="3313"/>
                  </a:cubicBezTo>
                  <a:cubicBezTo>
                    <a:pt x="2110" y="3313"/>
                    <a:pt x="2828" y="2654"/>
                    <a:pt x="2712" y="1465"/>
                  </a:cubicBezTo>
                  <a:cubicBezTo>
                    <a:pt x="2633" y="600"/>
                    <a:pt x="2059" y="0"/>
                    <a:pt x="14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77"/>
            <p:cNvSpPr/>
            <p:nvPr/>
          </p:nvSpPr>
          <p:spPr>
            <a:xfrm>
              <a:off x="5864351" y="3654268"/>
              <a:ext cx="111218" cy="130489"/>
            </a:xfrm>
            <a:custGeom>
              <a:avLst/>
              <a:gdLst/>
              <a:ahLst/>
              <a:cxnLst/>
              <a:rect l="l" t="t" r="r" b="b"/>
              <a:pathLst>
                <a:path w="2828" h="3318" extrusionOk="0">
                  <a:moveTo>
                    <a:pt x="1426" y="1"/>
                  </a:moveTo>
                  <a:cubicBezTo>
                    <a:pt x="1334" y="1"/>
                    <a:pt x="1241" y="13"/>
                    <a:pt x="1147" y="39"/>
                  </a:cubicBezTo>
                  <a:cubicBezTo>
                    <a:pt x="462" y="218"/>
                    <a:pt x="0" y="1097"/>
                    <a:pt x="119" y="1976"/>
                  </a:cubicBezTo>
                  <a:cubicBezTo>
                    <a:pt x="252" y="2892"/>
                    <a:pt x="822" y="3317"/>
                    <a:pt x="1396" y="3317"/>
                  </a:cubicBezTo>
                  <a:cubicBezTo>
                    <a:pt x="2109" y="3317"/>
                    <a:pt x="2827" y="2659"/>
                    <a:pt x="2711" y="1469"/>
                  </a:cubicBezTo>
                  <a:cubicBezTo>
                    <a:pt x="2633" y="610"/>
                    <a:pt x="2065" y="1"/>
                    <a:pt x="1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77"/>
            <p:cNvSpPr/>
            <p:nvPr/>
          </p:nvSpPr>
          <p:spPr>
            <a:xfrm>
              <a:off x="6617766" y="1198460"/>
              <a:ext cx="99656" cy="100403"/>
            </a:xfrm>
            <a:custGeom>
              <a:avLst/>
              <a:gdLst/>
              <a:ahLst/>
              <a:cxnLst/>
              <a:rect l="l" t="t" r="r" b="b"/>
              <a:pathLst>
                <a:path w="2534" h="2553" extrusionOk="0">
                  <a:moveTo>
                    <a:pt x="1106" y="0"/>
                  </a:moveTo>
                  <a:cubicBezTo>
                    <a:pt x="691" y="0"/>
                    <a:pt x="298" y="316"/>
                    <a:pt x="164" y="840"/>
                  </a:cubicBezTo>
                  <a:cubicBezTo>
                    <a:pt x="0" y="1496"/>
                    <a:pt x="268" y="2181"/>
                    <a:pt x="805" y="2449"/>
                  </a:cubicBezTo>
                  <a:cubicBezTo>
                    <a:pt x="951" y="2521"/>
                    <a:pt x="1088" y="2553"/>
                    <a:pt x="1215" y="2553"/>
                  </a:cubicBezTo>
                  <a:cubicBezTo>
                    <a:pt x="2175" y="2553"/>
                    <a:pt x="2533" y="716"/>
                    <a:pt x="1520" y="110"/>
                  </a:cubicBezTo>
                  <a:cubicBezTo>
                    <a:pt x="1385" y="36"/>
                    <a:pt x="1244" y="0"/>
                    <a:pt x="1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77"/>
            <p:cNvSpPr/>
            <p:nvPr/>
          </p:nvSpPr>
          <p:spPr>
            <a:xfrm>
              <a:off x="6178962" y="3528857"/>
              <a:ext cx="72323" cy="71969"/>
            </a:xfrm>
            <a:custGeom>
              <a:avLst/>
              <a:gdLst/>
              <a:ahLst/>
              <a:cxnLst/>
              <a:rect l="l" t="t" r="r" b="b"/>
              <a:pathLst>
                <a:path w="1839" h="1830" extrusionOk="0">
                  <a:moveTo>
                    <a:pt x="800" y="1"/>
                  </a:moveTo>
                  <a:cubicBezTo>
                    <a:pt x="507" y="1"/>
                    <a:pt x="234" y="229"/>
                    <a:pt x="134" y="606"/>
                  </a:cubicBezTo>
                  <a:cubicBezTo>
                    <a:pt x="0" y="1038"/>
                    <a:pt x="194" y="1515"/>
                    <a:pt x="596" y="1753"/>
                  </a:cubicBezTo>
                  <a:cubicBezTo>
                    <a:pt x="701" y="1806"/>
                    <a:pt x="801" y="1830"/>
                    <a:pt x="892" y="1830"/>
                  </a:cubicBezTo>
                  <a:cubicBezTo>
                    <a:pt x="1577" y="1830"/>
                    <a:pt x="1838" y="505"/>
                    <a:pt x="1102" y="85"/>
                  </a:cubicBezTo>
                  <a:cubicBezTo>
                    <a:pt x="1003" y="28"/>
                    <a:pt x="901" y="1"/>
                    <a:pt x="8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77"/>
            <p:cNvSpPr/>
            <p:nvPr/>
          </p:nvSpPr>
          <p:spPr>
            <a:xfrm>
              <a:off x="4806106" y="2384486"/>
              <a:ext cx="215633" cy="338649"/>
            </a:xfrm>
            <a:custGeom>
              <a:avLst/>
              <a:gdLst/>
              <a:ahLst/>
              <a:cxnLst/>
              <a:rect l="l" t="t" r="r" b="b"/>
              <a:pathLst>
                <a:path w="5483" h="8611" extrusionOk="0">
                  <a:moveTo>
                    <a:pt x="2608" y="194"/>
                  </a:moveTo>
                  <a:cubicBezTo>
                    <a:pt x="1744" y="0"/>
                    <a:pt x="1893" y="1043"/>
                    <a:pt x="1922" y="1683"/>
                  </a:cubicBezTo>
                  <a:cubicBezTo>
                    <a:pt x="1952" y="2562"/>
                    <a:pt x="1580" y="3561"/>
                    <a:pt x="1148" y="3814"/>
                  </a:cubicBezTo>
                  <a:cubicBezTo>
                    <a:pt x="731" y="4067"/>
                    <a:pt x="254" y="3829"/>
                    <a:pt x="135" y="4410"/>
                  </a:cubicBezTo>
                  <a:cubicBezTo>
                    <a:pt x="1" y="5020"/>
                    <a:pt x="522" y="5110"/>
                    <a:pt x="894" y="5229"/>
                  </a:cubicBezTo>
                  <a:cubicBezTo>
                    <a:pt x="1863" y="5497"/>
                    <a:pt x="2146" y="5736"/>
                    <a:pt x="2190" y="6853"/>
                  </a:cubicBezTo>
                  <a:cubicBezTo>
                    <a:pt x="2235" y="7657"/>
                    <a:pt x="2012" y="8521"/>
                    <a:pt x="2757" y="8551"/>
                  </a:cubicBezTo>
                  <a:cubicBezTo>
                    <a:pt x="3770" y="8611"/>
                    <a:pt x="3293" y="6644"/>
                    <a:pt x="3859" y="5706"/>
                  </a:cubicBezTo>
                  <a:cubicBezTo>
                    <a:pt x="3978" y="5497"/>
                    <a:pt x="4142" y="5318"/>
                    <a:pt x="4351" y="5199"/>
                  </a:cubicBezTo>
                  <a:cubicBezTo>
                    <a:pt x="4589" y="5080"/>
                    <a:pt x="5408" y="5110"/>
                    <a:pt x="5483" y="4514"/>
                  </a:cubicBezTo>
                  <a:cubicBezTo>
                    <a:pt x="5483" y="4276"/>
                    <a:pt x="5379" y="4052"/>
                    <a:pt x="5185" y="3918"/>
                  </a:cubicBezTo>
                  <a:cubicBezTo>
                    <a:pt x="4872" y="3709"/>
                    <a:pt x="4678" y="3858"/>
                    <a:pt x="4455" y="3784"/>
                  </a:cubicBezTo>
                  <a:cubicBezTo>
                    <a:pt x="3680" y="3531"/>
                    <a:pt x="3367" y="2562"/>
                    <a:pt x="3233" y="1639"/>
                  </a:cubicBezTo>
                  <a:cubicBezTo>
                    <a:pt x="3144" y="983"/>
                    <a:pt x="3218" y="343"/>
                    <a:pt x="2608" y="19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77"/>
            <p:cNvSpPr/>
            <p:nvPr/>
          </p:nvSpPr>
          <p:spPr>
            <a:xfrm>
              <a:off x="5281161" y="2188806"/>
              <a:ext cx="153535" cy="240842"/>
            </a:xfrm>
            <a:custGeom>
              <a:avLst/>
              <a:gdLst/>
              <a:ahLst/>
              <a:cxnLst/>
              <a:rect l="l" t="t" r="r" b="b"/>
              <a:pathLst>
                <a:path w="3904" h="6124" extrusionOk="0">
                  <a:moveTo>
                    <a:pt x="2504" y="5989"/>
                  </a:moveTo>
                  <a:cubicBezTo>
                    <a:pt x="2295" y="6064"/>
                    <a:pt x="2221" y="6123"/>
                    <a:pt x="1982" y="6049"/>
                  </a:cubicBezTo>
                  <a:cubicBezTo>
                    <a:pt x="1520" y="5870"/>
                    <a:pt x="1654" y="5423"/>
                    <a:pt x="1565" y="5051"/>
                  </a:cubicBezTo>
                  <a:cubicBezTo>
                    <a:pt x="1491" y="4678"/>
                    <a:pt x="1282" y="4187"/>
                    <a:pt x="999" y="4008"/>
                  </a:cubicBezTo>
                  <a:cubicBezTo>
                    <a:pt x="612" y="3755"/>
                    <a:pt x="1" y="3784"/>
                    <a:pt x="254" y="3174"/>
                  </a:cubicBezTo>
                  <a:cubicBezTo>
                    <a:pt x="373" y="2876"/>
                    <a:pt x="746" y="2950"/>
                    <a:pt x="984" y="2727"/>
                  </a:cubicBezTo>
                  <a:cubicBezTo>
                    <a:pt x="1133" y="2563"/>
                    <a:pt x="1237" y="2354"/>
                    <a:pt x="1312" y="2146"/>
                  </a:cubicBezTo>
                  <a:cubicBezTo>
                    <a:pt x="1550" y="1475"/>
                    <a:pt x="1356" y="0"/>
                    <a:pt x="2191" y="239"/>
                  </a:cubicBezTo>
                  <a:cubicBezTo>
                    <a:pt x="2936" y="462"/>
                    <a:pt x="2310" y="2175"/>
                    <a:pt x="2951" y="2667"/>
                  </a:cubicBezTo>
                  <a:cubicBezTo>
                    <a:pt x="3293" y="2935"/>
                    <a:pt x="3904" y="2846"/>
                    <a:pt x="3740" y="3457"/>
                  </a:cubicBezTo>
                  <a:cubicBezTo>
                    <a:pt x="3651" y="3889"/>
                    <a:pt x="3159" y="3859"/>
                    <a:pt x="2965" y="4201"/>
                  </a:cubicBezTo>
                  <a:cubicBezTo>
                    <a:pt x="2623" y="4827"/>
                    <a:pt x="2906" y="5334"/>
                    <a:pt x="2504" y="598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77"/>
            <p:cNvSpPr/>
            <p:nvPr/>
          </p:nvSpPr>
          <p:spPr>
            <a:xfrm>
              <a:off x="6348541" y="740700"/>
              <a:ext cx="460525" cy="325592"/>
            </a:xfrm>
            <a:custGeom>
              <a:avLst/>
              <a:gdLst/>
              <a:ahLst/>
              <a:cxnLst/>
              <a:rect l="l" t="t" r="r" b="b"/>
              <a:pathLst>
                <a:path w="11710" h="8279" extrusionOk="0">
                  <a:moveTo>
                    <a:pt x="10226" y="0"/>
                  </a:moveTo>
                  <a:cubicBezTo>
                    <a:pt x="9956" y="0"/>
                    <a:pt x="9686" y="53"/>
                    <a:pt x="9430" y="160"/>
                  </a:cubicBezTo>
                  <a:cubicBezTo>
                    <a:pt x="8849" y="413"/>
                    <a:pt x="8313" y="771"/>
                    <a:pt x="7866" y="1232"/>
                  </a:cubicBezTo>
                  <a:cubicBezTo>
                    <a:pt x="7722" y="1383"/>
                    <a:pt x="7638" y="1461"/>
                    <a:pt x="7568" y="1461"/>
                  </a:cubicBezTo>
                  <a:cubicBezTo>
                    <a:pt x="7485" y="1461"/>
                    <a:pt x="7421" y="1354"/>
                    <a:pt x="7300" y="1128"/>
                  </a:cubicBezTo>
                  <a:cubicBezTo>
                    <a:pt x="7166" y="845"/>
                    <a:pt x="6972" y="577"/>
                    <a:pt x="6734" y="368"/>
                  </a:cubicBezTo>
                  <a:cubicBezTo>
                    <a:pt x="6578" y="203"/>
                    <a:pt x="6364" y="113"/>
                    <a:pt x="6147" y="113"/>
                  </a:cubicBezTo>
                  <a:cubicBezTo>
                    <a:pt x="6033" y="113"/>
                    <a:pt x="5918" y="138"/>
                    <a:pt x="5810" y="190"/>
                  </a:cubicBezTo>
                  <a:cubicBezTo>
                    <a:pt x="5453" y="339"/>
                    <a:pt x="5259" y="696"/>
                    <a:pt x="5318" y="1069"/>
                  </a:cubicBezTo>
                  <a:cubicBezTo>
                    <a:pt x="5378" y="1843"/>
                    <a:pt x="5616" y="2573"/>
                    <a:pt x="6168" y="3139"/>
                  </a:cubicBezTo>
                  <a:cubicBezTo>
                    <a:pt x="6540" y="3527"/>
                    <a:pt x="6480" y="3676"/>
                    <a:pt x="6212" y="4078"/>
                  </a:cubicBezTo>
                  <a:cubicBezTo>
                    <a:pt x="5020" y="5806"/>
                    <a:pt x="3382" y="6774"/>
                    <a:pt x="1266" y="6864"/>
                  </a:cubicBezTo>
                  <a:cubicBezTo>
                    <a:pt x="1058" y="6864"/>
                    <a:pt x="849" y="6879"/>
                    <a:pt x="641" y="6908"/>
                  </a:cubicBezTo>
                  <a:cubicBezTo>
                    <a:pt x="298" y="6938"/>
                    <a:pt x="45" y="7206"/>
                    <a:pt x="30" y="7549"/>
                  </a:cubicBezTo>
                  <a:cubicBezTo>
                    <a:pt x="0" y="7907"/>
                    <a:pt x="283" y="8205"/>
                    <a:pt x="641" y="8219"/>
                  </a:cubicBezTo>
                  <a:cubicBezTo>
                    <a:pt x="918" y="8259"/>
                    <a:pt x="1194" y="8278"/>
                    <a:pt x="1470" y="8278"/>
                  </a:cubicBezTo>
                  <a:cubicBezTo>
                    <a:pt x="1817" y="8278"/>
                    <a:pt x="2162" y="8248"/>
                    <a:pt x="2503" y="8190"/>
                  </a:cubicBezTo>
                  <a:cubicBezTo>
                    <a:pt x="5095" y="7638"/>
                    <a:pt x="6749" y="6283"/>
                    <a:pt x="7851" y="4242"/>
                  </a:cubicBezTo>
                  <a:cubicBezTo>
                    <a:pt x="8015" y="3869"/>
                    <a:pt x="8343" y="3601"/>
                    <a:pt x="8730" y="3512"/>
                  </a:cubicBezTo>
                  <a:cubicBezTo>
                    <a:pt x="9505" y="3288"/>
                    <a:pt x="10250" y="2990"/>
                    <a:pt x="10875" y="2439"/>
                  </a:cubicBezTo>
                  <a:cubicBezTo>
                    <a:pt x="11173" y="2201"/>
                    <a:pt x="11382" y="1873"/>
                    <a:pt x="11501" y="1516"/>
                  </a:cubicBezTo>
                  <a:cubicBezTo>
                    <a:pt x="11709" y="756"/>
                    <a:pt x="11322" y="145"/>
                    <a:pt x="10547" y="26"/>
                  </a:cubicBezTo>
                  <a:cubicBezTo>
                    <a:pt x="10441" y="9"/>
                    <a:pt x="10333" y="0"/>
                    <a:pt x="10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1" name="Google Shape;3171;p77"/>
          <p:cNvSpPr txBox="1"/>
          <p:nvPr/>
        </p:nvSpPr>
        <p:spPr>
          <a:xfrm>
            <a:off x="4622811" y="714600"/>
            <a:ext cx="1678800" cy="14742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4500">
                <a:solidFill>
                  <a:schemeClr val="accent5"/>
                </a:solidFill>
                <a:latin typeface="Chewy"/>
                <a:ea typeface="Chewy"/>
                <a:cs typeface="Chewy"/>
                <a:sym typeface="Chewy"/>
              </a:rPr>
              <a:t>Grow plants</a:t>
            </a:r>
            <a:endParaRPr sz="4500">
              <a:solidFill>
                <a:schemeClr val="accent5"/>
              </a:solidFill>
              <a:latin typeface="Chewy"/>
              <a:ea typeface="Chewy"/>
              <a:cs typeface="Chewy"/>
              <a:sym typeface="Chewy"/>
            </a:endParaRPr>
          </a:p>
        </p:txBody>
      </p:sp>
      <p:grpSp>
        <p:nvGrpSpPr>
          <p:cNvPr id="3172" name="Google Shape;3172;p77"/>
          <p:cNvGrpSpPr/>
          <p:nvPr/>
        </p:nvGrpSpPr>
        <p:grpSpPr>
          <a:xfrm>
            <a:off x="3137038" y="2941192"/>
            <a:ext cx="479211" cy="470324"/>
            <a:chOff x="3763184" y="3817357"/>
            <a:chExt cx="363314" cy="356576"/>
          </a:xfrm>
        </p:grpSpPr>
        <p:sp>
          <p:nvSpPr>
            <p:cNvPr id="3173" name="Google Shape;3173;p77"/>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77"/>
            <p:cNvSpPr/>
            <p:nvPr/>
          </p:nvSpPr>
          <p:spPr>
            <a:xfrm>
              <a:off x="3918324"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77"/>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77"/>
            <p:cNvSpPr/>
            <p:nvPr/>
          </p:nvSpPr>
          <p:spPr>
            <a:xfrm>
              <a:off x="3837337"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77"/>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8" name="Google Shape;3178;p77"/>
          <p:cNvGrpSpPr/>
          <p:nvPr/>
        </p:nvGrpSpPr>
        <p:grpSpPr>
          <a:xfrm>
            <a:off x="2151063" y="2941002"/>
            <a:ext cx="478692" cy="470705"/>
            <a:chOff x="3314750" y="3817357"/>
            <a:chExt cx="362920" cy="356865"/>
          </a:xfrm>
        </p:grpSpPr>
        <p:grpSp>
          <p:nvGrpSpPr>
            <p:cNvPr id="3179" name="Google Shape;3179;p77"/>
            <p:cNvGrpSpPr/>
            <p:nvPr/>
          </p:nvGrpSpPr>
          <p:grpSpPr>
            <a:xfrm>
              <a:off x="3314750" y="3817357"/>
              <a:ext cx="362920" cy="356865"/>
              <a:chOff x="3314750" y="3817357"/>
              <a:chExt cx="362920" cy="356865"/>
            </a:xfrm>
          </p:grpSpPr>
          <p:sp>
            <p:nvSpPr>
              <p:cNvPr id="3180" name="Google Shape;3180;p77"/>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77"/>
              <p:cNvSpPr/>
              <p:nvPr/>
            </p:nvSpPr>
            <p:spPr>
              <a:xfrm>
                <a:off x="3469891" y="3817357"/>
                <a:ext cx="207780" cy="356865"/>
              </a:xfrm>
              <a:custGeom>
                <a:avLst/>
                <a:gdLst/>
                <a:ahLst/>
                <a:cxnLst/>
                <a:rect l="l" t="t" r="r" b="b"/>
                <a:pathLst>
                  <a:path w="7926" h="13613" extrusionOk="0">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222221">
                  <a:alpha val="13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2" name="Google Shape;3182;p77"/>
            <p:cNvGrpSpPr/>
            <p:nvPr/>
          </p:nvGrpSpPr>
          <p:grpSpPr>
            <a:xfrm>
              <a:off x="3394986" y="3894612"/>
              <a:ext cx="202339" cy="202323"/>
              <a:chOff x="935197" y="1793977"/>
              <a:chExt cx="256451" cy="256430"/>
            </a:xfrm>
          </p:grpSpPr>
          <p:sp>
            <p:nvSpPr>
              <p:cNvPr id="3183" name="Google Shape;3183;p77"/>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77"/>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85" name="Google Shape;3185;p77"/>
          <p:cNvGrpSpPr/>
          <p:nvPr/>
        </p:nvGrpSpPr>
        <p:grpSpPr>
          <a:xfrm>
            <a:off x="1165078" y="2941002"/>
            <a:ext cx="478692" cy="470705"/>
            <a:chOff x="2866317" y="3817357"/>
            <a:chExt cx="362920" cy="356865"/>
          </a:xfrm>
        </p:grpSpPr>
        <p:sp>
          <p:nvSpPr>
            <p:cNvPr id="3186" name="Google Shape;3186;p77"/>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77"/>
            <p:cNvSpPr/>
            <p:nvPr/>
          </p:nvSpPr>
          <p:spPr>
            <a:xfrm>
              <a:off x="3021457" y="3817357"/>
              <a:ext cx="207780" cy="356576"/>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222221">
                <a:alpha val="237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77"/>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9" name="Google Shape;3189;p77"/>
          <p:cNvSpPr/>
          <p:nvPr/>
        </p:nvSpPr>
        <p:spPr>
          <a:xfrm flipH="1">
            <a:off x="3808855" y="2085035"/>
            <a:ext cx="103225" cy="85382"/>
          </a:xfrm>
          <a:custGeom>
            <a:avLst/>
            <a:gdLst/>
            <a:ahLst/>
            <a:cxnLst/>
            <a:rect l="l" t="t" r="r" b="b"/>
            <a:pathLst>
              <a:path w="3101" h="2565" extrusionOk="0">
                <a:moveTo>
                  <a:pt x="1531" y="1"/>
                </a:moveTo>
                <a:cubicBezTo>
                  <a:pt x="1460" y="1"/>
                  <a:pt x="1386" y="8"/>
                  <a:pt x="1311" y="23"/>
                </a:cubicBezTo>
                <a:cubicBezTo>
                  <a:pt x="894" y="83"/>
                  <a:pt x="507" y="351"/>
                  <a:pt x="298" y="738"/>
                </a:cubicBezTo>
                <a:cubicBezTo>
                  <a:pt x="0" y="1334"/>
                  <a:pt x="239" y="2287"/>
                  <a:pt x="954" y="2496"/>
                </a:cubicBezTo>
                <a:cubicBezTo>
                  <a:pt x="1096" y="2542"/>
                  <a:pt x="1264" y="2564"/>
                  <a:pt x="1441" y="2564"/>
                </a:cubicBezTo>
                <a:cubicBezTo>
                  <a:pt x="2188" y="2564"/>
                  <a:pt x="3100" y="2159"/>
                  <a:pt x="2980" y="1364"/>
                </a:cubicBezTo>
                <a:cubicBezTo>
                  <a:pt x="2950" y="1006"/>
                  <a:pt x="2801" y="649"/>
                  <a:pt x="2563" y="381"/>
                </a:cubicBezTo>
                <a:cubicBezTo>
                  <a:pt x="2324" y="172"/>
                  <a:pt x="2056" y="53"/>
                  <a:pt x="1728" y="23"/>
                </a:cubicBezTo>
                <a:cubicBezTo>
                  <a:pt x="1669" y="8"/>
                  <a:pt x="1602" y="1"/>
                  <a:pt x="1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77"/>
          <p:cNvSpPr/>
          <p:nvPr/>
        </p:nvSpPr>
        <p:spPr>
          <a:xfrm flipH="1">
            <a:off x="7436574" y="4071224"/>
            <a:ext cx="172096" cy="143602"/>
          </a:xfrm>
          <a:custGeom>
            <a:avLst/>
            <a:gdLst/>
            <a:ahLst/>
            <a:cxnLst/>
            <a:rect l="l" t="t" r="r" b="b"/>
            <a:pathLst>
              <a:path w="5170" h="4314" extrusionOk="0">
                <a:moveTo>
                  <a:pt x="2507" y="0"/>
                </a:moveTo>
                <a:cubicBezTo>
                  <a:pt x="2392" y="0"/>
                  <a:pt x="2280" y="8"/>
                  <a:pt x="2176" y="23"/>
                </a:cubicBezTo>
                <a:cubicBezTo>
                  <a:pt x="1431" y="142"/>
                  <a:pt x="835" y="589"/>
                  <a:pt x="477" y="1214"/>
                </a:cubicBezTo>
                <a:cubicBezTo>
                  <a:pt x="0" y="2257"/>
                  <a:pt x="388" y="3837"/>
                  <a:pt x="1550" y="4194"/>
                </a:cubicBezTo>
                <a:cubicBezTo>
                  <a:pt x="1795" y="4274"/>
                  <a:pt x="2080" y="4313"/>
                  <a:pt x="2379" y="4313"/>
                </a:cubicBezTo>
                <a:cubicBezTo>
                  <a:pt x="3647" y="4313"/>
                  <a:pt x="5169" y="3607"/>
                  <a:pt x="4976" y="2257"/>
                </a:cubicBezTo>
                <a:cubicBezTo>
                  <a:pt x="4887" y="1661"/>
                  <a:pt x="4649" y="1125"/>
                  <a:pt x="4261" y="678"/>
                </a:cubicBezTo>
                <a:cubicBezTo>
                  <a:pt x="3874" y="291"/>
                  <a:pt x="3397" y="52"/>
                  <a:pt x="2861" y="23"/>
                </a:cubicBezTo>
                <a:cubicBezTo>
                  <a:pt x="2742" y="8"/>
                  <a:pt x="2622" y="0"/>
                  <a:pt x="2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77"/>
          <p:cNvSpPr/>
          <p:nvPr/>
        </p:nvSpPr>
        <p:spPr>
          <a:xfrm flipH="1">
            <a:off x="7183678" y="2468871"/>
            <a:ext cx="252885" cy="205750"/>
          </a:xfrm>
          <a:custGeom>
            <a:avLst/>
            <a:gdLst/>
            <a:ahLst/>
            <a:cxnLst/>
            <a:rect l="l" t="t" r="r" b="b"/>
            <a:pathLst>
              <a:path w="7597" h="6181" extrusionOk="0">
                <a:moveTo>
                  <a:pt x="3559" y="0"/>
                </a:moveTo>
                <a:cubicBezTo>
                  <a:pt x="3292" y="0"/>
                  <a:pt x="3026" y="34"/>
                  <a:pt x="2769" y="101"/>
                </a:cubicBezTo>
                <a:cubicBezTo>
                  <a:pt x="2442" y="160"/>
                  <a:pt x="2144" y="279"/>
                  <a:pt x="1846" y="428"/>
                </a:cubicBezTo>
                <a:cubicBezTo>
                  <a:pt x="952" y="905"/>
                  <a:pt x="326" y="1769"/>
                  <a:pt x="147" y="2782"/>
                </a:cubicBezTo>
                <a:cubicBezTo>
                  <a:pt x="1" y="4337"/>
                  <a:pt x="1182" y="6181"/>
                  <a:pt x="2868" y="6181"/>
                </a:cubicBezTo>
                <a:cubicBezTo>
                  <a:pt x="2895" y="6181"/>
                  <a:pt x="2921" y="6180"/>
                  <a:pt x="2948" y="6179"/>
                </a:cubicBezTo>
                <a:cubicBezTo>
                  <a:pt x="4796" y="6090"/>
                  <a:pt x="7597" y="4153"/>
                  <a:pt x="6524" y="2067"/>
                </a:cubicBezTo>
                <a:cubicBezTo>
                  <a:pt x="6166" y="1322"/>
                  <a:pt x="5600" y="697"/>
                  <a:pt x="4885" y="279"/>
                </a:cubicBezTo>
                <a:cubicBezTo>
                  <a:pt x="4457" y="93"/>
                  <a:pt x="4005" y="0"/>
                  <a:pt x="3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Elementary Awareness-raising Activities on Environmental Education Day by Slidesgo">
  <a:themeElements>
    <a:clrScheme name="Simple Light">
      <a:dk1>
        <a:srgbClr val="222221"/>
      </a:dk1>
      <a:lt1>
        <a:srgbClr val="EFF1E8"/>
      </a:lt1>
      <a:dk2>
        <a:srgbClr val="C6D576"/>
      </a:dk2>
      <a:lt2>
        <a:srgbClr val="76861F"/>
      </a:lt2>
      <a:accent1>
        <a:srgbClr val="616F18"/>
      </a:accent1>
      <a:accent2>
        <a:srgbClr val="DEE2A3"/>
      </a:accent2>
      <a:accent3>
        <a:srgbClr val="EBEECE"/>
      </a:accent3>
      <a:accent4>
        <a:srgbClr val="AFCDF4"/>
      </a:accent4>
      <a:accent5>
        <a:srgbClr val="8FB7F6"/>
      </a:accent5>
      <a:accent6>
        <a:srgbClr val="FFFFFF"/>
      </a:accent6>
      <a:hlink>
        <a:srgbClr val="2222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1265</Words>
  <Application>Microsoft Office PowerPoint</Application>
  <PresentationFormat>Экран (16:9)</PresentationFormat>
  <Paragraphs>223</Paragraphs>
  <Slides>29</Slides>
  <Notes>29</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29</vt:i4>
      </vt:variant>
    </vt:vector>
  </HeadingPairs>
  <TitlesOfParts>
    <vt:vector size="37" baseType="lpstr">
      <vt:lpstr>ABeeZee</vt:lpstr>
      <vt:lpstr>Caveat Brush</vt:lpstr>
      <vt:lpstr>Nunito Light</vt:lpstr>
      <vt:lpstr>Bowlby One SC</vt:lpstr>
      <vt:lpstr>Chewy</vt:lpstr>
      <vt:lpstr>Arial</vt:lpstr>
      <vt:lpstr>Anaheim</vt:lpstr>
      <vt:lpstr>Elementary Awareness-raising Activities on Environmental Education Day by Slidesgo</vt:lpstr>
      <vt:lpstr>ENVIRONMENTAL EDUCATION DAY</vt:lpstr>
      <vt:lpstr>CONTENTS OF THIS TEMPLATE</vt:lpstr>
      <vt:lpstr>TABLE OF CONTENTS</vt:lpstr>
      <vt:lpstr>INTRODUCTION</vt:lpstr>
      <vt:lpstr>ABOUT THE TOPIC</vt:lpstr>
      <vt:lpstr>THE TITLE GOES HERE!</vt:lpstr>
      <vt:lpstr>SOME HISTORY ABOUT THIS DAY</vt:lpstr>
      <vt:lpstr>FIRST CONCEPTS TO KNOW</vt:lpstr>
      <vt:lpstr>HOW CAN I HELP?</vt:lpstr>
      <vt:lpstr>OTHER KEY TIPS</vt:lpstr>
      <vt:lpstr>WHAT DO YOU KNOW ABOUT THE ENVIRONMENT?</vt:lpstr>
      <vt:lpstr>DESCRIBING CONCEPTS</vt:lpstr>
      <vt:lpstr>JOIN WITH ARROWS!</vt:lpstr>
      <vt:lpstr>LET'S DISPOSE RESPONSIBLY</vt:lpstr>
      <vt:lpstr>ENDANGERED SPECIES</vt:lpstr>
      <vt:lpstr>WHAT ABOUT RENEWABLE ENERGIES?</vt:lpstr>
      <vt:lpstr>DOING SHOPPING CONSCIOUSLY!</vt:lpstr>
      <vt:lpstr>A PICTURE ALWAYS REINFORCES  THE CONCEPT</vt:lpstr>
      <vt:lpstr>SOME DATA</vt:lpstr>
      <vt:lpstr>9,000,000</vt:lpstr>
      <vt:lpstr>40%</vt:lpstr>
      <vt:lpstr>COMPUTER MOCKUP</vt:lpstr>
      <vt:lpstr>TABLET MOCKUP</vt:lpstr>
      <vt:lpstr>PHONE MOCKUP</vt:lpstr>
      <vt:lpstr>GLOBAL POLLUTION LEVELS</vt:lpstr>
      <vt:lpstr>OUR NEXT ACTIVITIES</vt:lpstr>
      <vt:lpstr>COMMON STUFF YOU CAN RECYCLE</vt:lpstr>
      <vt:lpstr>BEST ALTERNATIVE ENERGIES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EDUCATION DAY</dc:title>
  <cp:lastModifiedBy>я</cp:lastModifiedBy>
  <cp:revision>1</cp:revision>
  <dcterms:modified xsi:type="dcterms:W3CDTF">2026-02-19T09:22:35Z</dcterms:modified>
</cp:coreProperties>
</file>